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65" r:id="rId3"/>
    <p:sldId id="301" r:id="rId4"/>
    <p:sldId id="302" r:id="rId5"/>
    <p:sldId id="303" r:id="rId6"/>
    <p:sldId id="276" r:id="rId7"/>
    <p:sldId id="278" r:id="rId8"/>
    <p:sldId id="277" r:id="rId9"/>
    <p:sldId id="279" r:id="rId10"/>
    <p:sldId id="280" r:id="rId11"/>
    <p:sldId id="309" r:id="rId12"/>
    <p:sldId id="258" r:id="rId13"/>
    <p:sldId id="283" r:id="rId14"/>
    <p:sldId id="284" r:id="rId15"/>
    <p:sldId id="285" r:id="rId16"/>
    <p:sldId id="259" r:id="rId17"/>
    <p:sldId id="286" r:id="rId18"/>
    <p:sldId id="274" r:id="rId19"/>
    <p:sldId id="290" r:id="rId20"/>
    <p:sldId id="291" r:id="rId21"/>
    <p:sldId id="293" r:id="rId22"/>
    <p:sldId id="292" r:id="rId23"/>
    <p:sldId id="294" r:id="rId24"/>
    <p:sldId id="275" r:id="rId25"/>
    <p:sldId id="296" r:id="rId26"/>
    <p:sldId id="300" r:id="rId27"/>
    <p:sldId id="297" r:id="rId28"/>
    <p:sldId id="298" r:id="rId29"/>
    <p:sldId id="263" r:id="rId30"/>
    <p:sldId id="304" r:id="rId31"/>
    <p:sldId id="305" r:id="rId32"/>
    <p:sldId id="306" r:id="rId33"/>
    <p:sldId id="307" r:id="rId34"/>
    <p:sldId id="311" r:id="rId35"/>
    <p:sldId id="264" r:id="rId36"/>
    <p:sldId id="308" r:id="rId37"/>
    <p:sldId id="310" r:id="rId38"/>
    <p:sldId id="269" r:id="rId39"/>
    <p:sldId id="281" r:id="rId40"/>
    <p:sldId id="282" r:id="rId41"/>
    <p:sldId id="270" r:id="rId42"/>
    <p:sldId id="271" r:id="rId43"/>
    <p:sldId id="27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6"/>
    <p:restoredTop sz="95250"/>
  </p:normalViewPr>
  <p:slideViewPr>
    <p:cSldViewPr snapToGrid="0">
      <p:cViewPr varScale="1">
        <p:scale>
          <a:sx n="131" d="100"/>
          <a:sy n="131" d="100"/>
        </p:scale>
        <p:origin x="1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4371-F022-C94A-838B-289C6E1B1FC8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10C4-C2EF-EF4D-8480-B55C06CBF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410C4-C2EF-EF4D-8480-B55C06CBF89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1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43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AA91-BD47-9BFE-4496-0CD730B4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16BF5-E00D-6F14-1D49-CC030287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06FFF-4CEA-96B9-3D69-8D8324021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E9D0D-6133-89B2-8DE8-7128986C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8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8A76-1645-544D-F0DE-82D2DF62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783E0-4F84-A532-1941-545C40C0C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DD122-FFC5-795C-8E2D-FCC0F5D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32E94-313E-FF85-FA48-B0FFD4CAF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42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CA0-C54A-12E3-87DF-CE41D0C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CB8E8-0CCF-64EF-4FE8-943000A6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E8CB6-7286-2D00-6488-ED409AAC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66CBC-4E64-057E-EACF-FB2921D3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1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22C7-9CFB-2459-F3A4-7EDC37E1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060CD-17D8-1036-D979-87C912B2B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22F55-7C8E-9FAC-0DBC-23C7B10A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D97F5-E55C-A9F9-8561-4E2EF99D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28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C4A7-738F-0D4B-8EB0-2A0FE673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9AE2-2B3B-5200-1275-499AB968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51EB5-12AC-C71C-0248-CAD952E8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B5E8-D95E-5FF7-FE2F-F44C2966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B7D-1FCC-83BB-1BC4-EDAC4ACF1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B4D6-6DE8-F969-5FCB-CB2D2FAC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CD48-8821-707B-ECD2-27966594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821F-506F-9934-3FB5-DD7FDA06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7FB1-3A77-7C41-752B-3CC0711A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2050-62FF-1278-61C4-F5BBF965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F238-B5C3-AC79-DC6D-56C46B75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04AA-096C-2877-81A7-C2AB8768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B46A-F3EC-907E-B71E-AC7E02FB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B62A-3BD6-C275-42CD-410E86DE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3CE3-D807-4E77-2BA1-8048331D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83C1-205D-D321-11B5-B89B2054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0777-1DDD-D57A-B8D0-6FB1277A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F89F-FC0F-BC7F-1BAC-43EFDD4A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05E3C-BB5C-027B-3702-49868BFF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E78C-6840-D23C-9955-3843BB0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19F7-1887-2034-A250-FA9C95ACD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12E1C-1C92-217A-48AC-01C872F85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EAB90-6FB8-C876-0535-699976F3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1BFC-A673-4D45-140F-549D90D1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71840-8D50-A32A-414A-CD74B732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8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162D-B673-C82D-E965-097B6F1A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17F-4935-E85A-13CE-056672B4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7880-8B53-1039-BDFF-70F3E0D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2D8E6-C2B7-19A1-D5F0-FE7E9D7CB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A0FF2-A17A-6BA8-D01B-7337B2E2B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CE2B1-EAA5-F94D-F5C1-A429B00E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1391A-6D99-298A-843F-843740E5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8B31-D80E-43CA-189A-712D6F4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0A5A-9A35-6ACC-9BED-BC55AB78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F0263-F576-941F-BDDD-003CE914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CCC7-2A42-914F-F899-C27D0595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6205D-1465-B22A-B1A6-777C30B4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96C28-C117-7EC0-2AEE-AF6CCD0E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D53CC-974E-4F87-A994-71D40B46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C388-29CA-5F78-41A9-F9AAB362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ED55-2279-EB7F-FB3B-BE5048FA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420D-05CD-8DFD-88BE-7185FE1F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571ED-0271-D30E-C8D3-117EB7E6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437B-753B-8975-361A-23788600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002E4-FE6C-6B0D-6374-04396BF0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0558B-3F98-35D3-B9B2-488EE4CD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3D7D-3FA7-98AD-5BA2-43336134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BC70C-7267-F247-56E9-F891EEB4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C8E2A-0884-8A54-DDBD-497F2FB7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EB1A9-497D-D2CD-7BC4-81499421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794B3-1759-2081-6F4C-4397F2D3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52FC-4BA7-862D-B85B-DD38F9F9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535C-5AE3-573C-865A-83A9D1E1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F07C3-1F1F-6481-8040-6B9FA91E8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3569-8C7E-11F7-F604-FD9060EC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D790-3476-3029-39F5-03A437AF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5E95-58C2-1418-EEB7-EB034557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ACE9A-4D20-C7AD-1DE5-6D85D3952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B371A-6FCE-21EE-0DA8-BA60129C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07A3-5885-A835-A2A4-6972497D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728B-1A26-B0C6-34A0-F50F828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6A0A-6D6B-7AD5-FF56-6E48CAD5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30EA2-D797-6E8D-D85C-26346EBF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A378-5670-9363-C332-2996A1AC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0AC3-3CDF-7DA3-485F-13E1C417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8E754-12A2-894A-ACC1-84B1AF5E94F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DCDD-B76A-2ED9-88B9-B5B370C0D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FB93-127F-126B-9724-ADBBDBD8E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6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11" Type="http://schemas.openxmlformats.org/officeDocument/2006/relationships/image" Target="../media/image12.png"/><Relationship Id="rId5" Type="http://schemas.openxmlformats.org/officeDocument/2006/relationships/image" Target="../media/image611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22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23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8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7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0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19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8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44.png"/><Relationship Id="rId3" Type="http://schemas.openxmlformats.org/officeDocument/2006/relationships/image" Target="../media/image17.png"/><Relationship Id="rId21" Type="http://schemas.openxmlformats.org/officeDocument/2006/relationships/image" Target="../media/image46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43.png"/><Relationship Id="rId2" Type="http://schemas.openxmlformats.org/officeDocument/2006/relationships/image" Target="../media/image80.png"/><Relationship Id="rId16" Type="http://schemas.openxmlformats.org/officeDocument/2006/relationships/image" Target="../media/image19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8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47.png"/><Relationship Id="rId15" Type="http://schemas.openxmlformats.org/officeDocument/2006/relationships/image" Target="../media/image51.png"/><Relationship Id="rId10" Type="http://schemas.openxmlformats.org/officeDocument/2006/relationships/image" Target="../media/image690.png"/><Relationship Id="rId1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sv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202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710.png"/><Relationship Id="rId3" Type="http://schemas.openxmlformats.org/officeDocument/2006/relationships/image" Target="../media/image730.png"/><Relationship Id="rId12" Type="http://schemas.openxmlformats.org/officeDocument/2006/relationships/image" Target="../media/image740.png"/><Relationship Id="rId17" Type="http://schemas.openxmlformats.org/officeDocument/2006/relationships/image" Target="../media/image202.png"/><Relationship Id="rId16" Type="http://schemas.openxmlformats.org/officeDocument/2006/relationships/image" Target="../media/image7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svg"/><Relationship Id="rId11" Type="http://schemas.openxmlformats.org/officeDocument/2006/relationships/image" Target="../media/image690.png"/><Relationship Id="rId5" Type="http://schemas.openxmlformats.org/officeDocument/2006/relationships/image" Target="../media/image311.png"/><Relationship Id="rId15" Type="http://schemas.openxmlformats.org/officeDocument/2006/relationships/image" Target="../media/image750.png"/><Relationship Id="rId10" Type="http://schemas.openxmlformats.org/officeDocument/2006/relationships/image" Target="../media/image680.png"/><Relationship Id="rId4" Type="http://schemas.openxmlformats.org/officeDocument/2006/relationships/image" Target="../media/image301.png"/><Relationship Id="rId9" Type="http://schemas.openxmlformats.org/officeDocument/2006/relationships/image" Target="../media/image670.png"/><Relationship Id="rId14" Type="http://schemas.openxmlformats.org/officeDocument/2006/relationships/image" Target="../media/image7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2.png"/><Relationship Id="rId12" Type="http://schemas.openxmlformats.org/officeDocument/2006/relationships/image" Target="../media/image11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png"/><Relationship Id="rId11" Type="http://schemas.openxmlformats.org/officeDocument/2006/relationships/image" Target="../media/image117.png"/><Relationship Id="rId5" Type="http://schemas.openxmlformats.org/officeDocument/2006/relationships/image" Target="../media/image114.png"/><Relationship Id="rId10" Type="http://schemas.openxmlformats.org/officeDocument/2006/relationships/image" Target="../media/image116.png"/><Relationship Id="rId4" Type="http://schemas.openxmlformats.org/officeDocument/2006/relationships/image" Target="../media/image113.png"/><Relationship Id="rId9" Type="http://schemas.openxmlformats.org/officeDocument/2006/relationships/image" Target="../media/image1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6.png"/><Relationship Id="rId3" Type="http://schemas.openxmlformats.org/officeDocument/2006/relationships/image" Target="../media/image121.png"/><Relationship Id="rId7" Type="http://schemas.openxmlformats.org/officeDocument/2006/relationships/image" Target="../media/image113.png"/><Relationship Id="rId12" Type="http://schemas.openxmlformats.org/officeDocument/2006/relationships/image" Target="../media/image124.png"/><Relationship Id="rId2" Type="http://schemas.openxmlformats.org/officeDocument/2006/relationships/image" Target="../media/image120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7.png"/><Relationship Id="rId11" Type="http://schemas.openxmlformats.org/officeDocument/2006/relationships/image" Target="../media/image123.png"/><Relationship Id="rId5" Type="http://schemas.openxmlformats.org/officeDocument/2006/relationships/image" Target="../media/image126.png"/><Relationship Id="rId15" Type="http://schemas.openxmlformats.org/officeDocument/2006/relationships/image" Target="../media/image118.png"/><Relationship Id="rId10" Type="http://schemas.openxmlformats.org/officeDocument/2006/relationships/image" Target="../media/image122.png"/><Relationship Id="rId4" Type="http://schemas.openxmlformats.org/officeDocument/2006/relationships/image" Target="../media/image125.png"/><Relationship Id="rId9" Type="http://schemas.openxmlformats.org/officeDocument/2006/relationships/image" Target="../media/image115.png"/><Relationship Id="rId14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23.png"/><Relationship Id="rId18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6.png"/><Relationship Id="rId12" Type="http://schemas.openxmlformats.org/officeDocument/2006/relationships/image" Target="../media/image122.png"/><Relationship Id="rId17" Type="http://schemas.openxmlformats.org/officeDocument/2006/relationships/image" Target="../media/image118.png"/><Relationship Id="rId2" Type="http://schemas.openxmlformats.org/officeDocument/2006/relationships/image" Target="../media/image120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11" Type="http://schemas.openxmlformats.org/officeDocument/2006/relationships/image" Target="../media/image115.png"/><Relationship Id="rId5" Type="http://schemas.openxmlformats.org/officeDocument/2006/relationships/image" Target="../media/image129.png"/><Relationship Id="rId15" Type="http://schemas.openxmlformats.org/officeDocument/2006/relationships/image" Target="../media/image116.png"/><Relationship Id="rId10" Type="http://schemas.openxmlformats.org/officeDocument/2006/relationships/image" Target="../media/image114.png"/><Relationship Id="rId4" Type="http://schemas.openxmlformats.org/officeDocument/2006/relationships/image" Target="../media/image128.png"/><Relationship Id="rId9" Type="http://schemas.openxmlformats.org/officeDocument/2006/relationships/image" Target="../media/image113.png"/><Relationship Id="rId14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7" Type="http://schemas.openxmlformats.org/officeDocument/2006/relationships/image" Target="../media/image10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241.png"/><Relationship Id="rId4" Type="http://schemas.openxmlformats.org/officeDocument/2006/relationships/image" Target="../media/image2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0.png"/><Relationship Id="rId3" Type="http://schemas.openxmlformats.org/officeDocument/2006/relationships/image" Target="../media/image130.png"/><Relationship Id="rId7" Type="http://schemas.openxmlformats.org/officeDocument/2006/relationships/image" Target="../media/image1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10" Type="http://schemas.openxmlformats.org/officeDocument/2006/relationships/image" Target="../media/image135.png"/><Relationship Id="rId4" Type="http://schemas.openxmlformats.org/officeDocument/2006/relationships/image" Target="../media/image130.png"/><Relationship Id="rId9" Type="http://schemas.openxmlformats.org/officeDocument/2006/relationships/image" Target="../media/image133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8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39.png"/><Relationship Id="rId9" Type="http://schemas.openxmlformats.org/officeDocument/2006/relationships/image" Target="../media/image145.png"/><Relationship Id="rId14" Type="http://schemas.openxmlformats.org/officeDocument/2006/relationships/image" Target="../media/image15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8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39.png"/><Relationship Id="rId9" Type="http://schemas.openxmlformats.org/officeDocument/2006/relationships/image" Target="../media/image145.png"/><Relationship Id="rId14" Type="http://schemas.openxmlformats.org/officeDocument/2006/relationships/image" Target="../media/image1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55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54.emf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emf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13" Type="http://schemas.openxmlformats.org/officeDocument/2006/relationships/image" Target="../media/image341.png"/><Relationship Id="rId18" Type="http://schemas.openxmlformats.org/officeDocument/2006/relationships/image" Target="../media/image391.png"/><Relationship Id="rId26" Type="http://schemas.openxmlformats.org/officeDocument/2006/relationships/image" Target="../media/image471.png"/><Relationship Id="rId3" Type="http://schemas.openxmlformats.org/officeDocument/2006/relationships/image" Target="../media/image17.png"/><Relationship Id="rId21" Type="http://schemas.openxmlformats.org/officeDocument/2006/relationships/image" Target="../media/image421.png"/><Relationship Id="rId7" Type="http://schemas.openxmlformats.org/officeDocument/2006/relationships/image" Target="../media/image281.png"/><Relationship Id="rId12" Type="http://schemas.openxmlformats.org/officeDocument/2006/relationships/image" Target="../media/image331.png"/><Relationship Id="rId17" Type="http://schemas.openxmlformats.org/officeDocument/2006/relationships/image" Target="../media/image381.png"/><Relationship Id="rId25" Type="http://schemas.openxmlformats.org/officeDocument/2006/relationships/image" Target="../media/image46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1.png"/><Relationship Id="rId20" Type="http://schemas.openxmlformats.org/officeDocument/2006/relationships/image" Target="../media/image4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1.png"/><Relationship Id="rId11" Type="http://schemas.openxmlformats.org/officeDocument/2006/relationships/image" Target="../media/image321.png"/><Relationship Id="rId24" Type="http://schemas.openxmlformats.org/officeDocument/2006/relationships/image" Target="../media/image451.png"/><Relationship Id="rId5" Type="http://schemas.openxmlformats.org/officeDocument/2006/relationships/image" Target="../media/image261.png"/><Relationship Id="rId15" Type="http://schemas.openxmlformats.org/officeDocument/2006/relationships/image" Target="../media/image361.png"/><Relationship Id="rId23" Type="http://schemas.openxmlformats.org/officeDocument/2006/relationships/image" Target="../media/image441.png"/><Relationship Id="rId10" Type="http://schemas.openxmlformats.org/officeDocument/2006/relationships/image" Target="../media/image312.png"/><Relationship Id="rId19" Type="http://schemas.openxmlformats.org/officeDocument/2006/relationships/image" Target="../media/image401.png"/><Relationship Id="rId4" Type="http://schemas.openxmlformats.org/officeDocument/2006/relationships/image" Target="../media/image251.png"/><Relationship Id="rId9" Type="http://schemas.openxmlformats.org/officeDocument/2006/relationships/image" Target="../media/image302.png"/><Relationship Id="rId14" Type="http://schemas.openxmlformats.org/officeDocument/2006/relationships/image" Target="../media/image351.png"/><Relationship Id="rId22" Type="http://schemas.openxmlformats.org/officeDocument/2006/relationships/image" Target="../media/image431.png"/><Relationship Id="rId27" Type="http://schemas.openxmlformats.org/officeDocument/2006/relationships/image" Target="../media/image481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1.png"/><Relationship Id="rId18" Type="http://schemas.openxmlformats.org/officeDocument/2006/relationships/image" Target="../media/image641.png"/><Relationship Id="rId26" Type="http://schemas.openxmlformats.org/officeDocument/2006/relationships/image" Target="../media/image72.png"/><Relationship Id="rId39" Type="http://schemas.openxmlformats.org/officeDocument/2006/relationships/image" Target="../media/image302.png"/><Relationship Id="rId21" Type="http://schemas.openxmlformats.org/officeDocument/2006/relationships/image" Target="../media/image671.png"/><Relationship Id="rId34" Type="http://schemas.openxmlformats.org/officeDocument/2006/relationships/image" Target="../media/image251.png"/><Relationship Id="rId42" Type="http://schemas.openxmlformats.org/officeDocument/2006/relationships/image" Target="../media/image331.png"/><Relationship Id="rId47" Type="http://schemas.openxmlformats.org/officeDocument/2006/relationships/image" Target="../media/image381.png"/><Relationship Id="rId50" Type="http://schemas.openxmlformats.org/officeDocument/2006/relationships/image" Target="../media/image411.png"/><Relationship Id="rId55" Type="http://schemas.openxmlformats.org/officeDocument/2006/relationships/image" Target="../media/image46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1.png"/><Relationship Id="rId29" Type="http://schemas.openxmlformats.org/officeDocument/2006/relationships/image" Target="../media/image75.png"/><Relationship Id="rId11" Type="http://schemas.openxmlformats.org/officeDocument/2006/relationships/image" Target="../media/image571.png"/><Relationship Id="rId24" Type="http://schemas.openxmlformats.org/officeDocument/2006/relationships/image" Target="../media/image700.png"/><Relationship Id="rId32" Type="http://schemas.openxmlformats.org/officeDocument/2006/relationships/image" Target="../media/image78.png"/><Relationship Id="rId37" Type="http://schemas.openxmlformats.org/officeDocument/2006/relationships/image" Target="../media/image281.png"/><Relationship Id="rId40" Type="http://schemas.openxmlformats.org/officeDocument/2006/relationships/image" Target="../media/image312.png"/><Relationship Id="rId45" Type="http://schemas.openxmlformats.org/officeDocument/2006/relationships/image" Target="../media/image361.png"/><Relationship Id="rId53" Type="http://schemas.openxmlformats.org/officeDocument/2006/relationships/image" Target="../media/image441.png"/><Relationship Id="rId5" Type="http://schemas.openxmlformats.org/officeDocument/2006/relationships/image" Target="../media/image512.png"/><Relationship Id="rId19" Type="http://schemas.openxmlformats.org/officeDocument/2006/relationships/image" Target="../media/image651.png"/><Relationship Id="rId4" Type="http://schemas.openxmlformats.org/officeDocument/2006/relationships/image" Target="../media/image501.png"/><Relationship Id="rId9" Type="http://schemas.openxmlformats.org/officeDocument/2006/relationships/image" Target="../media/image551.png"/><Relationship Id="rId14" Type="http://schemas.openxmlformats.org/officeDocument/2006/relationships/image" Target="../media/image601.png"/><Relationship Id="rId22" Type="http://schemas.openxmlformats.org/officeDocument/2006/relationships/image" Target="../media/image681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261.png"/><Relationship Id="rId43" Type="http://schemas.openxmlformats.org/officeDocument/2006/relationships/image" Target="../media/image341.png"/><Relationship Id="rId48" Type="http://schemas.openxmlformats.org/officeDocument/2006/relationships/image" Target="../media/image391.png"/><Relationship Id="rId56" Type="http://schemas.openxmlformats.org/officeDocument/2006/relationships/image" Target="../media/image471.png"/><Relationship Id="rId8" Type="http://schemas.openxmlformats.org/officeDocument/2006/relationships/image" Target="../media/image54.png"/><Relationship Id="rId51" Type="http://schemas.openxmlformats.org/officeDocument/2006/relationships/image" Target="../media/image421.png"/><Relationship Id="rId3" Type="http://schemas.openxmlformats.org/officeDocument/2006/relationships/image" Target="../media/image491.png"/><Relationship Id="rId12" Type="http://schemas.openxmlformats.org/officeDocument/2006/relationships/image" Target="../media/image581.png"/><Relationship Id="rId17" Type="http://schemas.openxmlformats.org/officeDocument/2006/relationships/image" Target="../media/image631.png"/><Relationship Id="rId25" Type="http://schemas.openxmlformats.org/officeDocument/2006/relationships/image" Target="../media/image71.png"/><Relationship Id="rId33" Type="http://schemas.openxmlformats.org/officeDocument/2006/relationships/image" Target="../media/image17.png"/><Relationship Id="rId38" Type="http://schemas.openxmlformats.org/officeDocument/2006/relationships/image" Target="../media/image291.png"/><Relationship Id="rId46" Type="http://schemas.openxmlformats.org/officeDocument/2006/relationships/image" Target="../media/image371.png"/><Relationship Id="rId20" Type="http://schemas.openxmlformats.org/officeDocument/2006/relationships/image" Target="../media/image661.png"/><Relationship Id="rId41" Type="http://schemas.openxmlformats.org/officeDocument/2006/relationships/image" Target="../media/image321.png"/><Relationship Id="rId54" Type="http://schemas.openxmlformats.org/officeDocument/2006/relationships/image" Target="../media/image4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1.png"/><Relationship Id="rId15" Type="http://schemas.openxmlformats.org/officeDocument/2006/relationships/image" Target="../media/image612.png"/><Relationship Id="rId23" Type="http://schemas.openxmlformats.org/officeDocument/2006/relationships/image" Target="../media/image691.png"/><Relationship Id="rId28" Type="http://schemas.openxmlformats.org/officeDocument/2006/relationships/image" Target="../media/image74.png"/><Relationship Id="rId36" Type="http://schemas.openxmlformats.org/officeDocument/2006/relationships/image" Target="../media/image271.png"/><Relationship Id="rId49" Type="http://schemas.openxmlformats.org/officeDocument/2006/relationships/image" Target="../media/image401.png"/><Relationship Id="rId57" Type="http://schemas.openxmlformats.org/officeDocument/2006/relationships/image" Target="../media/image481.png"/><Relationship Id="rId10" Type="http://schemas.openxmlformats.org/officeDocument/2006/relationships/image" Target="../media/image561.png"/><Relationship Id="rId31" Type="http://schemas.openxmlformats.org/officeDocument/2006/relationships/image" Target="../media/image77.png"/><Relationship Id="rId44" Type="http://schemas.openxmlformats.org/officeDocument/2006/relationships/image" Target="../media/image351.png"/><Relationship Id="rId52" Type="http://schemas.openxmlformats.org/officeDocument/2006/relationships/image" Target="../media/image431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17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17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60.png"/><Relationship Id="rId26" Type="http://schemas.openxmlformats.org/officeDocument/2006/relationships/image" Target="../media/image440.png"/><Relationship Id="rId39" Type="http://schemas.openxmlformats.org/officeDocument/2006/relationships/image" Target="../media/image95.png"/><Relationship Id="rId21" Type="http://schemas.openxmlformats.org/officeDocument/2006/relationships/image" Target="../media/image390.png"/><Relationship Id="rId34" Type="http://schemas.openxmlformats.org/officeDocument/2006/relationships/image" Target="../media/image520.png"/><Relationship Id="rId42" Type="http://schemas.openxmlformats.org/officeDocument/2006/relationships/image" Target="../media/image66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0.png"/><Relationship Id="rId20" Type="http://schemas.openxmlformats.org/officeDocument/2006/relationships/image" Target="../media/image380.png"/><Relationship Id="rId29" Type="http://schemas.openxmlformats.org/officeDocument/2006/relationships/image" Target="../media/image470.png"/><Relationship Id="rId41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image" Target="../media/image290.png"/><Relationship Id="rId24" Type="http://schemas.openxmlformats.org/officeDocument/2006/relationships/image" Target="../media/image420.png"/><Relationship Id="rId32" Type="http://schemas.openxmlformats.org/officeDocument/2006/relationships/image" Target="../media/image500.png"/><Relationship Id="rId37" Type="http://schemas.openxmlformats.org/officeDocument/2006/relationships/image" Target="../media/image550.png"/><Relationship Id="rId40" Type="http://schemas.openxmlformats.org/officeDocument/2006/relationships/image" Target="../media/image640.png"/><Relationship Id="rId5" Type="http://schemas.openxmlformats.org/officeDocument/2006/relationships/image" Target="../media/image230.png"/><Relationship Id="rId15" Type="http://schemas.openxmlformats.org/officeDocument/2006/relationships/image" Target="../media/image330.png"/><Relationship Id="rId23" Type="http://schemas.openxmlformats.org/officeDocument/2006/relationships/image" Target="../media/image410.png"/><Relationship Id="rId28" Type="http://schemas.openxmlformats.org/officeDocument/2006/relationships/image" Target="../media/image460.png"/><Relationship Id="rId36" Type="http://schemas.openxmlformats.org/officeDocument/2006/relationships/image" Target="../media/image540.png"/><Relationship Id="rId10" Type="http://schemas.openxmlformats.org/officeDocument/2006/relationships/image" Target="../media/image280.png"/><Relationship Id="rId19" Type="http://schemas.openxmlformats.org/officeDocument/2006/relationships/image" Target="../media/image370.png"/><Relationship Id="rId31" Type="http://schemas.openxmlformats.org/officeDocument/2006/relationships/image" Target="../media/image49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Relationship Id="rId14" Type="http://schemas.openxmlformats.org/officeDocument/2006/relationships/image" Target="../media/image320.png"/><Relationship Id="rId22" Type="http://schemas.openxmlformats.org/officeDocument/2006/relationships/image" Target="../media/image400.png"/><Relationship Id="rId27" Type="http://schemas.openxmlformats.org/officeDocument/2006/relationships/image" Target="../media/image450.png"/><Relationship Id="rId30" Type="http://schemas.openxmlformats.org/officeDocument/2006/relationships/image" Target="../media/image480.png"/><Relationship Id="rId35" Type="http://schemas.openxmlformats.org/officeDocument/2006/relationships/image" Target="../media/image530.png"/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12" Type="http://schemas.openxmlformats.org/officeDocument/2006/relationships/image" Target="../media/image300.png"/><Relationship Id="rId17" Type="http://schemas.openxmlformats.org/officeDocument/2006/relationships/image" Target="../media/image350.png"/><Relationship Id="rId25" Type="http://schemas.openxmlformats.org/officeDocument/2006/relationships/image" Target="../media/image430.png"/><Relationship Id="rId33" Type="http://schemas.openxmlformats.org/officeDocument/2006/relationships/image" Target="../media/image511.png"/><Relationship Id="rId38" Type="http://schemas.openxmlformats.org/officeDocument/2006/relationships/image" Target="../media/image5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F6684A-012C-F619-EEB8-DF80934A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416859"/>
            <a:ext cx="7204858" cy="2040146"/>
          </a:xfrm>
        </p:spPr>
        <p:txBody>
          <a:bodyPr>
            <a:normAutofit fontScale="90000"/>
          </a:bodyPr>
          <a:lstStyle/>
          <a:p>
            <a:pPr algn="ctr">
              <a:lnSpc>
                <a:spcPts val="5400"/>
              </a:lnSpc>
            </a:pPr>
            <a:r>
              <a:rPr lang="en-US" dirty="0"/>
              <a:t>Enhancing Belief Propagation Decoders for Correlated Errors Using Cycle Error Reconstruction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E5FD5F0-2098-B60E-7F08-4478C2A813F7}"/>
              </a:ext>
            </a:extLst>
          </p:cNvPr>
          <p:cNvSpPr txBox="1">
            <a:spLocks/>
          </p:cNvSpPr>
          <p:nvPr/>
        </p:nvSpPr>
        <p:spPr>
          <a:xfrm>
            <a:off x="1220189" y="2940409"/>
            <a:ext cx="9751621" cy="691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 err="1"/>
              <a:t>Debankan</a:t>
            </a:r>
            <a:r>
              <a:rPr lang="en-US" sz="3200" dirty="0"/>
              <a:t> </a:t>
            </a:r>
            <a:r>
              <a:rPr lang="en-US" sz="3200" dirty="0" err="1"/>
              <a:t>Sannamoth</a:t>
            </a:r>
            <a:r>
              <a:rPr lang="en-US" sz="3200" dirty="0"/>
              <a:t>, </a:t>
            </a:r>
            <a:r>
              <a:rPr lang="en-US" sz="3200" b="1" u="sng" dirty="0"/>
              <a:t>Pavithran Iyer</a:t>
            </a:r>
            <a:r>
              <a:rPr lang="en-US" sz="3200" dirty="0"/>
              <a:t>, and Joseph Emerson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E4315DA-9B96-6F7E-6189-6BE60116188F}"/>
              </a:ext>
            </a:extLst>
          </p:cNvPr>
          <p:cNvSpPr txBox="1">
            <a:spLocks/>
          </p:cNvSpPr>
          <p:nvPr/>
        </p:nvSpPr>
        <p:spPr>
          <a:xfrm>
            <a:off x="3299855" y="4064906"/>
            <a:ext cx="5592288" cy="1320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b="1" dirty="0">
                <a:latin typeface="Abadi MT Condensed Extra Bold" panose="020B0306030101010103" pitchFamily="34" charset="77"/>
              </a:rPr>
              <a:t>IQC Journal Club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5DFD7E-E992-7519-2A45-9EE63CDE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80" y="4700536"/>
            <a:ext cx="2837543" cy="120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| Brand | University of Waterloo">
            <a:extLst>
              <a:ext uri="{FF2B5EF4-FFF2-40B4-BE49-F238E27FC236}">
                <a16:creationId xmlns:a16="http://schemas.microsoft.com/office/drawing/2014/main" id="{1BC946CE-CE0C-FFE3-7CA1-2C8190E8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543990"/>
            <a:ext cx="3784600" cy="151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CA5C7-AE95-450C-4CFE-C52F193B8D78}"/>
              </a:ext>
            </a:extLst>
          </p:cNvPr>
          <p:cNvSpPr txBox="1"/>
          <p:nvPr/>
        </p:nvSpPr>
        <p:spPr>
          <a:xfrm>
            <a:off x="5157280" y="5420670"/>
            <a:ext cx="18774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Abadi MT Condensed Extra Bold" panose="020B0306030101010103" pitchFamily="34" charset="77"/>
              </a:rPr>
              <a:t>26 May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820B7-DB12-ED1B-C904-53A1F4404014}"/>
              </a:ext>
            </a:extLst>
          </p:cNvPr>
          <p:cNvSpPr txBox="1"/>
          <p:nvPr/>
        </p:nvSpPr>
        <p:spPr>
          <a:xfrm>
            <a:off x="3388660" y="6500081"/>
            <a:ext cx="89239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email: </a:t>
            </a:r>
            <a:r>
              <a:rPr lang="en-CA" dirty="0" err="1">
                <a:solidFill>
                  <a:srgbClr val="7030A0"/>
                </a:solidFill>
                <a:effectLst/>
                <a:cs typeface="Al Nile" pitchFamily="2" charset="-78"/>
              </a:rPr>
              <a:t>pavithran.sridhar@gmail.com</a:t>
            </a:r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 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, web: https://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sites.google.com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/view/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piyer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/home</a:t>
            </a:r>
            <a:endParaRPr lang="en-CA" dirty="0">
              <a:solidFill>
                <a:srgbClr val="7030A0"/>
              </a:solidFill>
              <a:cs typeface="Al Nile" pitchFamily="2" charset="-7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4E6A8E-513E-728B-7C9B-C31A59A701F1}"/>
              </a:ext>
            </a:extLst>
          </p:cNvPr>
          <p:cNvCxnSpPr>
            <a:cxnSpLocks/>
          </p:cNvCxnSpPr>
          <p:nvPr/>
        </p:nvCxnSpPr>
        <p:spPr>
          <a:xfrm>
            <a:off x="3106271" y="6441141"/>
            <a:ext cx="9085728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31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47D-EE59-3BF2-3AA8-2A25796C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0214A3-0E1E-B4E1-5B80-5A158BB6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9821FA-A320-82E9-85AE-CF161749F8F2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4C06F13-0BD6-1B5A-A88E-57E8D26D928D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8AFCB92-5E79-890E-245F-50BBC4A2E569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2319C40-0DA2-D02E-EBA6-9B298576C2F9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AD3C87-06FB-5F8F-32D1-FB976EF56B75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5B8AA2-3935-104E-2FE4-608CD95A75C1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800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2D00B-B815-3DBF-365D-D33EF2C4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4B554A-6516-C353-5447-F40D400F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6169CC-B64B-97A8-8261-5112925C8CB0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6388C8-2D1C-6F1A-449E-76A012FCBA37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31C7A7F-F7F1-11D0-696E-C87E565A6229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D2B3530-0A39-8C3A-7038-05F9DC2495FA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1479B12-7D40-369D-D147-4DFE4A2B9D17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6DB63A-7C5E-2471-4886-83A1A977484C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5A6F0E-E1FA-EB46-2388-214F39C902B2}"/>
              </a:ext>
            </a:extLst>
          </p:cNvPr>
          <p:cNvGrpSpPr/>
          <p:nvPr/>
        </p:nvGrpSpPr>
        <p:grpSpPr>
          <a:xfrm>
            <a:off x="2493571" y="2468664"/>
            <a:ext cx="9377294" cy="1110353"/>
            <a:chOff x="2493571" y="2468664"/>
            <a:chExt cx="9377294" cy="11103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BC7643-F713-56DC-B454-47EF13FC35C4}"/>
                </a:ext>
              </a:extLst>
            </p:cNvPr>
            <p:cNvSpPr txBox="1"/>
            <p:nvPr/>
          </p:nvSpPr>
          <p:spPr>
            <a:xfrm>
              <a:off x="7729979" y="2471021"/>
              <a:ext cx="4140886" cy="1107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/>
                <a:t>Minimize the overhead using quantum LDPC codes</a:t>
              </a:r>
            </a:p>
            <a:p>
              <a:pPr algn="ctr"/>
              <a:r>
                <a:rPr lang="en-US" sz="2200" i="1" dirty="0"/>
                <a:t>E.g. </a:t>
              </a:r>
              <a:r>
                <a:rPr lang="en-US" sz="2200" b="1" i="1" dirty="0"/>
                <a:t>Hypergraph Product Codes</a:t>
              </a:r>
              <a:endParaRPr lang="en-US" sz="2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E5FDB3-F82A-0AB5-34DE-98FF9DE8BA6A}"/>
                </a:ext>
              </a:extLst>
            </p:cNvPr>
            <p:cNvSpPr txBox="1"/>
            <p:nvPr/>
          </p:nvSpPr>
          <p:spPr>
            <a:xfrm>
              <a:off x="2493571" y="2468664"/>
              <a:ext cx="4765526" cy="11079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/>
                <a:t>Hardware : errors are often correlated</a:t>
              </a:r>
            </a:p>
            <a:p>
              <a:pPr algn="ctr"/>
              <a:r>
                <a:rPr lang="en-US" sz="2200" dirty="0"/>
                <a:t>Revealed using experimental noise characterization (CER technique)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2493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B0CB-A946-3E26-9C8A-F3F603D4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273C28-7C1B-2C45-E25A-00963B47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87F90B-4DD2-4A3D-D6E0-6609331AB396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E8CE903-5D7E-1FFA-7481-CD6CB1110676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793F916-A4B8-1C04-99E7-F04C14D65DDE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833790-96B5-4ECB-847A-70C6D1698681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6C1C0D-A4BE-B86D-D1FF-8CC90303CCF0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8FB3EE-739C-A043-7D1C-FF07E8CF82CB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22EA496-D2D8-064B-9AF3-81BA93974133}"/>
              </a:ext>
            </a:extLst>
          </p:cNvPr>
          <p:cNvGrpSpPr/>
          <p:nvPr/>
        </p:nvGrpSpPr>
        <p:grpSpPr>
          <a:xfrm>
            <a:off x="2493571" y="2468664"/>
            <a:ext cx="9377294" cy="1110353"/>
            <a:chOff x="2493571" y="2468664"/>
            <a:chExt cx="9377294" cy="11103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707938-B3C4-A5D1-5C25-EF596481CF3C}"/>
                </a:ext>
              </a:extLst>
            </p:cNvPr>
            <p:cNvSpPr txBox="1"/>
            <p:nvPr/>
          </p:nvSpPr>
          <p:spPr>
            <a:xfrm>
              <a:off x="7729979" y="2471021"/>
              <a:ext cx="4140886" cy="1107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/>
                <a:t>Minimize the overhead using quantum LDPC codes</a:t>
              </a:r>
            </a:p>
            <a:p>
              <a:pPr algn="ctr"/>
              <a:r>
                <a:rPr lang="en-US" sz="2200" i="1" dirty="0"/>
                <a:t>E.g. </a:t>
              </a:r>
              <a:r>
                <a:rPr lang="en-US" sz="2200" b="1" i="1" dirty="0"/>
                <a:t>Hypergraph Product Codes</a:t>
              </a:r>
              <a:endParaRPr lang="en-US" sz="2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442EF4-E41B-A035-6DA8-A72E62F5A35A}"/>
                </a:ext>
              </a:extLst>
            </p:cNvPr>
            <p:cNvSpPr txBox="1"/>
            <p:nvPr/>
          </p:nvSpPr>
          <p:spPr>
            <a:xfrm>
              <a:off x="2493571" y="2468664"/>
              <a:ext cx="4765526" cy="11079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/>
                <a:t>Hardware : errors are often correlated</a:t>
              </a:r>
            </a:p>
            <a:p>
              <a:pPr algn="ctr"/>
              <a:r>
                <a:rPr lang="en-US" sz="2200" dirty="0"/>
                <a:t>Revealed using experimental noise characterization (CER technique)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8F231E-1FD9-CE9F-F1E1-878A67CE3A70}"/>
              </a:ext>
            </a:extLst>
          </p:cNvPr>
          <p:cNvGrpSpPr/>
          <p:nvPr/>
        </p:nvGrpSpPr>
        <p:grpSpPr>
          <a:xfrm>
            <a:off x="310826" y="3936184"/>
            <a:ext cx="11570347" cy="1174700"/>
            <a:chOff x="310826" y="3936184"/>
            <a:chExt cx="11570347" cy="11747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741EF1-0912-7C2A-416C-A0B5A328B2A8}"/>
                </a:ext>
              </a:extLst>
            </p:cNvPr>
            <p:cNvSpPr txBox="1"/>
            <p:nvPr/>
          </p:nvSpPr>
          <p:spPr>
            <a:xfrm>
              <a:off x="321135" y="3936184"/>
              <a:ext cx="115062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Tailoring decoding to the underlying noise: Belief Propagation (BP) Decoders for </a:t>
              </a:r>
              <a:r>
                <a:rPr lang="en-US" sz="2400" dirty="0" err="1"/>
                <a:t>qLDPC</a:t>
              </a:r>
              <a:endParaRPr 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CEFB8B-FF88-C194-E23A-E23A83B4A345}"/>
                </a:ext>
              </a:extLst>
            </p:cNvPr>
            <p:cNvSpPr txBox="1"/>
            <p:nvPr/>
          </p:nvSpPr>
          <p:spPr>
            <a:xfrm>
              <a:off x="310826" y="4649219"/>
              <a:ext cx="115703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Can we enhance the performance of BP for correlated errors using experimental data?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4213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7FAC-68C2-961C-75DA-E8B0A775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57D1C5-999B-281F-BBD8-69537709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Big Question 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7C0F9F-F955-FCA1-B162-3AA8DCDFAE10}"/>
              </a:ext>
            </a:extLst>
          </p:cNvPr>
          <p:cNvGrpSpPr/>
          <p:nvPr/>
        </p:nvGrpSpPr>
        <p:grpSpPr>
          <a:xfrm>
            <a:off x="321135" y="1031341"/>
            <a:ext cx="11870865" cy="1106208"/>
            <a:chOff x="321135" y="1031341"/>
            <a:chExt cx="11870865" cy="11062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AF4F6B-03F6-7DE8-FE52-D2D9A23C75C4}"/>
                </a:ext>
              </a:extLst>
            </p:cNvPr>
            <p:cNvSpPr/>
            <p:nvPr/>
          </p:nvSpPr>
          <p:spPr>
            <a:xfrm>
              <a:off x="5172295" y="1031341"/>
              <a:ext cx="923706" cy="660389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45402A-2E70-69A6-3A57-1D45004402FB}"/>
                </a:ext>
              </a:extLst>
            </p:cNvPr>
            <p:cNvSpPr/>
            <p:nvPr/>
          </p:nvSpPr>
          <p:spPr>
            <a:xfrm>
              <a:off x="9054566" y="1031342"/>
              <a:ext cx="2816299" cy="66038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832951B-685F-BAEA-BA7B-BDC9181A7881}"/>
                </a:ext>
              </a:extLst>
            </p:cNvPr>
            <p:cNvSpPr txBox="1"/>
            <p:nvPr/>
          </p:nvSpPr>
          <p:spPr>
            <a:xfrm>
              <a:off x="321135" y="1130705"/>
              <a:ext cx="115071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Quantum Error Correction</a:t>
              </a:r>
              <a:r>
                <a:rPr lang="en-US" sz="2400" dirty="0"/>
                <a:t>: Suppress Noise at the logical level with </a:t>
              </a:r>
              <a:r>
                <a:rPr lang="en-US" sz="2400" i="1" dirty="0"/>
                <a:t>high overhead cost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A79295-0409-2BFB-39F2-D2ADF3878359}"/>
                </a:ext>
              </a:extLst>
            </p:cNvPr>
            <p:cNvSpPr txBox="1"/>
            <p:nvPr/>
          </p:nvSpPr>
          <p:spPr>
            <a:xfrm>
              <a:off x="8543372" y="1733256"/>
              <a:ext cx="3648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Qubits, gates, measurements…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497CA5-C68B-F10E-85FD-FDF376DAD1D7}"/>
                </a:ext>
              </a:extLst>
            </p:cNvPr>
            <p:cNvSpPr txBox="1"/>
            <p:nvPr/>
          </p:nvSpPr>
          <p:spPr>
            <a:xfrm>
              <a:off x="5012696" y="1737439"/>
              <a:ext cx="1242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err="1">
                  <a:solidFill>
                    <a:schemeClr val="accent3"/>
                  </a:solidFill>
                </a:rPr>
                <a:t>i.i.d</a:t>
              </a:r>
              <a:r>
                <a:rPr lang="en-US" sz="2000" i="1" dirty="0">
                  <a:solidFill>
                    <a:schemeClr val="accent3"/>
                  </a:solidFill>
                </a:rPr>
                <a:t> noise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45D1821-DF2F-1FD8-9E83-F409E2B3BCF9}"/>
              </a:ext>
            </a:extLst>
          </p:cNvPr>
          <p:cNvGrpSpPr/>
          <p:nvPr/>
        </p:nvGrpSpPr>
        <p:grpSpPr>
          <a:xfrm>
            <a:off x="2493571" y="2468664"/>
            <a:ext cx="9377294" cy="1110353"/>
            <a:chOff x="2493571" y="2468664"/>
            <a:chExt cx="9377294" cy="11103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943AE1-0193-52A2-6097-89F33CAEF3F8}"/>
                </a:ext>
              </a:extLst>
            </p:cNvPr>
            <p:cNvSpPr txBox="1"/>
            <p:nvPr/>
          </p:nvSpPr>
          <p:spPr>
            <a:xfrm>
              <a:off x="7729979" y="2471021"/>
              <a:ext cx="4140886" cy="11079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/>
                <a:t>Minimize the overhead using quantum LDPC codes</a:t>
              </a:r>
            </a:p>
            <a:p>
              <a:pPr algn="ctr"/>
              <a:r>
                <a:rPr lang="en-US" sz="2200" i="1" dirty="0"/>
                <a:t>E.g. </a:t>
              </a:r>
              <a:r>
                <a:rPr lang="en-US" sz="2200" b="1" i="1" dirty="0"/>
                <a:t>Hypergraph Product Codes</a:t>
              </a:r>
              <a:endParaRPr lang="en-US" sz="2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E3D075-CAA3-8A92-1332-F834BBE61EA9}"/>
                </a:ext>
              </a:extLst>
            </p:cNvPr>
            <p:cNvSpPr txBox="1"/>
            <p:nvPr/>
          </p:nvSpPr>
          <p:spPr>
            <a:xfrm>
              <a:off x="2493571" y="2468664"/>
              <a:ext cx="4765526" cy="110799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/>
                <a:t>Hardware : errors are often correlated</a:t>
              </a:r>
            </a:p>
            <a:p>
              <a:pPr algn="ctr"/>
              <a:r>
                <a:rPr lang="en-US" sz="2200" dirty="0"/>
                <a:t>Revealed using experimental noise characterization (CER technique)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3AE1B2-48A8-A6FD-08FE-B1765965D248}"/>
              </a:ext>
            </a:extLst>
          </p:cNvPr>
          <p:cNvGrpSpPr/>
          <p:nvPr/>
        </p:nvGrpSpPr>
        <p:grpSpPr>
          <a:xfrm>
            <a:off x="310826" y="3936184"/>
            <a:ext cx="11570347" cy="1174700"/>
            <a:chOff x="310826" y="3936184"/>
            <a:chExt cx="11570347" cy="11747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DF3B32-B84F-D39C-6E6F-98FAF109F884}"/>
                </a:ext>
              </a:extLst>
            </p:cNvPr>
            <p:cNvSpPr txBox="1"/>
            <p:nvPr/>
          </p:nvSpPr>
          <p:spPr>
            <a:xfrm>
              <a:off x="321135" y="3936184"/>
              <a:ext cx="115062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Tailoring decoding to the underlying noise: Belief Propagation (BP) Decoders for </a:t>
              </a:r>
              <a:r>
                <a:rPr lang="en-US" sz="2400" dirty="0" err="1"/>
                <a:t>qLDPC</a:t>
              </a:r>
              <a:endParaRPr 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FC7C66-2AE8-F7DD-129E-B5E3CD345188}"/>
                </a:ext>
              </a:extLst>
            </p:cNvPr>
            <p:cNvSpPr txBox="1"/>
            <p:nvPr/>
          </p:nvSpPr>
          <p:spPr>
            <a:xfrm>
              <a:off x="310826" y="4649219"/>
              <a:ext cx="115703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Can we enhance the performance of BP for correlated errors using experimental data?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E7A056-E1F8-6637-723C-37FD84FDD8D3}"/>
                  </a:ext>
                </a:extLst>
              </p:cNvPr>
              <p:cNvSpPr txBox="1"/>
              <p:nvPr/>
            </p:nvSpPr>
            <p:spPr>
              <a:xfrm>
                <a:off x="321135" y="5343770"/>
                <a:ext cx="11030392" cy="1374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338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This talk: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Yes!</a:t>
                </a:r>
              </a:p>
              <a:p>
                <a:pPr marL="342900" indent="-342900">
                  <a:lnSpc>
                    <a:spcPts val="338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C00000"/>
                    </a:solidFill>
                  </a:rPr>
                  <a:t>Constructing a Neural Network from the BP decoder, that adapts to CER data.</a:t>
                </a:r>
              </a:p>
              <a:p>
                <a:pPr marL="342900" indent="-342900">
                  <a:lnSpc>
                    <a:spcPts val="338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C00000"/>
                    </a:solidFill>
                  </a:rPr>
                  <a:t>Observe a </a:t>
                </a:r>
                <a14:m>
                  <m:oMath xmlns:m="http://schemas.openxmlformats.org/officeDocument/2006/math">
                    <m:r>
                      <a:rPr lang="en-US" sz="240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gain over state-of-the-art BP-OSD decoders for correlated noise.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E7A056-E1F8-6637-723C-37FD84FDD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35" y="5343770"/>
                <a:ext cx="11030392" cy="1374735"/>
              </a:xfrm>
              <a:prstGeom prst="rect">
                <a:avLst/>
              </a:prstGeom>
              <a:blipFill>
                <a:blip r:embed="rId2"/>
                <a:stretch>
                  <a:fillRect l="-921" b="-10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110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108BC5A-7D8C-DC69-A840-302300B85841}"/>
              </a:ext>
            </a:extLst>
          </p:cNvPr>
          <p:cNvGrpSpPr/>
          <p:nvPr/>
        </p:nvGrpSpPr>
        <p:grpSpPr>
          <a:xfrm>
            <a:off x="258154" y="1654070"/>
            <a:ext cx="11674607" cy="1637536"/>
            <a:chOff x="258154" y="1654070"/>
            <a:chExt cx="11674607" cy="16375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4F95D8-3958-5E7C-462C-4C72ED549127}"/>
                </a:ext>
              </a:extLst>
            </p:cNvPr>
            <p:cNvSpPr/>
            <p:nvPr/>
          </p:nvSpPr>
          <p:spPr>
            <a:xfrm>
              <a:off x="9608335" y="1685792"/>
              <a:ext cx="616894" cy="81883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076E246-D738-A6EA-1F30-AA171DD8A282}"/>
                </a:ext>
              </a:extLst>
            </p:cNvPr>
            <p:cNvSpPr/>
            <p:nvPr/>
          </p:nvSpPr>
          <p:spPr>
            <a:xfrm>
              <a:off x="10929564" y="1680497"/>
              <a:ext cx="518984" cy="8188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5E13F59-DB09-74AD-A6A5-CD7AB14E57F8}"/>
                </a:ext>
              </a:extLst>
            </p:cNvPr>
            <p:cNvCxnSpPr/>
            <p:nvPr/>
          </p:nvCxnSpPr>
          <p:spPr>
            <a:xfrm>
              <a:off x="874056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212E82-8FDE-564E-69CD-24E527FD06D8}"/>
                </a:ext>
              </a:extLst>
            </p:cNvPr>
            <p:cNvCxnSpPr/>
            <p:nvPr/>
          </p:nvCxnSpPr>
          <p:spPr>
            <a:xfrm>
              <a:off x="874056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ACD680-A724-4228-4B7E-96D1C4AAC24E}"/>
                </a:ext>
              </a:extLst>
            </p:cNvPr>
            <p:cNvCxnSpPr/>
            <p:nvPr/>
          </p:nvCxnSpPr>
          <p:spPr>
            <a:xfrm>
              <a:off x="874056" y="3058624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4921B-D8BB-014C-1F29-E07E1F466A04}"/>
                </a:ext>
              </a:extLst>
            </p:cNvPr>
            <p:cNvSpPr/>
            <p:nvPr/>
          </p:nvSpPr>
          <p:spPr>
            <a:xfrm>
              <a:off x="2245656" y="1654070"/>
              <a:ext cx="1037968" cy="15923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2A8B2A4-EB3C-05D4-7970-E192DD934242}"/>
                </a:ext>
              </a:extLst>
            </p:cNvPr>
            <p:cNvCxnSpPr/>
            <p:nvPr/>
          </p:nvCxnSpPr>
          <p:spPr>
            <a:xfrm>
              <a:off x="3283624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243985-6FE2-0CEF-40EC-C957137F6B2B}"/>
                </a:ext>
              </a:extLst>
            </p:cNvPr>
            <p:cNvCxnSpPr/>
            <p:nvPr/>
          </p:nvCxnSpPr>
          <p:spPr>
            <a:xfrm>
              <a:off x="3283624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274AC20-34FD-E33E-1915-4810D0FE394E}"/>
                </a:ext>
              </a:extLst>
            </p:cNvPr>
            <p:cNvCxnSpPr/>
            <p:nvPr/>
          </p:nvCxnSpPr>
          <p:spPr>
            <a:xfrm>
              <a:off x="3283624" y="304626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A6EFB70-D500-9B50-A2B1-CD7EB1809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154" y="2247095"/>
              <a:ext cx="2286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633B0D-AEA6-3FAA-C6ED-47C8CB47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200" y="2177002"/>
              <a:ext cx="825500" cy="469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6290839-55D3-2969-42D5-B9EBC0A61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2799" y="1778148"/>
              <a:ext cx="3405145" cy="8188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21724A-CB99-E8AD-744D-B57B25D64091}"/>
                    </a:ext>
                  </a:extLst>
                </p:cNvPr>
                <p:cNvSpPr txBox="1"/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Pauli decay rates: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21724A-CB99-E8AD-744D-B57B25D64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2373" t="-7692" b="-256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4E490E00-8638-0A6B-F2DC-A5FB51352A31}"/>
                </a:ext>
              </a:extLst>
            </p:cNvPr>
            <p:cNvCxnSpPr>
              <a:cxnSpLocks/>
              <a:stCxn id="19" idx="4"/>
              <a:endCxn id="20" idx="3"/>
            </p:cNvCxnSpPr>
            <p:nvPr/>
          </p:nvCxnSpPr>
          <p:spPr>
            <a:xfrm rot="5400000">
              <a:off x="9469143" y="2605023"/>
              <a:ext cx="548036" cy="347242"/>
            </a:xfrm>
            <a:prstGeom prst="curved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1E6AC04-9F44-3E20-F487-CEFADD1503BB}"/>
                </a:ext>
              </a:extLst>
            </p:cNvPr>
            <p:cNvSpPr txBox="1"/>
            <p:nvPr/>
          </p:nvSpPr>
          <p:spPr>
            <a:xfrm>
              <a:off x="10294940" y="2784221"/>
              <a:ext cx="16378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Pauli Errors</a:t>
              </a:r>
            </a:p>
          </p:txBody>
        </p: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488F5B9A-3842-6ED7-06F6-AB8CB831946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11094817" y="2187565"/>
              <a:ext cx="223127" cy="668707"/>
            </a:xfrm>
            <a:prstGeom prst="curvedConnector4">
              <a:avLst>
                <a:gd name="adj1" fmla="val -102453"/>
                <a:gd name="adj2" fmla="val 80612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BA0476D-1B0F-E00C-AF9F-180F4E6D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5215" y="2115081"/>
              <a:ext cx="436147" cy="58152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EB728ED-3FFC-ADF2-A4F1-193B5C8AC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9130" y="2538460"/>
              <a:ext cx="63500" cy="4191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F2877DD-DB2C-31E0-6AF6-581ED13AA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66324" y="2530219"/>
              <a:ext cx="63500" cy="419100"/>
            </a:xfrm>
            <a:prstGeom prst="rect">
              <a:avLst/>
            </a:prstGeom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4D6B5FF2-F471-CA48-8249-9005220F6C75}"/>
              </a:ext>
            </a:extLst>
          </p:cNvPr>
          <p:cNvSpPr txBox="1"/>
          <p:nvPr/>
        </p:nvSpPr>
        <p:spPr>
          <a:xfrm>
            <a:off x="396549" y="998729"/>
            <a:ext cx="91392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Goal: </a:t>
            </a:r>
            <a:r>
              <a:rPr lang="en-US" sz="2600" b="1" dirty="0">
                <a:solidFill>
                  <a:srgbClr val="C00000"/>
                </a:solidFill>
              </a:rPr>
              <a:t>Given</a:t>
            </a:r>
            <a:r>
              <a:rPr lang="en-US" sz="2400" b="1" dirty="0">
                <a:solidFill>
                  <a:srgbClr val="C00000"/>
                </a:solidFill>
              </a:rPr>
              <a:t> a noisy circuit, extract rates of different Pauli errors.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714D74E-B9CE-272C-7F24-E285196FCD6E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Cycle Error Reconstruction (CER)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89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DD05-17EA-6E30-A809-18CD0F5B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643D484-0B66-2F63-2813-DECEF1C7FBD0}"/>
              </a:ext>
            </a:extLst>
          </p:cNvPr>
          <p:cNvGrpSpPr/>
          <p:nvPr/>
        </p:nvGrpSpPr>
        <p:grpSpPr>
          <a:xfrm>
            <a:off x="258154" y="1654070"/>
            <a:ext cx="11674607" cy="1637536"/>
            <a:chOff x="258154" y="1654070"/>
            <a:chExt cx="11674607" cy="16375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9C49ED7-B5BB-288B-53DF-D28BAF90D0C3}"/>
                </a:ext>
              </a:extLst>
            </p:cNvPr>
            <p:cNvSpPr/>
            <p:nvPr/>
          </p:nvSpPr>
          <p:spPr>
            <a:xfrm>
              <a:off x="9608335" y="1685792"/>
              <a:ext cx="616894" cy="81883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F9B539-0192-0B6C-A78F-022616EE9FBB}"/>
                </a:ext>
              </a:extLst>
            </p:cNvPr>
            <p:cNvSpPr/>
            <p:nvPr/>
          </p:nvSpPr>
          <p:spPr>
            <a:xfrm>
              <a:off x="10929564" y="1680497"/>
              <a:ext cx="518984" cy="8188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6E8F12-2301-1F66-4C77-2C0B3FE0903D}"/>
                </a:ext>
              </a:extLst>
            </p:cNvPr>
            <p:cNvCxnSpPr/>
            <p:nvPr/>
          </p:nvCxnSpPr>
          <p:spPr>
            <a:xfrm>
              <a:off x="874056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1A84F1-FCCE-44F8-00CE-EF1A0ACEB2FD}"/>
                </a:ext>
              </a:extLst>
            </p:cNvPr>
            <p:cNvCxnSpPr/>
            <p:nvPr/>
          </p:nvCxnSpPr>
          <p:spPr>
            <a:xfrm>
              <a:off x="874056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0EE0D7-5299-4E64-E469-D0770B9C3390}"/>
                </a:ext>
              </a:extLst>
            </p:cNvPr>
            <p:cNvCxnSpPr/>
            <p:nvPr/>
          </p:nvCxnSpPr>
          <p:spPr>
            <a:xfrm>
              <a:off x="874056" y="3058624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D9B0A0-6EB0-50C6-62DF-1AB7652D0A1A}"/>
                </a:ext>
              </a:extLst>
            </p:cNvPr>
            <p:cNvSpPr/>
            <p:nvPr/>
          </p:nvSpPr>
          <p:spPr>
            <a:xfrm>
              <a:off x="2245656" y="1654070"/>
              <a:ext cx="1037968" cy="1592331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412C15-A2AE-C94A-4990-55BCF6CBC876}"/>
                </a:ext>
              </a:extLst>
            </p:cNvPr>
            <p:cNvCxnSpPr/>
            <p:nvPr/>
          </p:nvCxnSpPr>
          <p:spPr>
            <a:xfrm>
              <a:off x="3283624" y="1938276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8B92F7-10A5-8660-828F-4B19CAD58559}"/>
                </a:ext>
              </a:extLst>
            </p:cNvPr>
            <p:cNvCxnSpPr/>
            <p:nvPr/>
          </p:nvCxnSpPr>
          <p:spPr>
            <a:xfrm>
              <a:off x="3283624" y="2411952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980F87D-C8A3-932C-8C6A-1794CDBCDCEE}"/>
                </a:ext>
              </a:extLst>
            </p:cNvPr>
            <p:cNvCxnSpPr/>
            <p:nvPr/>
          </p:nvCxnSpPr>
          <p:spPr>
            <a:xfrm>
              <a:off x="3283624" y="304626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1476E6A-F0E8-5371-E2CD-89F8204E2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154" y="2247095"/>
              <a:ext cx="228600" cy="3175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6D346A-D243-9191-52DF-E74B376D8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200" y="2177002"/>
              <a:ext cx="825500" cy="4699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B2DCCB9-5E6C-7EFB-C6B0-561E83742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2799" y="1778148"/>
              <a:ext cx="3405145" cy="8188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1313A8-3937-A28B-AE09-E59438B03086}"/>
                    </a:ext>
                  </a:extLst>
                </p:cNvPr>
                <p:cNvSpPr txBox="1"/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Pauli decay rates: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CA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1313A8-3937-A28B-AE09-E59438B03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404" y="2813718"/>
                  <a:ext cx="3728136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2373" t="-7692" b="-256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7499CDD6-91CD-FDDC-FF20-5851E8123102}"/>
                </a:ext>
              </a:extLst>
            </p:cNvPr>
            <p:cNvCxnSpPr>
              <a:cxnSpLocks/>
              <a:stCxn id="19" idx="4"/>
              <a:endCxn id="20" idx="3"/>
            </p:cNvCxnSpPr>
            <p:nvPr/>
          </p:nvCxnSpPr>
          <p:spPr>
            <a:xfrm rot="5400000">
              <a:off x="9469143" y="2605023"/>
              <a:ext cx="548036" cy="347242"/>
            </a:xfrm>
            <a:prstGeom prst="curvedConnector2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0ABD8B-D0A7-4412-44CE-6D4A738FE0F0}"/>
                </a:ext>
              </a:extLst>
            </p:cNvPr>
            <p:cNvSpPr txBox="1"/>
            <p:nvPr/>
          </p:nvSpPr>
          <p:spPr>
            <a:xfrm>
              <a:off x="10294940" y="2784221"/>
              <a:ext cx="16378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Pauli Errors</a:t>
              </a:r>
            </a:p>
          </p:txBody>
        </p:sp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18D447CC-9C92-EDDD-12DA-75F3DFF54DB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11094817" y="2187565"/>
              <a:ext cx="223127" cy="668707"/>
            </a:xfrm>
            <a:prstGeom prst="curvedConnector4">
              <a:avLst>
                <a:gd name="adj1" fmla="val -102453"/>
                <a:gd name="adj2" fmla="val 80612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77739C-5AE8-3774-F07C-082CA2782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5215" y="2115081"/>
              <a:ext cx="436147" cy="58152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40465B1-7D22-B72B-3866-E0190A2B1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9130" y="2538460"/>
              <a:ext cx="63500" cy="4191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65FA1E2-001B-A33D-2A24-0B994903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66324" y="2530219"/>
              <a:ext cx="63500" cy="4191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672E62-7623-291D-A2AB-CBA78EA0C036}"/>
                  </a:ext>
                </a:extLst>
              </p:cNvPr>
              <p:cNvSpPr txBox="1"/>
              <p:nvPr/>
            </p:nvSpPr>
            <p:spPr>
              <a:xfrm>
                <a:off x="154794" y="3564277"/>
                <a:ext cx="12037206" cy="445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Cycle Error Reconstruction</a:t>
                </a:r>
                <a:r>
                  <a:rPr lang="en-US" sz="2200" b="1" dirty="0"/>
                  <a:t>: Experimental protocol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200" b="1" dirty="0"/>
                  <a:t> for </a:t>
                </a:r>
                <a14:m>
                  <m:oMath xmlns:m="http://schemas.openxmlformats.org/officeDocument/2006/math">
                    <m:r>
                      <a:rPr lang="en-CA" sz="2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sz="2200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b="1" dirty="0"/>
                  <a:t>qubit CPTP maps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ℇ</m:t>
                    </m:r>
                  </m:oMath>
                </a14:m>
                <a:r>
                  <a:rPr lang="en-US" sz="2200" b="1" dirty="0"/>
                  <a:t>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672E62-7623-291D-A2AB-CBA78EA0C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94" y="3564277"/>
                <a:ext cx="12037206" cy="445699"/>
              </a:xfrm>
              <a:prstGeom prst="rect">
                <a:avLst/>
              </a:prstGeom>
              <a:blipFill>
                <a:blip r:embed="rId8"/>
                <a:stretch>
                  <a:fillRect l="-632" t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D7EF67A-0187-285E-8815-F19AE634CF03}"/>
              </a:ext>
            </a:extLst>
          </p:cNvPr>
          <p:cNvGrpSpPr/>
          <p:nvPr/>
        </p:nvGrpSpPr>
        <p:grpSpPr>
          <a:xfrm>
            <a:off x="-59841" y="4248654"/>
            <a:ext cx="12481558" cy="2344571"/>
            <a:chOff x="-59841" y="4248654"/>
            <a:chExt cx="12481558" cy="23445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E9052CB-FC96-C492-7A42-26F4BA7B926D}"/>
                </a:ext>
              </a:extLst>
            </p:cNvPr>
            <p:cNvGrpSpPr/>
            <p:nvPr/>
          </p:nvGrpSpPr>
          <p:grpSpPr>
            <a:xfrm>
              <a:off x="532067" y="4248654"/>
              <a:ext cx="11162633" cy="1932575"/>
              <a:chOff x="532067" y="4248654"/>
              <a:chExt cx="11162633" cy="1932575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04B9A492-7D02-7709-AE66-AB5F198D86DC}"/>
                  </a:ext>
                </a:extLst>
              </p:cNvPr>
              <p:cNvCxnSpPr/>
              <p:nvPr/>
            </p:nvCxnSpPr>
            <p:spPr>
              <a:xfrm>
                <a:off x="1559003" y="4593206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FBB1094-4ADE-FEF2-4DC0-763393896E74}"/>
                  </a:ext>
                </a:extLst>
              </p:cNvPr>
              <p:cNvCxnSpPr/>
              <p:nvPr/>
            </p:nvCxnSpPr>
            <p:spPr>
              <a:xfrm>
                <a:off x="1559003" y="5066882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5123D53-65B6-E902-5E8B-3A24FF02F62F}"/>
                  </a:ext>
                </a:extLst>
              </p:cNvPr>
              <p:cNvCxnSpPr/>
              <p:nvPr/>
            </p:nvCxnSpPr>
            <p:spPr>
              <a:xfrm>
                <a:off x="1559003" y="5713554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451A071-4535-A835-7D33-06ADB197EE80}"/>
                  </a:ext>
                </a:extLst>
              </p:cNvPr>
              <p:cNvSpPr/>
              <p:nvPr/>
            </p:nvSpPr>
            <p:spPr>
              <a:xfrm>
                <a:off x="2930603" y="4309000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6706E71-B256-C317-02C7-DC294AB77887}"/>
                  </a:ext>
                </a:extLst>
              </p:cNvPr>
              <p:cNvCxnSpPr/>
              <p:nvPr/>
            </p:nvCxnSpPr>
            <p:spPr>
              <a:xfrm>
                <a:off x="3968571" y="4593206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A322CD3-278A-39D1-65E1-7F2019D70991}"/>
                  </a:ext>
                </a:extLst>
              </p:cNvPr>
              <p:cNvCxnSpPr/>
              <p:nvPr/>
            </p:nvCxnSpPr>
            <p:spPr>
              <a:xfrm>
                <a:off x="3968571" y="5066882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6BCB1FF-FF5B-2402-6771-280AA38DCFAD}"/>
                  </a:ext>
                </a:extLst>
              </p:cNvPr>
              <p:cNvCxnSpPr/>
              <p:nvPr/>
            </p:nvCxnSpPr>
            <p:spPr>
              <a:xfrm>
                <a:off x="3968571" y="5701197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6085CF5F-F837-A259-00AA-78C931AE6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3131716" y="4792918"/>
                <a:ext cx="692075" cy="567856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5C636CA-5B05-274D-62FB-8552886ADE67}"/>
                  </a:ext>
                </a:extLst>
              </p:cNvPr>
              <p:cNvSpPr/>
              <p:nvPr/>
            </p:nvSpPr>
            <p:spPr>
              <a:xfrm>
                <a:off x="5355438" y="4331907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9649C3A-1B5E-7AB1-E3B2-13FEF385CE08}"/>
                  </a:ext>
                </a:extLst>
              </p:cNvPr>
              <p:cNvCxnSpPr/>
              <p:nvPr/>
            </p:nvCxnSpPr>
            <p:spPr>
              <a:xfrm>
                <a:off x="6408673" y="4626348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B023EFD-B77B-F19E-45FD-18FDFBAD9051}"/>
                  </a:ext>
                </a:extLst>
              </p:cNvPr>
              <p:cNvCxnSpPr/>
              <p:nvPr/>
            </p:nvCxnSpPr>
            <p:spPr>
              <a:xfrm>
                <a:off x="6408673" y="5100024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93434AD-4456-8858-3093-1BBA7B35CE2B}"/>
                  </a:ext>
                </a:extLst>
              </p:cNvPr>
              <p:cNvCxnSpPr/>
              <p:nvPr/>
            </p:nvCxnSpPr>
            <p:spPr>
              <a:xfrm>
                <a:off x="6408673" y="5734339"/>
                <a:ext cx="13716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F11B24A-A8D3-AF94-AA45-39B4B19FC2C8}"/>
                  </a:ext>
                </a:extLst>
              </p:cNvPr>
              <p:cNvSpPr/>
              <p:nvPr/>
            </p:nvSpPr>
            <p:spPr>
              <a:xfrm>
                <a:off x="7755559" y="4363470"/>
                <a:ext cx="1037968" cy="1592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385F75F5-82F9-85F8-E189-0724506C8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3053" y="5196460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A9F1E1B-E58A-E2DB-5170-63578782D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733" y="4624769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45F6303-BD1B-0342-5FC5-3A5AB0650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733" y="5102072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A4B32CA-C6D1-2913-BD76-D5FF55B7B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3527" y="5724030"/>
                <a:ext cx="82103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A81DD59E-4B90-E4C4-92CD-42A92D0C5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60676" y="5196460"/>
                <a:ext cx="63500" cy="419100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D3D920B7-3E3F-81D1-624C-21F12A3CB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/>
              <a:stretch/>
            </p:blipFill>
            <p:spPr>
              <a:xfrm>
                <a:off x="532067" y="4954906"/>
                <a:ext cx="614989" cy="399204"/>
              </a:xfrm>
              <a:prstGeom prst="rect">
                <a:avLst/>
              </a:prstGeom>
            </p:spPr>
          </p:pic>
          <p:sp>
            <p:nvSpPr>
              <p:cNvPr id="67" name="Left Brace 66">
                <a:extLst>
                  <a:ext uri="{FF2B5EF4-FFF2-40B4-BE49-F238E27FC236}">
                    <a16:creationId xmlns:a16="http://schemas.microsoft.com/office/drawing/2014/main" id="{5E85C54B-3C9B-7B34-3E34-961C8082B0B1}"/>
                  </a:ext>
                </a:extLst>
              </p:cNvPr>
              <p:cNvSpPr/>
              <p:nvPr/>
            </p:nvSpPr>
            <p:spPr>
              <a:xfrm>
                <a:off x="1268646" y="4405515"/>
                <a:ext cx="243989" cy="1518723"/>
              </a:xfrm>
              <a:prstGeom prst="leftBrace">
                <a:avLst>
                  <a:gd name="adj1" fmla="val 80368"/>
                  <a:gd name="adj2" fmla="val 50000"/>
                </a:avLst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61DE7157-C505-9E1D-A03B-80BC36603590}"/>
                  </a:ext>
                </a:extLst>
              </p:cNvPr>
              <p:cNvSpPr/>
              <p:nvPr/>
            </p:nvSpPr>
            <p:spPr>
              <a:xfrm>
                <a:off x="9422772" y="4469188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E79C5CBC-89E3-650F-D53C-66C9913391DD}"/>
                  </a:ext>
                </a:extLst>
              </p:cNvPr>
              <p:cNvCxnSpPr/>
              <p:nvPr/>
            </p:nvCxnSpPr>
            <p:spPr>
              <a:xfrm flipV="1">
                <a:off x="9799654" y="4437659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29813063-DDA8-154A-3557-9D9334C7BC69}"/>
                  </a:ext>
                </a:extLst>
              </p:cNvPr>
              <p:cNvSpPr/>
              <p:nvPr/>
            </p:nvSpPr>
            <p:spPr>
              <a:xfrm>
                <a:off x="9409280" y="4942864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8C11B9C-3FEB-D0F1-3C4A-E5C21A38B283}"/>
                  </a:ext>
                </a:extLst>
              </p:cNvPr>
              <p:cNvCxnSpPr/>
              <p:nvPr/>
            </p:nvCxnSpPr>
            <p:spPr>
              <a:xfrm flipV="1">
                <a:off x="9786162" y="4911335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5A595A76-CC97-2A86-071B-3C185552713F}"/>
                  </a:ext>
                </a:extLst>
              </p:cNvPr>
              <p:cNvSpPr/>
              <p:nvPr/>
            </p:nvSpPr>
            <p:spPr>
              <a:xfrm>
                <a:off x="9422772" y="5575748"/>
                <a:ext cx="605481" cy="605481"/>
              </a:xfrm>
              <a:prstGeom prst="arc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F07D467-5AD0-4F3E-0473-696C3919361C}"/>
                  </a:ext>
                </a:extLst>
              </p:cNvPr>
              <p:cNvCxnSpPr/>
              <p:nvPr/>
            </p:nvCxnSpPr>
            <p:spPr>
              <a:xfrm flipV="1">
                <a:off x="9799654" y="5544219"/>
                <a:ext cx="302741" cy="25221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D1E8F8-E1CE-68F9-87D7-99D73D5998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5680" y="4248654"/>
                    <a:ext cx="60272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D1E8F8-E1CE-68F9-87D7-99D73D5998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5680" y="4248654"/>
                    <a:ext cx="60272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EA83DA5-0262-AE01-EFFF-42B97CFEB2D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0928" y="4736099"/>
                    <a:ext cx="61100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6EA83DA5-0262-AE01-EFFF-42B97CFEB2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0928" y="4736099"/>
                    <a:ext cx="611001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BB4C0FB-1DB7-0461-2C30-1A8B0D9988D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0928" y="5451944"/>
                    <a:ext cx="63312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ABB4C0FB-1DB7-0461-2C30-1A8B0D9988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0928" y="5451944"/>
                    <a:ext cx="633122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6E67509B-1A7F-F9FF-3C22-DC4788FA2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5623378" y="4796635"/>
                <a:ext cx="692075" cy="567856"/>
              </a:xfrm>
              <a:prstGeom prst="rect">
                <a:avLst/>
              </a:prstGeom>
            </p:spPr>
          </p:pic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D4E4B6F7-6169-7D56-87E9-2C45EA686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/>
              <a:stretch/>
            </p:blipFill>
            <p:spPr>
              <a:xfrm>
                <a:off x="7956035" y="4796635"/>
                <a:ext cx="692075" cy="567856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DDFAFBA-1638-7AD6-CD58-CB3376FFB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86745" y="5163545"/>
                <a:ext cx="63500" cy="419100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98D72C9E-A973-3FB1-2CCC-E384CAED4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9698" y="5175646"/>
                <a:ext cx="63500" cy="419100"/>
              </a:xfrm>
              <a:prstGeom prst="rect">
                <a:avLst/>
              </a:prstGeom>
            </p:spPr>
          </p:pic>
          <p:sp>
            <p:nvSpPr>
              <p:cNvPr id="109" name="Left Brace 108">
                <a:extLst>
                  <a:ext uri="{FF2B5EF4-FFF2-40B4-BE49-F238E27FC236}">
                    <a16:creationId xmlns:a16="http://schemas.microsoft.com/office/drawing/2014/main" id="{BB207EF7-E16E-BC9F-B7D9-9436A856CBA5}"/>
                  </a:ext>
                </a:extLst>
              </p:cNvPr>
              <p:cNvSpPr/>
              <p:nvPr/>
            </p:nvSpPr>
            <p:spPr>
              <a:xfrm rot="10800000">
                <a:off x="10745935" y="4359765"/>
                <a:ext cx="243989" cy="1518723"/>
              </a:xfrm>
              <a:prstGeom prst="leftBrace">
                <a:avLst>
                  <a:gd name="adj1" fmla="val 80368"/>
                  <a:gd name="adj2" fmla="val 50000"/>
                </a:avLst>
              </a:prstGeom>
              <a:ln w="571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24829C01-1634-191C-4B85-E8250CE28D13}"/>
                      </a:ext>
                    </a:extLst>
                  </p:cNvPr>
                  <p:cNvSpPr txBox="1"/>
                  <p:nvPr/>
                </p:nvSpPr>
                <p:spPr>
                  <a:xfrm>
                    <a:off x="11055679" y="4813059"/>
                    <a:ext cx="63902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24829C01-1634-191C-4B85-E8250CE28D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55679" y="4813059"/>
                    <a:ext cx="639021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FA7D36C-F20E-F68B-8780-84753DAE35BE}"/>
                    </a:ext>
                  </a:extLst>
                </p:cNvPr>
                <p:cNvSpPr txBox="1"/>
                <p:nvPr/>
              </p:nvSpPr>
              <p:spPr>
                <a:xfrm>
                  <a:off x="-59841" y="6051089"/>
                  <a:ext cx="12481558" cy="5421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4"/>
                      </a:solidFill>
                    </a:rPr>
                    <a:t>Nat Comm. 10, 5347 (2019), ACM Trans on Quantum Computing, 1, 1 (2020)</a:t>
                  </a:r>
                  <a:r>
                    <a:rPr lang="en-US" sz="2400" dirty="0"/>
                    <a:t>:  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lang="en-CA" sz="2800" b="1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CA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r>
                        <m:rPr>
                          <m:lit/>
                        </m:rPr>
                        <a:rPr lang="en-CA" sz="2800" b="1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CA" sz="2800" b="1" i="1" smtClean="0">
                          <a:latin typeface="Cambria Math" panose="02040503050406030204" pitchFamily="18" charset="0"/>
                        </a:rPr>
                        <m:t>→{</m:t>
                      </m:r>
                      <m:sSub>
                        <m:sSubPr>
                          <m:ctrlPr>
                            <a:rPr lang="en-CA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8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r>
                        <a:rPr lang="en-CA" sz="28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FA7D36C-F20E-F68B-8780-84753DAE3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9841" y="6051089"/>
                  <a:ext cx="12481558" cy="542136"/>
                </a:xfrm>
                <a:prstGeom prst="rect">
                  <a:avLst/>
                </a:prstGeom>
                <a:blipFill>
                  <a:blip r:embed="rId15"/>
                  <a:stretch>
                    <a:fillRect l="-813" b="-20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85A08C74-32EB-47C6-604F-42E63EB9DA9E}"/>
              </a:ext>
            </a:extLst>
          </p:cNvPr>
          <p:cNvSpPr txBox="1"/>
          <p:nvPr/>
        </p:nvSpPr>
        <p:spPr>
          <a:xfrm>
            <a:off x="396549" y="998729"/>
            <a:ext cx="91392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Goal: </a:t>
            </a:r>
            <a:r>
              <a:rPr lang="en-US" sz="2600" b="1" dirty="0">
                <a:solidFill>
                  <a:srgbClr val="C00000"/>
                </a:solidFill>
              </a:rPr>
              <a:t>Given</a:t>
            </a:r>
            <a:r>
              <a:rPr lang="en-US" sz="2400" b="1" dirty="0">
                <a:solidFill>
                  <a:srgbClr val="C00000"/>
                </a:solidFill>
              </a:rPr>
              <a:t> a noisy circuit, extract rates of different Pauli errors.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4C17B11-1340-CF5B-831A-74F09463CE00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Cycle Error Reconstruction (CER)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5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6EB3BB-403E-3545-6742-EE58D593489F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413FBD0-B5BD-0AE3-D14E-6585FD9EA603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A38680E-042E-DFB7-E0F2-A7F120E2DC15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1DAB7AD-E8FF-54ED-79E7-C1D186203810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DE6203D-1AE6-FFE5-1E18-1A220BE9AB92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F140DCCA-962E-22A5-3844-A114A000357F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902A5603-4FF2-3C35-5414-6F18DE4E7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EC2731E9-94D9-C470-4889-1E2196F3C5DC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47EF14EE-9987-4BD6-5EF4-E7F6EC3FD4F4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FA7BC0B9-D6DA-ECEB-0F30-A3E51DDAA1E9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13D2A262-41BC-FBF4-86E7-E4A526417B3D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5EB41634-9F27-9461-0356-770FDDB030C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5E4D1501-C229-0B0D-FC09-2313EEF8784A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34DAFC47-C730-7FC6-E2F0-66355B1BDE9B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1BC01F3D-26B6-4202-D0A7-5604C5AB2851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C3842D1C-73E8-EBC1-C9E4-3831A7AF48BF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39AA6FE5-EB54-078F-0C8F-9FDDF08C626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664FC6B-744B-E500-5D2A-629D2CB4E39C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09955831-7804-7A4A-2758-71A9FDB4A31A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AC059919-2EC2-A4FD-4818-24EF28DC85E1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DFED6C6E-E9BD-D201-9623-E87D8A276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DEE9A33-A4BC-3EA8-EBBB-B11143900E68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8B832784-CE92-A32D-CCDA-A983EBBA58E1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BBFE6818-5433-F31A-B16D-38723C36CC71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EBDF99A5-2D14-29E7-980E-BDEF70FD30C8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458B3F1F-2025-AEBE-74A5-CA2A2F44D5BA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B54821B4-BBBA-7736-66AC-49597E7139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A806C8CA-3669-A8C9-45BD-4F2366535612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F85B7E8-5516-205C-A20D-77BC873E33C3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989862F9-EFCC-AF13-E6A3-01EE0324D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2D05DE2-BA82-87BE-6190-68DC2DD8060B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D327C37C-2340-0EF9-C3AA-9D24038D5D86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0960F-5EDE-10A4-4846-6DDE3364793D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3FB68B1-F72F-FB80-9328-6B8719F17C4D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3D47EFA-CBCC-3980-9989-940841831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E60A6EC-47FB-7DDC-4031-7A7CEFDAE43A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B2744FE5-1724-BF3E-5ED3-499543740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3F3A34C-4AC6-97A5-C126-EABD40D48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98A32C09-9D9E-50C7-2EA6-011E0839C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35D865-4ED1-0D9D-2044-C917A48BF0EB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1568618-30B7-3C82-40FC-9E4D408FE730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5E26445-DBAA-D610-60B5-AAD6E19038B0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32A78C3F-6830-2989-47D3-D2CC98AF2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5CA5EBB-6246-854F-42E5-DC653FA39409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8BF88C0D-55E7-EFDA-85FA-D37A9B52E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5FDDD7B6-87A4-A28D-22C3-39222961C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CBAFBAC2-62C4-44D4-400D-B7A13EB10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C751AA0-5CA9-FC25-7757-819EDB5E2E41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42797CB-F94B-008A-B20A-967503C26705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A505396-918C-5E23-E82D-AB85B678BC99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E08D3BA-50A4-D5BC-49EF-EA63273017BD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C20CCB50-48F3-440D-34EE-42FB4F2F39E8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DE9B769-8D64-E50E-FE85-2A9374846D6B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55D3D46-F6AB-DE3D-79EA-6EEE7888B312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6C12BC4-DFA5-90A5-F96B-CE7EC0AAD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C2BDC8D-E8C4-5D93-F90D-F4B72BB95291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D9B27E65-94B5-2A3F-63BD-F7B5DD48B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6CF5B4A-50FD-0DC9-FC8E-ABF21F7ED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A118080-F28E-10B0-A5B2-FA3A919EE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D5ACE21-FAD7-DDA0-9841-D075D4C7C732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8D57063E-1643-4298-1CA8-8611F7EE4B84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95F1F01-7D2E-523E-9587-383EC4180770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1E4C530-24F7-EDB6-DC46-A74B07A3AB1A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302EC21D-C902-F249-1B49-E7ADC90C61C8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8DF28F2-0EF5-6D2C-6AF3-4218DAE4BB19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3B78DB5-213F-9376-8306-51F7D9F69D4C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3DEE73ED-FAE4-CD48-E19F-CC8CF6EBEA8F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0104A9D8-39DD-C6D8-6C74-B6D998F3E7A2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077D8064-1A8C-428C-8251-04B3E73B4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6D3FDA0-E786-8FCB-D7DA-9A538C5BA220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ED6C4AC4-2FDC-D21F-C11A-64AE31926DAF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FAC817F-5D85-A3E5-951A-6FE052519089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076064C3-0094-5F0E-2081-46DA00F26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CA2D6BD-E9FC-B44E-DF4A-4B227439C068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D816FEA6-FC31-AE40-F4B2-FD84AF583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63CDB8BB-1339-7043-F66D-793B0CFA0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ACF9D0F3-C057-7726-C02E-42FE4E031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502A2BBC-B68D-334A-3AFD-D2716D1AD9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0382F7-A1DF-981D-6CA7-7EA6EDA01053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4F62D58C-3DB9-5E6D-4CC3-972B1712E704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3557941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C855-A4B8-162A-1A04-7D9193F2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19BADE-ED4C-52A6-FEAC-1DD3FB8BFFF4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2C85B83-1D70-7ECB-7279-E306FB39D815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A0F935A-FF92-F404-96CC-219AC4EB7428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A63AEA6-226D-86DB-60FC-8040C9C5C465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B9063D4-5ED4-FB47-BF93-5FB71853B04A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C5703DA-1198-2448-B555-5249C2A5FAAE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33165F60-11C4-630B-AE68-990150796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DA1F56E2-FDBE-0F57-7521-A87CB61B9BE4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2F437D51-1585-87B4-FA9B-C66D663F2530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8B94F9AD-01D5-4CF1-E2A9-303047298593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6F159606-E220-B87E-8059-8691EE6B0056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34A3A4B9-AD96-E85F-34E8-3D5BA548E18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85AA4B6-53DC-0301-4DE7-5EC389EEB2AA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09D16B46-36AB-0B58-CF61-0F624B017F91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AF4312D-3890-496E-A6ED-B364D7267849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6970377D-DD8E-3800-F274-C69F3374DA06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EAB8896B-0401-6090-C29A-DCCCE6CE73F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C1EC077-B2BB-2CDD-2132-B585B9C744B0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94D8748-9181-C09D-2450-4CA1C8BFA024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589507FA-88FE-7911-4E89-6462FC90B297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130DC21F-A40B-9140-ECF8-C4C455FE90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DD1E37C2-677F-E3EB-8FBE-A73BE9F4381A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E6C27724-8D00-DFE9-6154-22A6F99B98DE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2C560A20-AE8E-1DD6-E10B-7D5405993726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B54BD2C-FCDA-CF92-00CF-613780C7A2BB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7CD07604-4BB0-E159-A724-DD657059F30F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3CB5403F-504D-F9A2-800E-0C6E465428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BF46626-E3A0-64A5-06F1-82BED491C092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C0E91CF-610B-BE96-41FF-AED757D7F45B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63E4EEAE-2B80-0EA7-1F73-90D33FE11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6F14866-18A9-DE76-E464-8ADA0502AD80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1E4CB234-63B2-11C2-2ADE-A6E462A544B2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BC3DF86-0390-B8B1-4CFB-9FA13BD133C8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ECD6FA6-CB11-E4BC-8BE8-7E8939D3ABE3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9EF3EC00-92D5-7434-962C-BC694816C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27D9508-733C-52DF-D189-EA5ED3520E7B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2970487-6F3C-A447-5A28-F1A9F3495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183EB195-8D82-E870-F1AB-5A0721581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CAC51880-A0A1-1060-7811-CABCD07AA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40BF1FE-2ECE-8DDD-A0EA-2962447CC6C0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42CE1E7-63AA-25BD-5546-B1B50955A416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8A5595C-5327-7A05-CDB0-83472610C0B8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0D998962-750D-27A4-24C4-578D03BD9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5A475EC-835B-9509-5316-FC72C828FBC6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0B1B57F4-A4F7-D189-B4ED-4E997DBBC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BFC0FB2D-0BD7-CD1D-8F49-39FEC4D6C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710FFC07-A8C6-7809-84E2-0529F33E2A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33DC151-640D-7F1F-544D-8435BDED26AF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C3DCF2A-BD92-ECE2-30C8-DB1874BBAAF6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A68B493-7206-39AD-C5B6-9CA5CD0E9B82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96190A7-5EBC-8803-E0AF-C2A5F2327745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A51986E-A400-1E76-F522-3A649172DDA3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8F1A8BA-EDB0-5795-B6A9-98D868304A20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DF2520C4-CBD3-1A7C-C585-E12D0F6B75FF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E6ADFD9-D1B1-7CAA-8982-9BF837E9D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7A92D4B-AB9D-00B0-9F1B-C76B668B5224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272DB1D8-E355-8025-3DCB-95F56CC50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04A12DDA-EA32-A07F-9C4A-A7FFC1AA8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C6B7DFA6-1125-891A-FCE1-0B10440DC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BA1B57C4-42D5-AD85-F69A-344EB82BA83D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86305BDC-9CE9-3A98-4DE0-2372D93D4B0B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608A2F8-505D-8E58-A45B-BE73A4820E59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B09E91B-79BF-5A54-6C47-13D776602A6D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805E0A9-C985-FAEA-E6C7-32191A6AEA98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5FE2D6C-15C7-9BFE-4C93-7F6E4956014B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AAC0246-4F59-333E-A41A-F8942B827BF8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61568BF-506F-7031-6FC5-2C87EA312749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44496C7F-B144-758E-2B96-C6B96009D472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8F88C6C8-1C4C-33C4-3BAF-63BB19EF8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028BFE-033B-52C4-2180-4ABAB4229049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EC27DF5-6C12-538C-05BF-9B2E6B96CD76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5FB7CF8-1861-637A-9023-B50E03E74D88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291EE1BD-B578-43A8-D56D-3127B2B0D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5C83FDED-6A86-D238-26DC-53C1EEE17604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3260055B-ACB1-FF5E-2076-DFFD46194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DF0D129D-CAA5-5875-DA35-B0CC27778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32BA1173-9D39-1236-D8A8-A8507267A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D1A55A61-03D8-BA9B-7D4A-8ED533F29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48509D1-8817-E11C-193F-6C889CD8DCFE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DECDE8-C913-0C7F-AE8F-79DE62A5D139}"/>
                  </a:ext>
                </a:extLst>
              </p:cNvPr>
              <p:cNvSpPr txBox="1"/>
              <p:nvPr/>
            </p:nvSpPr>
            <p:spPr>
              <a:xfrm>
                <a:off x="21617" y="5670393"/>
                <a:ext cx="121703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Decoder for Quantum Error Correction: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Given an error syndrome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, determine the most like class of Pauli errors that caused it.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DECDE8-C913-0C7F-AE8F-79DE62A5D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" y="5670393"/>
                <a:ext cx="12170383" cy="830997"/>
              </a:xfrm>
              <a:prstGeom prst="rect">
                <a:avLst/>
              </a:prstGeom>
              <a:blipFill>
                <a:blip r:embed="rId7"/>
                <a:stretch>
                  <a:fillRect l="-729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7F781FA7-B7C0-6089-5468-D59C1EECBC9E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154276" y="2506089"/>
            <a:ext cx="406761" cy="3440539"/>
          </a:xfrm>
          <a:prstGeom prst="curvedConnector2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4">
            <a:extLst>
              <a:ext uri="{FF2B5EF4-FFF2-40B4-BE49-F238E27FC236}">
                <a16:creationId xmlns:a16="http://schemas.microsoft.com/office/drawing/2014/main" id="{9C6CC880-B74D-1E29-7C81-00AD8D909DC4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1025575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1E48-51B3-2D35-AE81-3745E7BC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5D81C1-3346-A913-FA21-C5FFC50706FA}"/>
              </a:ext>
            </a:extLst>
          </p:cNvPr>
          <p:cNvGrpSpPr/>
          <p:nvPr/>
        </p:nvGrpSpPr>
        <p:grpSpPr>
          <a:xfrm>
            <a:off x="378414" y="1087618"/>
            <a:ext cx="11479774" cy="4201196"/>
            <a:chOff x="378414" y="1087618"/>
            <a:chExt cx="11479774" cy="42011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A8A9E4A-203F-DA3C-D49F-749AAACB5D67}"/>
                </a:ext>
              </a:extLst>
            </p:cNvPr>
            <p:cNvCxnSpPr/>
            <p:nvPr/>
          </p:nvCxnSpPr>
          <p:spPr>
            <a:xfrm>
              <a:off x="3368917" y="1888792"/>
              <a:ext cx="648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2E487D7-DFBA-7396-5CC4-0E4B3049E8FB}"/>
                </a:ext>
              </a:extLst>
            </p:cNvPr>
            <p:cNvCxnSpPr/>
            <p:nvPr/>
          </p:nvCxnSpPr>
          <p:spPr>
            <a:xfrm>
              <a:off x="5956076" y="3796023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E16777C-4503-BA28-F1EA-CCE751CDBB30}"/>
                </a:ext>
              </a:extLst>
            </p:cNvPr>
            <p:cNvCxnSpPr/>
            <p:nvPr/>
          </p:nvCxnSpPr>
          <p:spPr>
            <a:xfrm>
              <a:off x="5965911" y="4955122"/>
              <a:ext cx="437881" cy="0"/>
            </a:xfrm>
            <a:prstGeom prst="line">
              <a:avLst/>
            </a:prstGeom>
            <a:ln w="28575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AB1725-E249-1330-E2F6-888EEA2A792F}"/>
                </a:ext>
              </a:extLst>
            </p:cNvPr>
            <p:cNvCxnSpPr/>
            <p:nvPr/>
          </p:nvCxnSpPr>
          <p:spPr>
            <a:xfrm>
              <a:off x="5974853" y="3188304"/>
              <a:ext cx="1152000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248073B-63D2-3E22-94B8-E2DC169DA6C5}"/>
                </a:ext>
              </a:extLst>
            </p:cNvPr>
            <p:cNvGrpSpPr/>
            <p:nvPr/>
          </p:nvGrpSpPr>
          <p:grpSpPr>
            <a:xfrm>
              <a:off x="5974853" y="1566822"/>
              <a:ext cx="2179423" cy="3721992"/>
              <a:chOff x="5974853" y="1773858"/>
              <a:chExt cx="2179423" cy="372199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FFD90900-0175-83B6-9429-8BFA68411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53101" y="4384639"/>
                <a:ext cx="63500" cy="419100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C82C3E0-510A-887A-11F0-06B60FB0CD1E}"/>
                  </a:ext>
                </a:extLst>
              </p:cNvPr>
              <p:cNvGrpSpPr/>
              <p:nvPr/>
            </p:nvGrpSpPr>
            <p:grpSpPr>
              <a:xfrm>
                <a:off x="6393956" y="3788948"/>
                <a:ext cx="682580" cy="568459"/>
                <a:chOff x="9272789" y="991673"/>
                <a:chExt cx="682580" cy="568459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10CA3010-9EE5-CEBA-5F77-FD8B4DF685B1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365ABA52-EAC9-1ACB-E216-9066A4ACFACF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77A142E8-B562-1086-3168-67A80981E7E2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0" name="Straight Arrow Connector 89">
                    <a:extLst>
                      <a:ext uri="{FF2B5EF4-FFF2-40B4-BE49-F238E27FC236}">
                        <a16:creationId xmlns:a16="http://schemas.microsoft.com/office/drawing/2014/main" id="{A27C89E6-4D60-DEC8-9309-6439ACAFD20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198483D6-E32A-298C-FDCD-5A0E97CC635B}"/>
                  </a:ext>
                </a:extLst>
              </p:cNvPr>
              <p:cNvGrpSpPr/>
              <p:nvPr/>
            </p:nvGrpSpPr>
            <p:grpSpPr>
              <a:xfrm>
                <a:off x="6393956" y="4927391"/>
                <a:ext cx="682580" cy="568459"/>
                <a:chOff x="9272789" y="991673"/>
                <a:chExt cx="682580" cy="568459"/>
              </a:xfrm>
            </p:grpSpPr>
            <p:sp>
              <p:nvSpPr>
                <p:cNvPr id="92" name="Rounded Rectangle 91">
                  <a:extLst>
                    <a:ext uri="{FF2B5EF4-FFF2-40B4-BE49-F238E27FC236}">
                      <a16:creationId xmlns:a16="http://schemas.microsoft.com/office/drawing/2014/main" id="{8F48BF04-FF3B-EA22-A037-418CF7CEB0CB}"/>
                    </a:ext>
                  </a:extLst>
                </p:cNvPr>
                <p:cNvSpPr/>
                <p:nvPr/>
              </p:nvSpPr>
              <p:spPr>
                <a:xfrm>
                  <a:off x="9272789" y="991673"/>
                  <a:ext cx="682580" cy="46364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DE41A7A5-EF09-5796-1416-81CE3D8BE001}"/>
                    </a:ext>
                  </a:extLst>
                </p:cNvPr>
                <p:cNvGrpSpPr/>
                <p:nvPr/>
              </p:nvGrpSpPr>
              <p:grpSpPr>
                <a:xfrm>
                  <a:off x="9382924" y="1019220"/>
                  <a:ext cx="462310" cy="540912"/>
                  <a:chOff x="9131122" y="1687133"/>
                  <a:chExt cx="462310" cy="540912"/>
                </a:xfrm>
              </p:grpSpPr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496E7FF3-F6B9-4BFC-4423-1089863D03CF}"/>
                      </a:ext>
                    </a:extLst>
                  </p:cNvPr>
                  <p:cNvSpPr/>
                  <p:nvPr/>
                </p:nvSpPr>
                <p:spPr>
                  <a:xfrm>
                    <a:off x="9131122" y="1765735"/>
                    <a:ext cx="462310" cy="462310"/>
                  </a:xfrm>
                  <a:prstGeom prst="arc">
                    <a:avLst>
                      <a:gd name="adj1" fmla="val 10963573"/>
                      <a:gd name="adj2" fmla="val 67093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Arrow Connector 94">
                    <a:extLst>
                      <a:ext uri="{FF2B5EF4-FFF2-40B4-BE49-F238E27FC236}">
                        <a16:creationId xmlns:a16="http://schemas.microsoft.com/office/drawing/2014/main" id="{FFCB580C-E523-9C22-AA7E-551F419DD85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9362278" y="1687133"/>
                    <a:ext cx="151445" cy="30770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D567C27A-081E-7B95-19AC-5A73024E6783}"/>
                  </a:ext>
                </a:extLst>
              </p:cNvPr>
              <p:cNvCxnSpPr/>
              <p:nvPr/>
            </p:nvCxnSpPr>
            <p:spPr>
              <a:xfrm>
                <a:off x="5974853" y="212247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622267F-651B-7C19-0F77-272ECA1696D1}"/>
                  </a:ext>
                </a:extLst>
              </p:cNvPr>
              <p:cNvCxnSpPr/>
              <p:nvPr/>
            </p:nvCxnSpPr>
            <p:spPr>
              <a:xfrm>
                <a:off x="5974853" y="2511439"/>
                <a:ext cx="1152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1B0A50C4-56FE-6885-EDC4-BF7561727A67}"/>
                  </a:ext>
                </a:extLst>
              </p:cNvPr>
              <p:cNvGrpSpPr/>
              <p:nvPr/>
            </p:nvGrpSpPr>
            <p:grpSpPr>
              <a:xfrm>
                <a:off x="6550853" y="1773858"/>
                <a:ext cx="1603423" cy="3385353"/>
                <a:chOff x="6550853" y="1773858"/>
                <a:chExt cx="1603423" cy="3385353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4BE03235-F354-EB28-B55E-0D3EBEDFFC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03496" y="4384639"/>
                  <a:ext cx="63500" cy="419100"/>
                </a:xfrm>
                <a:prstGeom prst="rect">
                  <a:avLst/>
                </a:prstGeom>
              </p:spPr>
            </p:pic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384AD550-46ED-A074-362D-ECA0ACEF6ED3}"/>
                    </a:ext>
                  </a:extLst>
                </p:cNvPr>
                <p:cNvCxnSpPr/>
                <p:nvPr/>
              </p:nvCxnSpPr>
              <p:spPr>
                <a:xfrm>
                  <a:off x="7076536" y="4020768"/>
                  <a:ext cx="4378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09106129-DEA6-6B4A-A6C4-AF2E71C7D597}"/>
                    </a:ext>
                  </a:extLst>
                </p:cNvPr>
                <p:cNvCxnSpPr/>
                <p:nvPr/>
              </p:nvCxnSpPr>
              <p:spPr>
                <a:xfrm>
                  <a:off x="7076536" y="5159211"/>
                  <a:ext cx="704581" cy="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BF7C811F-A21C-C271-884E-7ECEF211DE98}"/>
                    </a:ext>
                  </a:extLst>
                </p:cNvPr>
                <p:cNvCxnSpPr/>
                <p:nvPr/>
              </p:nvCxnSpPr>
              <p:spPr>
                <a:xfrm>
                  <a:off x="7501537" y="3634853"/>
                  <a:ext cx="12880" cy="385915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A285E142-FACB-E3E8-B419-B61DA58ED2F9}"/>
                    </a:ext>
                  </a:extLst>
                </p:cNvPr>
                <p:cNvCxnSpPr/>
                <p:nvPr/>
              </p:nvCxnSpPr>
              <p:spPr>
                <a:xfrm>
                  <a:off x="7781117" y="3652392"/>
                  <a:ext cx="0" cy="1474350"/>
                </a:xfrm>
                <a:prstGeom prst="line">
                  <a:avLst/>
                </a:prstGeom>
                <a:ln w="85725" cmpd="dbl"/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ounded Rectangle 100">
                  <a:extLst>
                    <a:ext uri="{FF2B5EF4-FFF2-40B4-BE49-F238E27FC236}">
                      <a16:creationId xmlns:a16="http://schemas.microsoft.com/office/drawing/2014/main" id="{8DAE6B36-8D05-8BDC-7011-532A3C977500}"/>
                    </a:ext>
                  </a:extLst>
                </p:cNvPr>
                <p:cNvSpPr/>
                <p:nvPr/>
              </p:nvSpPr>
              <p:spPr>
                <a:xfrm>
                  <a:off x="7112076" y="1773858"/>
                  <a:ext cx="1042200" cy="1878534"/>
                </a:xfrm>
                <a:prstGeom prst="roundRect">
                  <a:avLst/>
                </a:prstGeom>
                <a:solidFill>
                  <a:srgbClr val="7030A0"/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2FC82AA3-F50A-147F-2DB3-305EF59D8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50853" y="2750502"/>
                  <a:ext cx="63500" cy="4191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C67E388-D1A4-DD60-29A4-A0D1756FA964}"/>
                </a:ext>
              </a:extLst>
            </p:cNvPr>
            <p:cNvGrpSpPr/>
            <p:nvPr/>
          </p:nvGrpSpPr>
          <p:grpSpPr>
            <a:xfrm>
              <a:off x="378414" y="1730042"/>
              <a:ext cx="1947315" cy="317500"/>
              <a:chOff x="378414" y="1937078"/>
              <a:chExt cx="1947315" cy="31750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1E2632D-8B2A-056E-C917-848B9BB55975}"/>
                  </a:ext>
                </a:extLst>
              </p:cNvPr>
              <p:cNvCxnSpPr/>
              <p:nvPr/>
            </p:nvCxnSpPr>
            <p:spPr>
              <a:xfrm>
                <a:off x="690112" y="2095828"/>
                <a:ext cx="163561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1762C482-2C94-D01C-67CF-C2D0EB130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414" y="1937078"/>
                <a:ext cx="228600" cy="317500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9AE63F7-8473-6EC6-9086-F5601EE2F0B3}"/>
                </a:ext>
              </a:extLst>
            </p:cNvPr>
            <p:cNvGrpSpPr/>
            <p:nvPr/>
          </p:nvGrpSpPr>
          <p:grpSpPr>
            <a:xfrm>
              <a:off x="1580538" y="1129653"/>
              <a:ext cx="2288961" cy="2315703"/>
              <a:chOff x="1580538" y="1336689"/>
              <a:chExt cx="2288961" cy="2315703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4E0B0780-408C-942C-E903-C15A93709412}"/>
                  </a:ext>
                </a:extLst>
              </p:cNvPr>
              <p:cNvSpPr/>
              <p:nvPr/>
            </p:nvSpPr>
            <p:spPr>
              <a:xfrm>
                <a:off x="2325729" y="1773858"/>
                <a:ext cx="1042200" cy="1878534"/>
              </a:xfrm>
              <a:prstGeom prst="roundRect">
                <a:avLst/>
              </a:prstGeom>
              <a:solidFill>
                <a:srgbClr val="FF40FF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40FF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DD976CA-2836-045C-C9E0-BFC2A671846B}"/>
                  </a:ext>
                </a:extLst>
              </p:cNvPr>
              <p:cNvCxnSpPr/>
              <p:nvPr/>
            </p:nvCxnSpPr>
            <p:spPr>
              <a:xfrm>
                <a:off x="18878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879A588-DA2F-F296-4B14-BE4EA2219F80}"/>
                  </a:ext>
                </a:extLst>
              </p:cNvPr>
              <p:cNvCxnSpPr/>
              <p:nvPr/>
            </p:nvCxnSpPr>
            <p:spPr>
              <a:xfrm>
                <a:off x="18878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49EC4AE5-521F-85DF-6931-7DADA1C0B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67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8A8DDB3-DD7C-9C43-5B6A-554E221022DE}"/>
                  </a:ext>
                </a:extLst>
              </p:cNvPr>
              <p:cNvCxnSpPr/>
              <p:nvPr/>
            </p:nvCxnSpPr>
            <p:spPr>
              <a:xfrm>
                <a:off x="18976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1E2AC08-9B3B-183C-697F-58B8017D89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64884F2-1149-2ED7-974A-C5718D5FE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52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BD13430A-F117-BFC9-E4A6-99CC0242B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538" y="3248039"/>
                <a:ext cx="228600" cy="2413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DC9AA0E-1327-2F28-717C-01001DC01775}"/>
                  </a:ext>
                </a:extLst>
              </p:cNvPr>
              <p:cNvSpPr txBox="1"/>
              <p:nvPr/>
            </p:nvSpPr>
            <p:spPr>
              <a:xfrm>
                <a:off x="2198599" y="1336689"/>
                <a:ext cx="16709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40FF"/>
                    </a:solidFill>
                    <a:latin typeface="Chalkboard" charset="0"/>
                    <a:ea typeface="Chalkboard" charset="0"/>
                    <a:cs typeface="Chalkboard" charset="0"/>
                  </a:rPr>
                  <a:t>Encoder</a:t>
                </a:r>
                <a:endParaRPr lang="en-US" sz="2400" dirty="0">
                  <a:solidFill>
                    <a:srgbClr val="FF40FF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B7AFCCAF-285D-5C99-8340-EA65DC445D96}"/>
                </a:ext>
              </a:extLst>
            </p:cNvPr>
            <p:cNvGrpSpPr/>
            <p:nvPr/>
          </p:nvGrpSpPr>
          <p:grpSpPr>
            <a:xfrm>
              <a:off x="3368917" y="1300427"/>
              <a:ext cx="1557838" cy="1988226"/>
              <a:chOff x="3368917" y="1507463"/>
              <a:chExt cx="1557838" cy="1988226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C0C01F1-172B-6C19-039F-705B8AEE8328}"/>
                  </a:ext>
                </a:extLst>
              </p:cNvPr>
              <p:cNvCxnSpPr/>
              <p:nvPr/>
            </p:nvCxnSpPr>
            <p:spPr>
              <a:xfrm>
                <a:off x="3368917" y="2469762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7D03140A-120D-BD91-084E-720D6BED7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3464" y="2753097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505CFA3-4AE5-BE48-6ABD-6645D80A5201}"/>
                  </a:ext>
                </a:extLst>
              </p:cNvPr>
              <p:cNvCxnSpPr/>
              <p:nvPr/>
            </p:nvCxnSpPr>
            <p:spPr>
              <a:xfrm>
                <a:off x="3382693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2BA5CB77-76F3-11B9-05D8-0DF45C4F7A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1968828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A356FCEF-895B-02DE-B4FD-0B38084ABF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2342762"/>
                <a:ext cx="190500" cy="254000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EB3AE579-188B-E566-050C-BFF495599B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255" y="3241689"/>
                <a:ext cx="190500" cy="254000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A46EBFE-576A-8D60-8450-EB83A82FD47D}"/>
                  </a:ext>
                </a:extLst>
              </p:cNvPr>
              <p:cNvCxnSpPr/>
              <p:nvPr/>
            </p:nvCxnSpPr>
            <p:spPr>
              <a:xfrm>
                <a:off x="4278755" y="209582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FECD2CF-5BD4-980B-66AC-D101A608CFB9}"/>
                  </a:ext>
                </a:extLst>
              </p:cNvPr>
              <p:cNvCxnSpPr/>
              <p:nvPr/>
            </p:nvCxnSpPr>
            <p:spPr>
              <a:xfrm>
                <a:off x="4278755" y="2484788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68F770D-8701-9964-46FD-B082281AF3E2}"/>
                  </a:ext>
                </a:extLst>
              </p:cNvPr>
              <p:cNvCxnSpPr/>
              <p:nvPr/>
            </p:nvCxnSpPr>
            <p:spPr>
              <a:xfrm>
                <a:off x="4278755" y="3368689"/>
                <a:ext cx="648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B0E944E-6208-E404-5C86-0FB3B12518D7}"/>
                  </a:ext>
                </a:extLst>
              </p:cNvPr>
              <p:cNvSpPr txBox="1"/>
              <p:nvPr/>
            </p:nvSpPr>
            <p:spPr>
              <a:xfrm>
                <a:off x="3596548" y="1507463"/>
                <a:ext cx="11291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Noise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9A24E1D-1477-8914-BA42-850273B5E98C}"/>
                </a:ext>
              </a:extLst>
            </p:cNvPr>
            <p:cNvGrpSpPr/>
            <p:nvPr/>
          </p:nvGrpSpPr>
          <p:grpSpPr>
            <a:xfrm>
              <a:off x="4184609" y="1101984"/>
              <a:ext cx="2412762" cy="4186830"/>
              <a:chOff x="4184609" y="1309020"/>
              <a:chExt cx="2412762" cy="418683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E38815D-3260-639E-1A05-87E62EDBB8F8}"/>
                  </a:ext>
                </a:extLst>
              </p:cNvPr>
              <p:cNvCxnSpPr/>
              <p:nvPr/>
            </p:nvCxnSpPr>
            <p:spPr>
              <a:xfrm>
                <a:off x="4491918" y="4001541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22FB0B6-5A78-6401-328F-CB3CA3A70FA8}"/>
                  </a:ext>
                </a:extLst>
              </p:cNvPr>
              <p:cNvCxnSpPr/>
              <p:nvPr/>
            </p:nvCxnSpPr>
            <p:spPr>
              <a:xfrm>
                <a:off x="4491917" y="4274143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48D8D56-6F41-4125-D113-92152E6BA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0857" y="4398371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DC4048E7-88A1-5221-47CF-AE189EF49BA4}"/>
                  </a:ext>
                </a:extLst>
              </p:cNvPr>
              <p:cNvCxnSpPr/>
              <p:nvPr/>
            </p:nvCxnSpPr>
            <p:spPr>
              <a:xfrm>
                <a:off x="4501753" y="5006092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7EAFEC38-8D6B-3EAA-A664-18D2257A8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7" y="3880891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347D90D7-36A2-834D-AAF4-187E0F1E3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96" y="4149200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412C953A-004D-599E-B63A-8D59F53C5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4609" y="4885442"/>
                <a:ext cx="228600" cy="241300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1581FDFB-8AFC-D267-5948-505787FC3E84}"/>
                  </a:ext>
                </a:extLst>
              </p:cNvPr>
              <p:cNvGrpSpPr/>
              <p:nvPr/>
            </p:nvGrpSpPr>
            <p:grpSpPr>
              <a:xfrm>
                <a:off x="4668232" y="1309020"/>
                <a:ext cx="1929139" cy="4186830"/>
                <a:chOff x="4668232" y="1309020"/>
                <a:chExt cx="1929139" cy="4186830"/>
              </a:xfrm>
            </p:grpSpPr>
            <p:sp>
              <p:nvSpPr>
                <p:cNvPr id="75" name="Rounded Rectangle 74">
                  <a:extLst>
                    <a:ext uri="{FF2B5EF4-FFF2-40B4-BE49-F238E27FC236}">
                      <a16:creationId xmlns:a16="http://schemas.microsoft.com/office/drawing/2014/main" id="{152295AB-A086-A161-61EE-50282433AE94}"/>
                    </a:ext>
                  </a:extLst>
                </p:cNvPr>
                <p:cNvSpPr/>
                <p:nvPr/>
              </p:nvSpPr>
              <p:spPr>
                <a:xfrm>
                  <a:off x="4926755" y="1773857"/>
                  <a:ext cx="1042200" cy="3721993"/>
                </a:xfrm>
                <a:prstGeom prst="round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F430B93B-2B07-604A-7605-F087D02D1AA9}"/>
                    </a:ext>
                  </a:extLst>
                </p:cNvPr>
                <p:cNvSpPr txBox="1"/>
                <p:nvPr/>
              </p:nvSpPr>
              <p:spPr>
                <a:xfrm>
                  <a:off x="4668232" y="1309020"/>
                  <a:ext cx="1929139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  <a:latin typeface="Chalkboard" charset="0"/>
                      <a:ea typeface="Chalkboard" charset="0"/>
                      <a:cs typeface="Chalkboard" charset="0"/>
                    </a:rPr>
                    <a:t>Syndrome</a:t>
                  </a:r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p:grp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3B02EB5-17D2-958D-A810-D122B56E3278}"/>
                </a:ext>
              </a:extLst>
            </p:cNvPr>
            <p:cNvSpPr txBox="1"/>
            <p:nvPr/>
          </p:nvSpPr>
          <p:spPr>
            <a:xfrm>
              <a:off x="6830825" y="1087618"/>
              <a:ext cx="1605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7030A0"/>
                  </a:solidFill>
                  <a:latin typeface="Chalkboard" charset="0"/>
                  <a:ea typeface="Chalkboard" charset="0"/>
                  <a:cs typeface="Chalkboard" charset="0"/>
                </a:rPr>
                <a:t>Decoder</a:t>
              </a:r>
              <a:endParaRPr lang="en-US" sz="2400" dirty="0">
                <a:solidFill>
                  <a:srgbClr val="7030A0"/>
                </a:solidFill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67E94F3-3016-245D-FBB0-37A2938815A5}"/>
                </a:ext>
              </a:extLst>
            </p:cNvPr>
            <p:cNvGrpSpPr/>
            <p:nvPr/>
          </p:nvGrpSpPr>
          <p:grpSpPr>
            <a:xfrm>
              <a:off x="8154276" y="1109665"/>
              <a:ext cx="3703912" cy="2318152"/>
              <a:chOff x="8154276" y="1316701"/>
              <a:chExt cx="3703912" cy="2318152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3977BEF-2239-AB5C-CA59-15474687E9E3}"/>
                  </a:ext>
                </a:extLst>
              </p:cNvPr>
              <p:cNvCxnSpPr/>
              <p:nvPr/>
            </p:nvCxnSpPr>
            <p:spPr>
              <a:xfrm>
                <a:off x="8154276" y="212247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E1A5C7D-C407-2784-5DE1-A8B2A852E3F1}"/>
                  </a:ext>
                </a:extLst>
              </p:cNvPr>
              <p:cNvCxnSpPr/>
              <p:nvPr/>
            </p:nvCxnSpPr>
            <p:spPr>
              <a:xfrm>
                <a:off x="8154276" y="2511439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B13C86A-D8A6-1E41-A53E-A158ACCEBEE5}"/>
                  </a:ext>
                </a:extLst>
              </p:cNvPr>
              <p:cNvCxnSpPr/>
              <p:nvPr/>
            </p:nvCxnSpPr>
            <p:spPr>
              <a:xfrm>
                <a:off x="8154276" y="3395340"/>
                <a:ext cx="720000" cy="0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3FD9D007-3179-6C2C-E4C8-A17E8FF2F2F0}"/>
                  </a:ext>
                </a:extLst>
              </p:cNvPr>
              <p:cNvSpPr/>
              <p:nvPr/>
            </p:nvSpPr>
            <p:spPr>
              <a:xfrm>
                <a:off x="8874547" y="1756319"/>
                <a:ext cx="1042200" cy="1878534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3EB8E282-2B8E-29DA-59C8-FC87FF803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252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BE091D6-0632-0BEA-7060-FC30D20F5B23}"/>
                  </a:ext>
                </a:extLst>
              </p:cNvPr>
              <p:cNvCxnSpPr/>
              <p:nvPr/>
            </p:nvCxnSpPr>
            <p:spPr>
              <a:xfrm>
                <a:off x="9926582" y="2122479"/>
                <a:ext cx="1539157" cy="0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73289048-4363-3978-7B39-E90E01E189DE}"/>
                  </a:ext>
                </a:extLst>
              </p:cNvPr>
              <p:cNvCxnSpPr/>
              <p:nvPr/>
            </p:nvCxnSpPr>
            <p:spPr>
              <a:xfrm>
                <a:off x="9916747" y="2364138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E678C803-60D6-67C4-2C03-88D32D5A33F2}"/>
                  </a:ext>
                </a:extLst>
              </p:cNvPr>
              <p:cNvCxnSpPr/>
              <p:nvPr/>
            </p:nvCxnSpPr>
            <p:spPr>
              <a:xfrm>
                <a:off x="9916746" y="2636740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6115B4E4-F903-279C-CCA2-080A0A53D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35686" y="2760968"/>
                <a:ext cx="63500" cy="419100"/>
              </a:xfrm>
              <a:prstGeom prst="rect">
                <a:avLst/>
              </a:prstGeom>
            </p:spPr>
          </p:pic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93A2567-913F-256A-4039-C48C8E7E1DDB}"/>
                  </a:ext>
                </a:extLst>
              </p:cNvPr>
              <p:cNvCxnSpPr/>
              <p:nvPr/>
            </p:nvCxnSpPr>
            <p:spPr>
              <a:xfrm>
                <a:off x="9926582" y="3368689"/>
                <a:ext cx="437881" cy="0"/>
              </a:xfrm>
              <a:prstGeom prst="line">
                <a:avLst/>
              </a:prstGeom>
              <a:ln w="28575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D9A53F0A-FFCA-C346-EF5D-1382507B3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6" y="2243488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2E23F5D8-E861-A6F1-055B-0AE5AB7B5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9265" y="2511797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B01D840B-AFFB-194E-B0E8-A69927032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58278" y="3248039"/>
                <a:ext cx="228600" cy="241300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610B746C-0497-A443-9054-4D3CDA7EA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27988" y="1860878"/>
                <a:ext cx="330200" cy="46990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F841589-C8C1-DD95-4C7A-8CC04D3A1B4F}"/>
                  </a:ext>
                </a:extLst>
              </p:cNvPr>
              <p:cNvSpPr txBox="1"/>
              <p:nvPr/>
            </p:nvSpPr>
            <p:spPr>
              <a:xfrm>
                <a:off x="8561038" y="1316701"/>
                <a:ext cx="21258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>
                    <a:solidFill>
                      <a:srgbClr val="C00000"/>
                    </a:solidFill>
                    <a:latin typeface="Chalkboard" charset="0"/>
                    <a:ea typeface="Chalkboard" charset="0"/>
                    <a:cs typeface="Chalkboard" charset="0"/>
                  </a:rPr>
                  <a:t>Unencoding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41B9BD-C310-F856-293D-30782BA1A50A}"/>
                  </a:ext>
                </a:extLst>
              </p:cNvPr>
              <p:cNvSpPr txBox="1"/>
              <p:nvPr/>
            </p:nvSpPr>
            <p:spPr>
              <a:xfrm>
                <a:off x="21617" y="5670393"/>
                <a:ext cx="1217038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Decoder for Quantum Error Correction: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Given an error syndrome </a:t>
                </a:r>
                <a14:m>
                  <m:oMath xmlns:m="http://schemas.openxmlformats.org/officeDocument/2006/math">
                    <m:r>
                      <a:rPr lang="en-CA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, determine the most like class of Pauli errors that caused it.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Can we also provide Pauli decay rates, specifically, single and two-qubit marginals?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41B9BD-C310-F856-293D-30782BA1A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" y="5670393"/>
                <a:ext cx="12170383" cy="1200329"/>
              </a:xfrm>
              <a:prstGeom prst="rect">
                <a:avLst/>
              </a:prstGeom>
              <a:blipFill>
                <a:blip r:embed="rId7"/>
                <a:stretch>
                  <a:fillRect l="-729" t="-421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1FFEC28C-24D1-BC32-0D21-0FC6B18AD75B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154276" y="2506089"/>
            <a:ext cx="406761" cy="3440539"/>
          </a:xfrm>
          <a:prstGeom prst="curvedConnector2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4">
            <a:extLst>
              <a:ext uri="{FF2B5EF4-FFF2-40B4-BE49-F238E27FC236}">
                <a16:creationId xmlns:a16="http://schemas.microsoft.com/office/drawing/2014/main" id="{1B3DB05C-37B1-B159-11E9-EB058BFA79BA}"/>
              </a:ext>
            </a:extLst>
          </p:cNvPr>
          <p:cNvSpPr txBox="1">
            <a:spLocks/>
          </p:cNvSpPr>
          <p:nvPr/>
        </p:nvSpPr>
        <p:spPr>
          <a:xfrm>
            <a:off x="1368311" y="129769"/>
            <a:ext cx="9175530" cy="77458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Can CER be useful to a decoder?</a:t>
            </a:r>
          </a:p>
        </p:txBody>
      </p:sp>
    </p:spTree>
    <p:extLst>
      <p:ext uri="{BB962C8B-B14F-4D97-AF65-F5344CB8AC3E}">
        <p14:creationId xmlns:p14="http://schemas.microsoft.com/office/powerpoint/2010/main" val="1161174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FEBB89-6BB8-AE69-F795-41A5128137B0}"/>
              </a:ext>
            </a:extLst>
          </p:cNvPr>
          <p:cNvSpPr txBox="1"/>
          <p:nvPr/>
        </p:nvSpPr>
        <p:spPr>
          <a:xfrm>
            <a:off x="1999846" y="0"/>
            <a:ext cx="81923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Quantum Error Correcting Codes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5123CD2-BD66-B276-F887-627D30FEE57F}"/>
              </a:ext>
            </a:extLst>
          </p:cNvPr>
          <p:cNvGrpSpPr/>
          <p:nvPr/>
        </p:nvGrpSpPr>
        <p:grpSpPr>
          <a:xfrm>
            <a:off x="207031" y="963689"/>
            <a:ext cx="5264190" cy="2792581"/>
            <a:chOff x="207031" y="963689"/>
            <a:chExt cx="5264190" cy="27925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7EBCED-E570-6434-7784-3BEBC7B9A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2496" y="1675481"/>
              <a:ext cx="3294995" cy="99536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0510215-EFE1-C1C7-3E17-3822BE5D5E0A}"/>
                    </a:ext>
                  </a:extLst>
                </p:cNvPr>
                <p:cNvSpPr txBox="1"/>
                <p:nvPr/>
              </p:nvSpPr>
              <p:spPr>
                <a:xfrm>
                  <a:off x="3987696" y="1675481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0510215-EFE1-C1C7-3E17-3822BE5D5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696" y="1675481"/>
                  <a:ext cx="426847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1429" r="-8571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AE2F74-306B-4719-DD7F-CC155A90B588}"/>
                    </a:ext>
                  </a:extLst>
                </p:cNvPr>
                <p:cNvSpPr txBox="1"/>
                <p:nvPr/>
              </p:nvSpPr>
              <p:spPr>
                <a:xfrm>
                  <a:off x="3987695" y="217316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AE2F74-306B-4719-DD7F-CC155A90B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695" y="217316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1429" r="-8571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DDE5BF4-21FB-5867-8ADB-6FFF917A6CBE}"/>
                    </a:ext>
                  </a:extLst>
                </p:cNvPr>
                <p:cNvSpPr txBox="1"/>
                <p:nvPr/>
              </p:nvSpPr>
              <p:spPr>
                <a:xfrm>
                  <a:off x="1601683" y="267084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DDE5BF4-21FB-5867-8ADB-6FFF917A6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683" y="2670844"/>
                  <a:ext cx="460511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8D556A-5D34-9968-DC5B-E2D7F3CE53CB}"/>
                    </a:ext>
                  </a:extLst>
                </p:cNvPr>
                <p:cNvSpPr txBox="1"/>
                <p:nvPr/>
              </p:nvSpPr>
              <p:spPr>
                <a:xfrm>
                  <a:off x="2129993" y="267084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8D556A-5D34-9968-DC5B-E2D7F3CE5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9993" y="2670844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F3C543C-E584-6630-31E2-6520B5A0E6D6}"/>
                    </a:ext>
                  </a:extLst>
                </p:cNvPr>
                <p:cNvSpPr txBox="1"/>
                <p:nvPr/>
              </p:nvSpPr>
              <p:spPr>
                <a:xfrm>
                  <a:off x="2763340" y="267084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F3C543C-E584-6630-31E2-6520B5A0E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3340" y="2670843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7EAEC9C-D616-362D-70F7-76502055614C}"/>
                    </a:ext>
                  </a:extLst>
                </p:cNvPr>
                <p:cNvSpPr txBox="1"/>
                <p:nvPr/>
              </p:nvSpPr>
              <p:spPr>
                <a:xfrm>
                  <a:off x="3316980" y="2670842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7EAEC9C-D616-362D-70F7-7650205561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980" y="2670842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3514" r="-5405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3361741-C70F-3021-F796-E8A5EB0A9B73}"/>
                </a:ext>
              </a:extLst>
            </p:cNvPr>
            <p:cNvSpPr txBox="1"/>
            <p:nvPr/>
          </p:nvSpPr>
          <p:spPr>
            <a:xfrm>
              <a:off x="223951" y="963689"/>
              <a:ext cx="5247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Classical codes: parity check matrix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3F93C84E-D107-1C08-C1E7-19B1EEE8DB45}"/>
                    </a:ext>
                  </a:extLst>
                </p:cNvPr>
                <p:cNvSpPr txBox="1"/>
                <p:nvPr/>
              </p:nvSpPr>
              <p:spPr>
                <a:xfrm>
                  <a:off x="207031" y="3325383"/>
                  <a:ext cx="511261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/>
                    <a:t>Codewords: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2200" dirty="0"/>
                    <a:t> such that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200" dirty="0"/>
                    <a:t>.</a:t>
                  </a:r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3F93C84E-D107-1C08-C1E7-19B1EEE8D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031" y="3325383"/>
                  <a:ext cx="5112618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485" t="-11765" r="-248" b="-2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B2BB50-4C3A-EF02-A227-91B1EDC00122}"/>
              </a:ext>
            </a:extLst>
          </p:cNvPr>
          <p:cNvGrpSpPr/>
          <p:nvPr/>
        </p:nvGrpSpPr>
        <p:grpSpPr>
          <a:xfrm>
            <a:off x="139705" y="4052892"/>
            <a:ext cx="5637634" cy="2448854"/>
            <a:chOff x="139705" y="4052892"/>
            <a:chExt cx="5637634" cy="24488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F29804-32DF-B92D-3D32-382B5EE4E24B}"/>
                </a:ext>
              </a:extLst>
            </p:cNvPr>
            <p:cNvSpPr/>
            <p:nvPr/>
          </p:nvSpPr>
          <p:spPr>
            <a:xfrm>
              <a:off x="1694812" y="481118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2BFD21-0B00-363B-A464-C13C10FA8C7A}"/>
                </a:ext>
              </a:extLst>
            </p:cNvPr>
            <p:cNvSpPr/>
            <p:nvPr/>
          </p:nvSpPr>
          <p:spPr>
            <a:xfrm>
              <a:off x="3052825" y="481118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95FE6A5-DE29-1312-A3F4-888382CE2119}"/>
                    </a:ext>
                  </a:extLst>
                </p:cNvPr>
                <p:cNvSpPr txBox="1"/>
                <p:nvPr/>
              </p:nvSpPr>
              <p:spPr>
                <a:xfrm>
                  <a:off x="1796275" y="483415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95FE6A5-DE29-1312-A3F4-888382CE21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6275" y="4834157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CB940C-AD18-FAD0-7F03-F9674ECAACBC}"/>
                    </a:ext>
                  </a:extLst>
                </p:cNvPr>
                <p:cNvSpPr txBox="1"/>
                <p:nvPr/>
              </p:nvSpPr>
              <p:spPr>
                <a:xfrm>
                  <a:off x="3154288" y="481117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CB940C-AD18-FAD0-7F03-F9674ECAA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288" y="4811179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1765" r="-1176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8629D8-C920-C42F-A94F-241B90D81A31}"/>
                </a:ext>
              </a:extLst>
            </p:cNvPr>
            <p:cNvSpPr/>
            <p:nvPr/>
          </p:nvSpPr>
          <p:spPr>
            <a:xfrm>
              <a:off x="317079" y="597310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0E7DC5-4A34-3260-A38E-D59DCEFC6D95}"/>
                </a:ext>
              </a:extLst>
            </p:cNvPr>
            <p:cNvSpPr/>
            <p:nvPr/>
          </p:nvSpPr>
          <p:spPr>
            <a:xfrm>
              <a:off x="1713943" y="597310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475AA2-460C-313E-4F17-D2F7BCDE9C48}"/>
                </a:ext>
              </a:extLst>
            </p:cNvPr>
            <p:cNvSpPr/>
            <p:nvPr/>
          </p:nvSpPr>
          <p:spPr>
            <a:xfrm>
              <a:off x="3110807" y="597310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4D060DB-DB4F-30CE-C467-D68DF4C20BD5}"/>
                </a:ext>
              </a:extLst>
            </p:cNvPr>
            <p:cNvSpPr/>
            <p:nvPr/>
          </p:nvSpPr>
          <p:spPr>
            <a:xfrm>
              <a:off x="4507671" y="597310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6F2508F-21A4-A610-5459-89932755DB01}"/>
                    </a:ext>
                  </a:extLst>
                </p:cNvPr>
                <p:cNvSpPr txBox="1"/>
                <p:nvPr/>
              </p:nvSpPr>
              <p:spPr>
                <a:xfrm>
                  <a:off x="385205" y="597310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6F2508F-21A4-A610-5459-89932755D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205" y="5973107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D5C0C8C-8945-F6EC-81E7-0EC7BB305745}"/>
                    </a:ext>
                  </a:extLst>
                </p:cNvPr>
                <p:cNvSpPr txBox="1"/>
                <p:nvPr/>
              </p:nvSpPr>
              <p:spPr>
                <a:xfrm>
                  <a:off x="1796275" y="597310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D5C0C8C-8945-F6EC-81E7-0EC7BB305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6275" y="5973106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24B56F-D977-A8B1-89E3-5AFF4495F20B}"/>
                    </a:ext>
                  </a:extLst>
                </p:cNvPr>
                <p:cNvSpPr txBox="1"/>
                <p:nvPr/>
              </p:nvSpPr>
              <p:spPr>
                <a:xfrm>
                  <a:off x="3164727" y="597310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24B56F-D977-A8B1-89E3-5AFF4495F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727" y="5973107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BD6EB9E-2F4B-ACA2-E221-722E8C5EAEAC}"/>
                    </a:ext>
                  </a:extLst>
                </p:cNvPr>
                <p:cNvSpPr txBox="1"/>
                <p:nvPr/>
              </p:nvSpPr>
              <p:spPr>
                <a:xfrm>
                  <a:off x="4575797" y="597310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BD6EB9E-2F4B-ACA2-E221-722E8C5EA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5797" y="5973106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811" r="-5405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DAD0551-CD3E-C052-E70F-10AC12DA81BB}"/>
                </a:ext>
              </a:extLst>
            </p:cNvPr>
            <p:cNvCxnSpPr>
              <a:stCxn id="19" idx="0"/>
              <a:endCxn id="5" idx="2"/>
            </p:cNvCxnSpPr>
            <p:nvPr/>
          </p:nvCxnSpPr>
          <p:spPr>
            <a:xfrm flipV="1">
              <a:off x="615461" y="533949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2970C9-8C8F-C224-B0D6-711D83E130DA}"/>
                </a:ext>
              </a:extLst>
            </p:cNvPr>
            <p:cNvCxnSpPr>
              <a:stCxn id="5" idx="2"/>
              <a:endCxn id="20" idx="0"/>
            </p:cNvCxnSpPr>
            <p:nvPr/>
          </p:nvCxnSpPr>
          <p:spPr>
            <a:xfrm>
              <a:off x="1958967" y="533949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C069E9-D4EB-FC9B-53BC-7E2710E3E00A}"/>
                </a:ext>
              </a:extLst>
            </p:cNvPr>
            <p:cNvCxnSpPr>
              <a:stCxn id="5" idx="2"/>
              <a:endCxn id="21" idx="0"/>
            </p:cNvCxnSpPr>
            <p:nvPr/>
          </p:nvCxnSpPr>
          <p:spPr>
            <a:xfrm>
              <a:off x="1958967" y="533949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F9CEA23-DC4B-C11E-B225-D3FC9A5C3393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2026531" y="533949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44D38-376B-282E-7E1B-DA641B9AE49F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3316980" y="533949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1A3A92-9885-E548-2FFD-F02F2EAB272C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3316980" y="533949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DFF1119-4B69-1FDC-B49F-B7ACB0EEC57E}"/>
                </a:ext>
              </a:extLst>
            </p:cNvPr>
            <p:cNvSpPr txBox="1"/>
            <p:nvPr/>
          </p:nvSpPr>
          <p:spPr>
            <a:xfrm>
              <a:off x="139705" y="4052892"/>
              <a:ext cx="56376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3"/>
                  </a:solidFill>
                </a:rPr>
                <a:t>Graphical representation: Tanner graph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90E52AD-52D9-51E4-3E8A-A2C3530A3DE5}"/>
              </a:ext>
            </a:extLst>
          </p:cNvPr>
          <p:cNvGrpSpPr/>
          <p:nvPr/>
        </p:nvGrpSpPr>
        <p:grpSpPr>
          <a:xfrm>
            <a:off x="6619141" y="963689"/>
            <a:ext cx="5628336" cy="2007806"/>
            <a:chOff x="6619141" y="963689"/>
            <a:chExt cx="5628336" cy="200780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98CCA7D-DA68-7B87-E634-E8637784553B}"/>
                </a:ext>
              </a:extLst>
            </p:cNvPr>
            <p:cNvSpPr txBox="1"/>
            <p:nvPr/>
          </p:nvSpPr>
          <p:spPr>
            <a:xfrm>
              <a:off x="6619141" y="963689"/>
              <a:ext cx="5099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Stabilizer codes: commuting Paulis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E6796E1-A38B-3653-8BA8-74DAAE7790DF}"/>
                    </a:ext>
                  </a:extLst>
                </p:cNvPr>
                <p:cNvSpPr txBox="1"/>
                <p:nvPr/>
              </p:nvSpPr>
              <p:spPr>
                <a:xfrm>
                  <a:off x="6619141" y="2540608"/>
                  <a:ext cx="562833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 err="1"/>
                    <a:t>Codespace</a:t>
                  </a:r>
                  <a:r>
                    <a:rPr lang="en-US" sz="2200" dirty="0"/>
                    <a:t>: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⟩∈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a14:m>
                  <a:r>
                    <a:rPr lang="en-US" sz="2200" dirty="0"/>
                    <a:t> such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⟩=|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E6796E1-A38B-3653-8BA8-74DAAE779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141" y="2540608"/>
                  <a:ext cx="5628336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351" t="-11765" b="-2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DD22864-3470-9883-CF45-CAAA4B0F17FA}"/>
                    </a:ext>
                  </a:extLst>
                </p:cNvPr>
                <p:cNvSpPr txBox="1"/>
                <p:nvPr/>
              </p:nvSpPr>
              <p:spPr>
                <a:xfrm>
                  <a:off x="6619141" y="1331136"/>
                  <a:ext cx="5154809" cy="10574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en-US" sz="2200" dirty="0"/>
                    <a:t> : Pauli operators X or Z-type.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200" dirty="0"/>
                    <a:t> : Stabilizers that mutually commute.</a:t>
                  </a: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DD22864-3470-9883-CF45-CAAA4B0F1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141" y="1331136"/>
                  <a:ext cx="5154809" cy="1057469"/>
                </a:xfrm>
                <a:prstGeom prst="rect">
                  <a:avLst/>
                </a:prstGeom>
                <a:blipFill>
                  <a:blip r:embed="rId17"/>
                  <a:stretch>
                    <a:fillRect l="-246" r="-739" b="-94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8CF10C5-4D94-F6E6-5A9D-5D9E94200FFF}"/>
              </a:ext>
            </a:extLst>
          </p:cNvPr>
          <p:cNvGrpSpPr/>
          <p:nvPr/>
        </p:nvGrpSpPr>
        <p:grpSpPr>
          <a:xfrm>
            <a:off x="6619141" y="3123498"/>
            <a:ext cx="5428346" cy="3756668"/>
            <a:chOff x="6619141" y="3123498"/>
            <a:chExt cx="5428346" cy="375666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9B7FADB-BD31-5900-DBE6-FB2D595295CE}"/>
                </a:ext>
              </a:extLst>
            </p:cNvPr>
            <p:cNvSpPr/>
            <p:nvPr/>
          </p:nvSpPr>
          <p:spPr>
            <a:xfrm>
              <a:off x="6672912" y="5277842"/>
              <a:ext cx="787940" cy="160232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AA750B5-91F1-6F14-0B5F-E7F8A2263F3F}"/>
                </a:ext>
              </a:extLst>
            </p:cNvPr>
            <p:cNvSpPr/>
            <p:nvPr/>
          </p:nvSpPr>
          <p:spPr>
            <a:xfrm>
              <a:off x="6677662" y="3726949"/>
              <a:ext cx="787940" cy="160232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D7C4535-9957-EDB0-71F6-D982079BCB32}"/>
                </a:ext>
              </a:extLst>
            </p:cNvPr>
            <p:cNvSpPr txBox="1"/>
            <p:nvPr/>
          </p:nvSpPr>
          <p:spPr>
            <a:xfrm>
              <a:off x="6619141" y="3123498"/>
              <a:ext cx="54283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3"/>
                  </a:solidFill>
                </a:rPr>
                <a:t>CSS Codes : stabilizers are X or Z type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378F3C24-5CF9-39FE-55E5-8562E30B97A8}"/>
                    </a:ext>
                  </a:extLst>
                </p:cNvPr>
                <p:cNvSpPr txBox="1"/>
                <p:nvPr/>
              </p:nvSpPr>
              <p:spPr>
                <a:xfrm>
                  <a:off x="6823105" y="3737166"/>
                  <a:ext cx="48936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378F3C24-5CF9-39FE-55E5-8562E30B9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3105" y="3737166"/>
                  <a:ext cx="489365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0513" r="-7692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E84072F-27FF-483C-55E3-0299329561FF}"/>
                    </a:ext>
                  </a:extLst>
                </p:cNvPr>
                <p:cNvSpPr txBox="1"/>
                <p:nvPr/>
              </p:nvSpPr>
              <p:spPr>
                <a:xfrm>
                  <a:off x="6822201" y="4250826"/>
                  <a:ext cx="48936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E84072F-27FF-483C-55E3-029932956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201" y="4250826"/>
                  <a:ext cx="489365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20513" r="-7692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8831A10-0339-B107-5D2B-E203D0ED7207}"/>
                    </a:ext>
                  </a:extLst>
                </p:cNvPr>
                <p:cNvSpPr txBox="1"/>
                <p:nvPr/>
              </p:nvSpPr>
              <p:spPr>
                <a:xfrm>
                  <a:off x="6823105" y="4747229"/>
                  <a:ext cx="48936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8831A10-0339-B107-5D2B-E203D0ED72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3105" y="4747229"/>
                  <a:ext cx="489365" cy="430887"/>
                </a:xfrm>
                <a:prstGeom prst="rect">
                  <a:avLst/>
                </a:prstGeom>
                <a:blipFill>
                  <a:blip r:embed="rId20"/>
                  <a:stretch>
                    <a:fillRect l="-20513" r="-7692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61AA4D5-C2C2-3A0E-B137-B817ED404592}"/>
                    </a:ext>
                  </a:extLst>
                </p:cNvPr>
                <p:cNvSpPr txBox="1"/>
                <p:nvPr/>
              </p:nvSpPr>
              <p:spPr>
                <a:xfrm>
                  <a:off x="6822201" y="5290073"/>
                  <a:ext cx="48936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61AA4D5-C2C2-3A0E-B137-B817ED404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201" y="5290073"/>
                  <a:ext cx="489365" cy="430887"/>
                </a:xfrm>
                <a:prstGeom prst="rect">
                  <a:avLst/>
                </a:prstGeom>
                <a:blipFill>
                  <a:blip r:embed="rId21"/>
                  <a:stretch>
                    <a:fillRect l="-20513" r="-7692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4B7EC855-8F75-47DE-351B-82A866BB3E14}"/>
                    </a:ext>
                  </a:extLst>
                </p:cNvPr>
                <p:cNvSpPr txBox="1"/>
                <p:nvPr/>
              </p:nvSpPr>
              <p:spPr>
                <a:xfrm>
                  <a:off x="6822200" y="5764845"/>
                  <a:ext cx="48936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4B7EC855-8F75-47DE-351B-82A866BB3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200" y="5764845"/>
                  <a:ext cx="489365" cy="430887"/>
                </a:xfrm>
                <a:prstGeom prst="rect">
                  <a:avLst/>
                </a:prstGeom>
                <a:blipFill>
                  <a:blip r:embed="rId22"/>
                  <a:stretch>
                    <a:fillRect l="-20513" r="-7692" b="-2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F8E589F-F475-1FEF-AD85-823A2D7E961A}"/>
                    </a:ext>
                  </a:extLst>
                </p:cNvPr>
                <p:cNvSpPr txBox="1"/>
                <p:nvPr/>
              </p:nvSpPr>
              <p:spPr>
                <a:xfrm>
                  <a:off x="6822200" y="6235258"/>
                  <a:ext cx="48936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F8E589F-F475-1FEF-AD85-823A2D7E9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200" y="6235258"/>
                  <a:ext cx="489365" cy="430887"/>
                </a:xfrm>
                <a:prstGeom prst="rect">
                  <a:avLst/>
                </a:prstGeom>
                <a:blipFill>
                  <a:blip r:embed="rId23"/>
                  <a:stretch>
                    <a:fillRect l="-20513" r="-7692" b="-2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12753B0-7B36-F150-B27F-55E779D62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708582" y="3968313"/>
              <a:ext cx="3853299" cy="1041432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9875FAF-2FF7-B512-BB81-6AF814C77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/>
            <a:stretch/>
          </p:blipFill>
          <p:spPr>
            <a:xfrm>
              <a:off x="7747312" y="5558288"/>
              <a:ext cx="3821254" cy="1041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15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0787F-01FB-C791-B137-066DBA8A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58220D-FB1B-5196-6DDA-740CCE66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F5B097-B3B8-E3DA-238D-BA9B66E2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929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6BCB-0C48-DF2E-5099-CDC130D8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CC862E-FC74-CA6E-5677-A0A5C7FD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759F93-2BAE-10C0-4063-81497A76B823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759F93-2BAE-10C0-4063-81497A76B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9D62D7C-1B7B-7C65-4E63-9442B557E3D8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4011F68-5E3A-C2FC-0FD4-9414A9C1C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3A6A5E-F9B6-93B6-D3A9-656DAF0EC19C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1E768C-74EC-98EC-CC1F-D082A1346656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1BD768-A18D-3893-D471-072DAE757EE8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1BD768-A18D-3893-D471-072DAE757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89ACA-189B-C19C-9A35-208C8950A278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89ACA-189B-C19C-9A35-208C8950A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DF5606F-32FB-D98B-4AEE-169485CD19AB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DF5606F-32FB-D98B-4AEE-169485CD1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5B0612-2B6E-2B33-2715-B6B198DBF08C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45B0612-2B6E-2B33-2715-B6B198DBF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173E01-0B05-8D89-32F0-7C5EEDD42CE8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173E01-0B05-8D89-32F0-7C5EEDD42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D55963-CC6D-7F7E-42D9-DEE2B4989ED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ED55963-CC6D-7F7E-42D9-DEE2B4989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0A2EC6D-2F73-14E5-598E-DBB99B3266D7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0A2EC6D-2F73-14E5-598E-DBB99B326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9DC277-3A5F-4FA8-D454-8FD014B140A0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9DC277-3A5F-4FA8-D454-8FD014B14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78A792-366E-6C50-847C-6F03E8088687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F618E3-FDA3-775F-45A5-62B468AC1381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601D91-9B49-216A-2287-EA1BF13B78FB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A117A6-0B20-7609-6908-92CF26E402B7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3E4D8F-6377-BE87-97AA-C709B5BCF797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63E4D8F-6377-BE87-97AA-C709B5BCF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0FF1-29A1-A13E-D732-9BD44A7CE5F0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0FF1-29A1-A13E-D732-9BD44A7CE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4171DF-F854-A9DB-45F0-953D88ABDB6B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4171DF-F854-A9DB-45F0-953D88ABD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9E54B1-CC05-955D-4400-E8CEF70966E5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9E54B1-CC05-955D-4400-E8CEF7096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1B3CCD-8C02-0398-B9F7-E6F2B06D82F3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2E900D-0914-5104-FCD6-0EA6E354439A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41EE247-8D21-C4FC-AF27-4609CE7C160C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53F74D5-F29F-9EA8-123B-C85F1C1DC581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769BFE-F937-5CCC-D32E-0BB487E50D75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E4A79-B13C-407E-9BE6-4B0EA8F99515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B272628-2ACE-5C65-0C14-D34F3A6C7D9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B541E0-2785-6102-8040-903FB189E076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514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AD6C-7FB6-74F2-DD80-F3324706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1483A3-3122-87A9-9650-C640F674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024F4-3F95-9E96-EBA4-156661CD1769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F024F4-3F95-9E96-EBA4-156661CD1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529E84A-8C87-30C6-FDDC-33DC03493A8B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C91F80-80AC-021D-ED7C-548F382ED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C42516D-08FC-A6EA-6FB2-16CBE84CD4C7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7B035A-1337-09FD-E261-19BB78DA31D5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1A9A28-6EC0-93AE-F3A0-3B8C65DAD574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01A9A28-6EC0-93AE-F3A0-3B8C65DAD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EA47DB9-D24D-6B9C-7191-650DCF87F95D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EA47DB9-D24D-6B9C-7191-650DCF87F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736982-F6F1-12FF-1B37-602B94E32E33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736982-F6F1-12FF-1B37-602B94E32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D49B7-082E-4456-B8E8-312EB42A7AC5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D49B7-082E-4456-B8E8-312EB42A7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5DEE000-9092-EAFB-E892-C7E74F9FCF2A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5DEE000-9092-EAFB-E892-C7E74F9FC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41BADD-017A-2EB3-91B9-53A46C241936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41BADD-017A-2EB3-91B9-53A46C241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855560A-8709-173D-1825-F9D3354ED3B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855560A-8709-173D-1825-F9D3354ED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B6F0E7-F0C4-0FA6-CBE5-E7C0852E5E33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AB6F0E7-F0C4-0FA6-CBE5-E7C0852E5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0EB64B-9A78-6053-FE75-FB4B927405A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820FB5-C5CC-EC7C-6A3C-5399B278786D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41CE24-2CCD-50A4-C8AD-4CD7B3262E2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EC29D8-8F4F-2D4D-2A0B-8F8C787B7D54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02D1B46-3FEF-0FC1-3C26-F600E7986FF3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02D1B46-3FEF-0FC1-3C26-F600E7986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35F075A-90F9-C5D1-6450-08D4ACB52721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35F075A-90F9-C5D1-6450-08D4ACB52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EF4DE8C-5C3A-84FA-4978-0FFF9E365244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EF4DE8C-5C3A-84FA-4978-0FFF9E365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3972C3-AA2E-B60D-F879-DAAD363A009D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3972C3-AA2E-B60D-F879-DAAD363A0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2936AF8-825F-D378-8179-8176FA52FFE9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CBC9595-3ABD-E0DB-4EFB-7107F9353B5C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878B346-2AC1-A2B2-7CEB-EE1B51AB2EF0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69C24F4-676A-1125-1FA1-3D4AE23A9ADC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0CACAD-4AFC-3D5C-856E-2734A4769D01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DDB7BF-5DEA-0248-DBC7-052DF3F597A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573757-F7BD-2499-B835-A0F78D9355B3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DC3A303-A6E0-1019-C29D-D10DF0B3984E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627C67-E8B2-CD3B-9338-7350B49406D0}"/>
              </a:ext>
            </a:extLst>
          </p:cNvPr>
          <p:cNvGrpSpPr/>
          <p:nvPr/>
        </p:nvGrpSpPr>
        <p:grpSpPr>
          <a:xfrm>
            <a:off x="120378" y="3177692"/>
            <a:ext cx="8152058" cy="948446"/>
            <a:chOff x="120378" y="3177692"/>
            <a:chExt cx="8152058" cy="9484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38E396E-EC4A-0AF1-A65A-5A1F7579F320}"/>
                </a:ext>
              </a:extLst>
            </p:cNvPr>
            <p:cNvSpPr/>
            <p:nvPr/>
          </p:nvSpPr>
          <p:spPr>
            <a:xfrm>
              <a:off x="4750131" y="3295141"/>
              <a:ext cx="603134" cy="41848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5E43305-81AC-6395-C4D6-7F4EEA133243}"/>
                    </a:ext>
                  </a:extLst>
                </p:cNvPr>
                <p:cNvSpPr txBox="1"/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Log Likelihood Ratio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5E43305-81AC-6395-C4D6-7F4EEA133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78" y="3301104"/>
                  <a:ext cx="5506700" cy="825034"/>
                </a:xfrm>
                <a:prstGeom prst="rect">
                  <a:avLst/>
                </a:prstGeom>
                <a:blipFill>
                  <a:blip r:embed="rId16"/>
                  <a:stretch>
                    <a:fillRect l="-1839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0003D6E-9859-0024-0DEC-BA3E22F23A3D}"/>
                    </a:ext>
                  </a:extLst>
                </p:cNvPr>
                <p:cNvSpPr txBox="1"/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Probability of X (Z) error on bit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0003D6E-9859-0024-0DEC-BA3E22F23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7471" y="3177692"/>
                  <a:ext cx="2364965" cy="830997"/>
                </a:xfrm>
                <a:prstGeom prst="rect">
                  <a:avLst/>
                </a:prstGeom>
                <a:blipFill>
                  <a:blip r:embed="rId17"/>
                  <a:stretch>
                    <a:fillRect l="-4278" t="-606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7DF64BCB-861B-740D-AA02-7C571AEBF91E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5304337" y="3348597"/>
              <a:ext cx="603134" cy="244594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7303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825D-1575-3B96-A39C-23F530D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1DD365-44D9-CD9B-F318-83701F47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D0B5C77-4B6F-E61A-47D9-598936A06096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752304-1A66-30BC-5034-9F4D35727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DAF9C5-8E4A-9842-8917-D26E195FC5BB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92364A-CE79-D235-F401-5B415C493C5A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E8BD82-9899-9053-2768-E02CA545DF9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FFE2941-936F-50AD-3D28-6B2BFAEFC0CC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C1235B-CF48-BC6A-5DB5-506B3AECF07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0F1DE80-E8FB-59D8-013E-38FE5C62E8E9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B6BA57-7A9D-C77E-3D74-3D1BB56F3ABA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3768F9-0425-C588-CBC1-AD25B15F48D6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1CAB9B-6289-E2C5-7F04-536B8F5D7176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6C4028-A972-8EB3-B806-F07689E2C87A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8C781DE-F41C-A5CC-458C-70ACC553D5C2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A9A61D-02C4-6995-EBB0-32E995F7BA4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8A5EBA-AF87-9E06-08D8-1AB5C4E44CC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BE235BF-7FD4-A98A-6274-C663E0C7FC3C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1AA92E-32C4-56A3-3DB9-D455CA5D6252}"/>
              </a:ext>
            </a:extLst>
          </p:cNvPr>
          <p:cNvGrpSpPr/>
          <p:nvPr/>
        </p:nvGrpSpPr>
        <p:grpSpPr>
          <a:xfrm>
            <a:off x="93872" y="4264412"/>
            <a:ext cx="11784916" cy="2453824"/>
            <a:chOff x="93872" y="4264412"/>
            <a:chExt cx="11784916" cy="2453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/>
                <p:nvPr/>
              </p:nvSpPr>
              <p:spPr>
                <a:xfrm>
                  <a:off x="138343" y="4457317"/>
                  <a:ext cx="6190605" cy="10899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supHide m:val="on"/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/>
                              <m:e>
                                <m:r>
                                  <a:rPr lang="en-US" sz="2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𝐭𝐚𝐧𝐡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2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𝒎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𝒗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→</m:t>
                                            </m:r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sz="22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sz="2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43" y="4457317"/>
                  <a:ext cx="6190605" cy="1089978"/>
                </a:xfrm>
                <a:prstGeom prst="rect">
                  <a:avLst/>
                </a:prstGeom>
                <a:blipFill>
                  <a:blip r:embed="rId16"/>
                  <a:stretch>
                    <a:fillRect t="-94253" b="-145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9411486-CF71-672F-F63C-7162B1A83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521" y="4711725"/>
              <a:ext cx="635898" cy="635898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F16993D-8CE4-D274-26D8-A94ED3F37A08}"/>
                </a:ext>
              </a:extLst>
            </p:cNvPr>
            <p:cNvCxnSpPr>
              <a:cxnSpLocks/>
            </p:cNvCxnSpPr>
            <p:nvPr/>
          </p:nvCxnSpPr>
          <p:spPr>
            <a:xfrm>
              <a:off x="10730685" y="4711725"/>
              <a:ext cx="712788" cy="61675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/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blipFill>
                  <a:blip r:embed="rId17"/>
                  <a:stretch>
                    <a:fillRect r="-283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/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blipFill>
                  <a:blip r:embed="rId18"/>
                  <a:stretch>
                    <a:fillRect r="-28767"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/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blipFill>
                  <a:blip r:embed="rId19"/>
                  <a:stretch>
                    <a:fillRect t="-138554" b="-1843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B94EA8B-21F0-CD54-7C28-88712696494B}"/>
                </a:ext>
              </a:extLst>
            </p:cNvPr>
            <p:cNvSpPr/>
            <p:nvPr/>
          </p:nvSpPr>
          <p:spPr>
            <a:xfrm>
              <a:off x="93872" y="4264412"/>
              <a:ext cx="6362971" cy="245382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0DBE79D6-2DAE-2446-04C4-B58F1A6FBA31}"/>
              </a:ext>
            </a:extLst>
          </p:cNvPr>
          <p:cNvSpPr/>
          <p:nvPr/>
        </p:nvSpPr>
        <p:spPr>
          <a:xfrm>
            <a:off x="4750131" y="3295141"/>
            <a:ext cx="603134" cy="4184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4CCEC99-6545-B480-21CE-DB1032ECCF83}"/>
                  </a:ext>
                </a:extLst>
              </p:cNvPr>
              <p:cNvSpPr txBox="1"/>
              <p:nvPr/>
            </p:nvSpPr>
            <p:spPr>
              <a:xfrm>
                <a:off x="120378" y="3301104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4CCEC99-6545-B480-21CE-DB1032ECC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78" y="3301104"/>
                <a:ext cx="5506700" cy="825034"/>
              </a:xfrm>
              <a:prstGeom prst="rect">
                <a:avLst/>
              </a:prstGeom>
              <a:blipFill>
                <a:blip r:embed="rId20"/>
                <a:stretch>
                  <a:fillRect l="-1839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5D14A0-7B6D-014C-AC3E-4781D1DE3556}"/>
                  </a:ext>
                </a:extLst>
              </p:cNvPr>
              <p:cNvSpPr txBox="1"/>
              <p:nvPr/>
            </p:nvSpPr>
            <p:spPr>
              <a:xfrm>
                <a:off x="5907471" y="3177692"/>
                <a:ext cx="236496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Probability of X (Z) error on bit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5D14A0-7B6D-014C-AC3E-4781D1DE3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71" y="3177692"/>
                <a:ext cx="2364965" cy="830997"/>
              </a:xfrm>
              <a:prstGeom prst="rect">
                <a:avLst/>
              </a:prstGeom>
              <a:blipFill>
                <a:blip r:embed="rId21"/>
                <a:stretch>
                  <a:fillRect l="-4278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137A535F-A22F-0739-07AE-043C12C9CAA2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5304337" y="3348597"/>
            <a:ext cx="603134" cy="24459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49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2FB0-A244-508A-A2FC-EF8ADF59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B840F9-44A1-60DB-5E9C-55255A1D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0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4A124B1-135B-36A6-1AED-08A4C835B366}"/>
              </a:ext>
            </a:extLst>
          </p:cNvPr>
          <p:cNvGrpSpPr/>
          <p:nvPr/>
        </p:nvGrpSpPr>
        <p:grpSpPr>
          <a:xfrm>
            <a:off x="209560" y="1830010"/>
            <a:ext cx="8069053" cy="4975396"/>
            <a:chOff x="209560" y="1830010"/>
            <a:chExt cx="8069053" cy="497539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2FE7BD-31C0-ECB6-3EAA-2E24F9D7336B}"/>
                    </a:ext>
                  </a:extLst>
                </p:cNvPr>
                <p:cNvSpPr txBox="1"/>
                <p:nvPr/>
              </p:nvSpPr>
              <p:spPr>
                <a:xfrm>
                  <a:off x="254031" y="2740155"/>
                  <a:ext cx="6605142" cy="885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1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1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  <m:sup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d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a:rPr lang="en-US" sz="21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sub>
                          <m:sup/>
                          <m:e>
                            <m:r>
                              <a:rPr lang="en-US" sz="21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  <m:r>
                              <a:rPr lang="en-US" sz="21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1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𝐭𝐚𝐧𝐡</m:t>
                            </m:r>
                            <m:d>
                              <m:dPr>
                                <m:ctrlPr>
                                  <a:rPr lang="en-US" sz="21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1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2100" b="1" i="1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100" b="1" i="1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𝒗</m:t>
                                            </m:r>
                                          </m:e>
                                          <m:sup>
                                            <m:r>
                                              <a:rPr lang="en-US" sz="2100" b="1" i="1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sub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sz="21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1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2FE7BD-31C0-ECB6-3EAA-2E24F9D73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031" y="2740155"/>
                  <a:ext cx="6605142" cy="885692"/>
                </a:xfrm>
                <a:prstGeom prst="rect">
                  <a:avLst/>
                </a:prstGeom>
                <a:blipFill>
                  <a:blip r:embed="rId11"/>
                  <a:stretch>
                    <a:fillRect l="-1154" t="-127143" r="-1346" b="-17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32634D5-12CB-09E2-03AB-39006EF5C09E}"/>
                    </a:ext>
                  </a:extLst>
                </p:cNvPr>
                <p:cNvSpPr txBox="1"/>
                <p:nvPr/>
              </p:nvSpPr>
              <p:spPr>
                <a:xfrm>
                  <a:off x="1415345" y="3869285"/>
                  <a:ext cx="4193712" cy="1033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32634D5-12CB-09E2-03AB-39006EF5C0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45" y="3869285"/>
                  <a:ext cx="4193712" cy="1033296"/>
                </a:xfrm>
                <a:prstGeom prst="rect">
                  <a:avLst/>
                </a:prstGeom>
                <a:blipFill>
                  <a:blip r:embed="rId12"/>
                  <a:stretch>
                    <a:fillRect l="-302" t="-140244" b="-1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4F20474-F55E-3E42-1CDF-6CF9853674C5}"/>
                </a:ext>
              </a:extLst>
            </p:cNvPr>
            <p:cNvSpPr/>
            <p:nvPr/>
          </p:nvSpPr>
          <p:spPr>
            <a:xfrm>
              <a:off x="209560" y="2547250"/>
              <a:ext cx="6605282" cy="245382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36B5B48-EB25-E2D2-AD42-643FB9DA1597}"/>
                    </a:ext>
                  </a:extLst>
                </p:cNvPr>
                <p:cNvSpPr txBox="1"/>
                <p:nvPr/>
              </p:nvSpPr>
              <p:spPr>
                <a:xfrm>
                  <a:off x="1562516" y="1830010"/>
                  <a:ext cx="3414012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600" dirty="0"/>
                    <a:t>Repeat for </a:t>
                  </a:r>
                  <a14:m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600" dirty="0"/>
                    <a:t> iterations</a:t>
                  </a:r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36B5B48-EB25-E2D2-AD42-643FB9DA1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516" y="1830010"/>
                  <a:ext cx="3414012" cy="492443"/>
                </a:xfrm>
                <a:prstGeom prst="rect">
                  <a:avLst/>
                </a:prstGeom>
                <a:blipFill>
                  <a:blip r:embed="rId13"/>
                  <a:stretch>
                    <a:fillRect l="-2963" t="-12821" r="-1111" b="-3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A2F6D17-47D1-E84C-B7E8-217B6611378F}"/>
                </a:ext>
              </a:extLst>
            </p:cNvPr>
            <p:cNvSpPr txBox="1"/>
            <p:nvPr/>
          </p:nvSpPr>
          <p:spPr>
            <a:xfrm>
              <a:off x="1562516" y="5225871"/>
              <a:ext cx="365279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Compute refined beliefs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4BE1698-DA2E-7BAE-9FC7-FCD64B6496EA}"/>
                    </a:ext>
                  </a:extLst>
                </p:cNvPr>
                <p:cNvSpPr txBox="1"/>
                <p:nvPr/>
              </p:nvSpPr>
              <p:spPr>
                <a:xfrm>
                  <a:off x="1562516" y="5690549"/>
                  <a:ext cx="3354573" cy="11148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60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dirty="0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4BE1698-DA2E-7BAE-9FC7-FCD64B649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516" y="5690549"/>
                  <a:ext cx="3354573" cy="1114857"/>
                </a:xfrm>
                <a:prstGeom prst="rect">
                  <a:avLst/>
                </a:prstGeom>
                <a:blipFill>
                  <a:blip r:embed="rId14"/>
                  <a:stretch>
                    <a:fillRect t="-124719" b="-1696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51B3A88-9DC9-CC2F-DB42-88E7BBBB51FD}"/>
                    </a:ext>
                  </a:extLst>
                </p:cNvPr>
                <p:cNvSpPr txBox="1"/>
                <p:nvPr/>
              </p:nvSpPr>
              <p:spPr>
                <a:xfrm>
                  <a:off x="5654433" y="5621500"/>
                  <a:ext cx="2624180" cy="499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600" b="1" i="1" dirty="0">
                      <a:solidFill>
                        <a:srgbClr val="FF0000"/>
                      </a:solidFill>
                    </a:rPr>
                    <a:t> : no error</a:t>
                  </a: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51B3A88-9DC9-CC2F-DB42-88E7BBBB5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4433" y="5621500"/>
                  <a:ext cx="2624180" cy="499560"/>
                </a:xfrm>
                <a:prstGeom prst="rect">
                  <a:avLst/>
                </a:prstGeom>
                <a:blipFill>
                  <a:blip r:embed="rId15"/>
                  <a:stretch>
                    <a:fillRect l="-966" t="-7500" r="-33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AAB6210-C4F3-6867-C773-747DC7A90775}"/>
                    </a:ext>
                  </a:extLst>
                </p:cNvPr>
                <p:cNvSpPr txBox="1"/>
                <p:nvPr/>
              </p:nvSpPr>
              <p:spPr>
                <a:xfrm>
                  <a:off x="5654433" y="6141480"/>
                  <a:ext cx="2173737" cy="499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600" b="1" i="1" dirty="0">
                      <a:solidFill>
                        <a:srgbClr val="FF0000"/>
                      </a:solidFill>
                    </a:rPr>
                    <a:t> : error</a:t>
                  </a:r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AAB6210-C4F3-6867-C773-747DC7A90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4433" y="6141480"/>
                  <a:ext cx="2173737" cy="499560"/>
                </a:xfrm>
                <a:prstGeom prst="rect">
                  <a:avLst/>
                </a:prstGeom>
                <a:blipFill>
                  <a:blip r:embed="rId16"/>
                  <a:stretch>
                    <a:fillRect l="-1163" t="-7500" r="-4070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889505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A422-572D-DEFC-D3B2-BC9F8969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E10807-0346-A675-70A7-E4B40F37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/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blipFill>
                <a:blip r:embed="rId3"/>
                <a:stretch>
                  <a:fillRect l="-302" t="-140244" b="-18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A1988F-DA64-91BF-019C-BAC8744B2E90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054CFC-8B6E-E67A-25B7-DDDA07EEA1CE}"/>
              </a:ext>
            </a:extLst>
          </p:cNvPr>
          <p:cNvGrpSpPr/>
          <p:nvPr/>
        </p:nvGrpSpPr>
        <p:grpSpPr>
          <a:xfrm>
            <a:off x="7429787" y="1350905"/>
            <a:ext cx="4563310" cy="5350348"/>
            <a:chOff x="7429787" y="1350905"/>
            <a:chExt cx="4563310" cy="535034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D7978AE7-34FC-2E49-208A-C59060F3DF25}"/>
                </a:ext>
              </a:extLst>
            </p:cNvPr>
            <p:cNvSpPr/>
            <p:nvPr/>
          </p:nvSpPr>
          <p:spPr>
            <a:xfrm>
              <a:off x="8410639" y="1350905"/>
              <a:ext cx="2660073" cy="380454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5BD4E-12C1-B3E1-5B2E-FE26F028794F}"/>
                </a:ext>
              </a:extLst>
            </p:cNvPr>
            <p:cNvSpPr/>
            <p:nvPr/>
          </p:nvSpPr>
          <p:spPr>
            <a:xfrm>
              <a:off x="8747354" y="1812403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719DAF-8E4C-1F1D-1F32-C07BED80A477}"/>
                </a:ext>
              </a:extLst>
            </p:cNvPr>
            <p:cNvSpPr/>
            <p:nvPr/>
          </p:nvSpPr>
          <p:spPr>
            <a:xfrm>
              <a:off x="8747354" y="2451691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DF6242-4DF9-AE26-38A3-1252B5D31C34}"/>
                </a:ext>
              </a:extLst>
            </p:cNvPr>
            <p:cNvSpPr/>
            <p:nvPr/>
          </p:nvSpPr>
          <p:spPr>
            <a:xfrm>
              <a:off x="8747354" y="3730267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7652ED-EF30-2555-D7CD-B19FC10ACCF9}"/>
                </a:ext>
              </a:extLst>
            </p:cNvPr>
            <p:cNvSpPr/>
            <p:nvPr/>
          </p:nvSpPr>
          <p:spPr>
            <a:xfrm>
              <a:off x="10289166" y="1781386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6CD5DD-21DE-C709-7AA5-BE960CAC6977}"/>
                </a:ext>
              </a:extLst>
            </p:cNvPr>
            <p:cNvSpPr/>
            <p:nvPr/>
          </p:nvSpPr>
          <p:spPr>
            <a:xfrm>
              <a:off x="10289166" y="242067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829012-BC90-760E-F972-89C69870F099}"/>
                </a:ext>
              </a:extLst>
            </p:cNvPr>
            <p:cNvSpPr/>
            <p:nvPr/>
          </p:nvSpPr>
          <p:spPr>
            <a:xfrm>
              <a:off x="10289166" y="369925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/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3E33A7-9601-269D-C765-5BFD66A48083}"/>
                </a:ext>
              </a:extLst>
            </p:cNvPr>
            <p:cNvSpPr/>
            <p:nvPr/>
          </p:nvSpPr>
          <p:spPr>
            <a:xfrm>
              <a:off x="7429787" y="181670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3ECA993-A315-CF83-6281-EFD6BE474473}"/>
                </a:ext>
              </a:extLst>
            </p:cNvPr>
            <p:cNvSpPr/>
            <p:nvPr/>
          </p:nvSpPr>
          <p:spPr>
            <a:xfrm>
              <a:off x="7429787" y="2455988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BF9A997-28D6-9EFD-9194-47C0C5259AB5}"/>
                </a:ext>
              </a:extLst>
            </p:cNvPr>
            <p:cNvSpPr/>
            <p:nvPr/>
          </p:nvSpPr>
          <p:spPr>
            <a:xfrm>
              <a:off x="7429787" y="373456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/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A1660A-EC5B-570C-A76D-75C4A738AE2C}"/>
                </a:ext>
              </a:extLst>
            </p:cNvPr>
            <p:cNvSpPr/>
            <p:nvPr/>
          </p:nvSpPr>
          <p:spPr>
            <a:xfrm>
              <a:off x="11601211" y="1781386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1B85B5-751A-86BC-E891-85173459AED9}"/>
                </a:ext>
              </a:extLst>
            </p:cNvPr>
            <p:cNvSpPr/>
            <p:nvPr/>
          </p:nvSpPr>
          <p:spPr>
            <a:xfrm>
              <a:off x="11601211" y="2420674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04DF84F-62CF-0047-43F0-B8880A7D85DB}"/>
                </a:ext>
              </a:extLst>
            </p:cNvPr>
            <p:cNvSpPr/>
            <p:nvPr/>
          </p:nvSpPr>
          <p:spPr>
            <a:xfrm>
              <a:off x="11601211" y="3699250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80CC4E-2279-FD91-A4F7-F1C680443690}"/>
                </a:ext>
              </a:extLst>
            </p:cNvPr>
            <p:cNvCxnSpPr>
              <a:stCxn id="22" idx="6"/>
              <a:endCxn id="3" idx="2"/>
            </p:cNvCxnSpPr>
            <p:nvPr/>
          </p:nvCxnSpPr>
          <p:spPr>
            <a:xfrm>
              <a:off x="7821673" y="2012643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A8BE34-F6BA-BECB-EB50-6CFDE4EE0A6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7821673" y="2651931"/>
              <a:ext cx="925681" cy="0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7DFBFB-292C-202D-9121-7E379E031D29}"/>
                </a:ext>
              </a:extLst>
            </p:cNvPr>
            <p:cNvCxnSpPr>
              <a:stCxn id="24" idx="6"/>
              <a:endCxn id="2" idx="2"/>
            </p:cNvCxnSpPr>
            <p:nvPr/>
          </p:nvCxnSpPr>
          <p:spPr>
            <a:xfrm flipV="1">
              <a:off x="7821673" y="2008346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8247B91-91FF-11B4-33BD-75E6A8B49DEE}"/>
                </a:ext>
              </a:extLst>
            </p:cNvPr>
            <p:cNvCxnSpPr>
              <a:stCxn id="22" idx="6"/>
            </p:cNvCxnSpPr>
            <p:nvPr/>
          </p:nvCxnSpPr>
          <p:spPr>
            <a:xfrm>
              <a:off x="7821673" y="2012643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1003E7-0C97-AB41-7277-F5A7E0AA7345}"/>
                </a:ext>
              </a:extLst>
            </p:cNvPr>
            <p:cNvCxnSpPr>
              <a:stCxn id="24" idx="6"/>
            </p:cNvCxnSpPr>
            <p:nvPr/>
          </p:nvCxnSpPr>
          <p:spPr>
            <a:xfrm flipV="1">
              <a:off x="7821673" y="2647634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624983-3DE0-DBDF-3CF9-4116CF5AD2C9}"/>
                </a:ext>
              </a:extLst>
            </p:cNvPr>
            <p:cNvCxnSpPr>
              <a:stCxn id="23" idx="6"/>
            </p:cNvCxnSpPr>
            <p:nvPr/>
          </p:nvCxnSpPr>
          <p:spPr>
            <a:xfrm>
              <a:off x="7821673" y="2651931"/>
              <a:ext cx="925681" cy="1252169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385FE0-4A42-2347-3164-C4C61D7DA563}"/>
                </a:ext>
              </a:extLst>
            </p:cNvPr>
            <p:cNvCxnSpPr/>
            <p:nvPr/>
          </p:nvCxnSpPr>
          <p:spPr>
            <a:xfrm>
              <a:off x="10675530" y="1986236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FE5D2AF-2D9C-9BA6-F264-102B91C92326}"/>
                </a:ext>
              </a:extLst>
            </p:cNvPr>
            <p:cNvCxnSpPr/>
            <p:nvPr/>
          </p:nvCxnSpPr>
          <p:spPr>
            <a:xfrm flipV="1">
              <a:off x="10675530" y="1981939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F62C0C8-A37D-F33D-95BD-EEFEA6512678}"/>
                </a:ext>
              </a:extLst>
            </p:cNvPr>
            <p:cNvCxnSpPr/>
            <p:nvPr/>
          </p:nvCxnSpPr>
          <p:spPr>
            <a:xfrm>
              <a:off x="10675530" y="1986236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C94E6B9-8564-2085-16FC-3F6F9C94BAB1}"/>
                </a:ext>
              </a:extLst>
            </p:cNvPr>
            <p:cNvCxnSpPr/>
            <p:nvPr/>
          </p:nvCxnSpPr>
          <p:spPr>
            <a:xfrm flipV="1">
              <a:off x="10675530" y="2621227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55BE35-58C7-227F-08B3-F06451D22EC6}"/>
                </a:ext>
              </a:extLst>
            </p:cNvPr>
            <p:cNvCxnSpPr/>
            <p:nvPr/>
          </p:nvCxnSpPr>
          <p:spPr>
            <a:xfrm>
              <a:off x="10675530" y="2625524"/>
              <a:ext cx="925681" cy="1252169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Graphic 48" descr="Stopwatch with solid fill">
              <a:extLst>
                <a:ext uri="{FF2B5EF4-FFF2-40B4-BE49-F238E27FC236}">
                  <a16:creationId xmlns:a16="http://schemas.microsoft.com/office/drawing/2014/main" id="{549711D8-B51F-B88B-F011-0130B69827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3475" y="5333578"/>
              <a:ext cx="914400" cy="914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/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sz="3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0E3D673-919D-4199-02DF-1FAE472C6A8D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9139240" y="2008346"/>
              <a:ext cx="1149926" cy="60827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7964CD5-3275-D235-E412-B56408EC0D06}"/>
                </a:ext>
              </a:extLst>
            </p:cNvPr>
            <p:cNvCxnSpPr>
              <a:stCxn id="3" idx="6"/>
            </p:cNvCxnSpPr>
            <p:nvPr/>
          </p:nvCxnSpPr>
          <p:spPr>
            <a:xfrm flipV="1">
              <a:off x="9139240" y="2008346"/>
              <a:ext cx="1149926" cy="6392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C86A605-6DEC-07E5-A9C7-6344C643AE11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 flipV="1">
              <a:off x="9139240" y="1977329"/>
              <a:ext cx="1149926" cy="194888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E973C76-9C6E-B8B6-D58B-E89C516EBA49}"/>
                </a:ext>
              </a:extLst>
            </p:cNvPr>
            <p:cNvCxnSpPr>
              <a:endCxn id="12" idx="2"/>
            </p:cNvCxnSpPr>
            <p:nvPr/>
          </p:nvCxnSpPr>
          <p:spPr>
            <a:xfrm>
              <a:off x="9139240" y="2647634"/>
              <a:ext cx="1149926" cy="1247559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63232F9-F11A-EEA9-DC4B-B76EA39F83E9}"/>
                </a:ext>
              </a:extLst>
            </p:cNvPr>
            <p:cNvCxnSpPr>
              <a:cxnSpLocks/>
              <a:stCxn id="6" idx="6"/>
              <a:endCxn id="12" idx="2"/>
            </p:cNvCxnSpPr>
            <p:nvPr/>
          </p:nvCxnSpPr>
          <p:spPr>
            <a:xfrm flipV="1">
              <a:off x="9139240" y="3895193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1C312C1-79C5-E639-98A8-4959704FE107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9139240" y="2616617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DB04A8B-C639-E3B3-7A5A-C5EF6F1EE014}"/>
                </a:ext>
              </a:extLst>
            </p:cNvPr>
            <p:cNvCxnSpPr>
              <a:stCxn id="2" idx="6"/>
              <a:endCxn id="9" idx="2"/>
            </p:cNvCxnSpPr>
            <p:nvPr/>
          </p:nvCxnSpPr>
          <p:spPr>
            <a:xfrm flipV="1">
              <a:off x="9139240" y="1977329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ight Arrow 67">
              <a:extLst>
                <a:ext uri="{FF2B5EF4-FFF2-40B4-BE49-F238E27FC236}">
                  <a16:creationId xmlns:a16="http://schemas.microsoft.com/office/drawing/2014/main" id="{915E8FC4-07B4-D138-FCAA-A54523F89FEF}"/>
                </a:ext>
              </a:extLst>
            </p:cNvPr>
            <p:cNvSpPr/>
            <p:nvPr/>
          </p:nvSpPr>
          <p:spPr>
            <a:xfrm>
              <a:off x="9099766" y="6283775"/>
              <a:ext cx="1385342" cy="407773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/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𝐭𝐢𝐦𝐞</m:t>
                        </m:r>
                      </m:oMath>
                    </m:oMathPara>
                  </a14:m>
                  <a:endParaRPr lang="en-US" sz="26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F1B00C6E-E6FC-DD2C-39DD-A115676A52C6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/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62C5B0-2B1B-5A00-C8A8-9DEB660811CB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62C5B0-2B1B-5A00-C8A8-9DEB6608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15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593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F7B-DB94-A0D2-9B03-A6C42DC4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5D4CA5-2551-F8FE-83CE-B7742EB5A708}"/>
              </a:ext>
            </a:extLst>
          </p:cNvPr>
          <p:cNvSpPr/>
          <p:nvPr/>
        </p:nvSpPr>
        <p:spPr>
          <a:xfrm>
            <a:off x="8410639" y="1350905"/>
            <a:ext cx="2660073" cy="38045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BC35A-464F-493D-4E15-8429677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2549A6-A74F-F10A-5638-64041EF96D06}"/>
              </a:ext>
            </a:extLst>
          </p:cNvPr>
          <p:cNvSpPr/>
          <p:nvPr/>
        </p:nvSpPr>
        <p:spPr>
          <a:xfrm>
            <a:off x="8747354" y="1812403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76B239-493A-03C2-8355-1703DD1B4C2A}"/>
              </a:ext>
            </a:extLst>
          </p:cNvPr>
          <p:cNvSpPr/>
          <p:nvPr/>
        </p:nvSpPr>
        <p:spPr>
          <a:xfrm>
            <a:off x="8747354" y="2451691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B63448-11E9-EF57-2E05-D3D38845B1F4}"/>
              </a:ext>
            </a:extLst>
          </p:cNvPr>
          <p:cNvSpPr/>
          <p:nvPr/>
        </p:nvSpPr>
        <p:spPr>
          <a:xfrm>
            <a:off x="8747354" y="3730267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627B3-DEBE-9EBA-B9BD-EAFA56B17E19}"/>
              </a:ext>
            </a:extLst>
          </p:cNvPr>
          <p:cNvSpPr/>
          <p:nvPr/>
        </p:nvSpPr>
        <p:spPr>
          <a:xfrm>
            <a:off x="10289166" y="1781386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EC7BAA-9666-4183-B509-6DB4380B6F4E}"/>
              </a:ext>
            </a:extLst>
          </p:cNvPr>
          <p:cNvSpPr/>
          <p:nvPr/>
        </p:nvSpPr>
        <p:spPr>
          <a:xfrm>
            <a:off x="10289166" y="242067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DE3C01-1C45-C0C3-D4F4-92CDE546E5E8}"/>
              </a:ext>
            </a:extLst>
          </p:cNvPr>
          <p:cNvSpPr/>
          <p:nvPr/>
        </p:nvSpPr>
        <p:spPr>
          <a:xfrm>
            <a:off x="10289166" y="369925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/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blipFill>
                <a:blip r:embed="rId3"/>
                <a:stretch>
                  <a:fillRect t="-138554" b="-185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782ACF-9D61-2ECE-F686-CCAA6B57AA93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/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7C28C68-9881-49A3-9F94-05CECDC7465A}"/>
              </a:ext>
            </a:extLst>
          </p:cNvPr>
          <p:cNvSpPr/>
          <p:nvPr/>
        </p:nvSpPr>
        <p:spPr>
          <a:xfrm>
            <a:off x="7429787" y="181670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09F3B8-40B3-F6FA-4FCD-1851E6537D24}"/>
              </a:ext>
            </a:extLst>
          </p:cNvPr>
          <p:cNvSpPr/>
          <p:nvPr/>
        </p:nvSpPr>
        <p:spPr>
          <a:xfrm>
            <a:off x="7429787" y="2455988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1C8F51-D4C8-7298-20A2-02BDC7FF8D5B}"/>
              </a:ext>
            </a:extLst>
          </p:cNvPr>
          <p:cNvSpPr/>
          <p:nvPr/>
        </p:nvSpPr>
        <p:spPr>
          <a:xfrm>
            <a:off x="7429787" y="373456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/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EE68DBD-8F45-1A7A-3E54-13F9A7451794}"/>
              </a:ext>
            </a:extLst>
          </p:cNvPr>
          <p:cNvSpPr/>
          <p:nvPr/>
        </p:nvSpPr>
        <p:spPr>
          <a:xfrm>
            <a:off x="11601211" y="1781386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90B7FB-729D-BAC9-7AFC-3E7D24B95820}"/>
              </a:ext>
            </a:extLst>
          </p:cNvPr>
          <p:cNvSpPr/>
          <p:nvPr/>
        </p:nvSpPr>
        <p:spPr>
          <a:xfrm>
            <a:off x="11601211" y="2420674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BF9188-40CA-069F-5EBB-005253F464A6}"/>
              </a:ext>
            </a:extLst>
          </p:cNvPr>
          <p:cNvSpPr/>
          <p:nvPr/>
        </p:nvSpPr>
        <p:spPr>
          <a:xfrm>
            <a:off x="11601211" y="3699250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9668AE-A5EE-2083-C5AF-70FBB4C1640F}"/>
              </a:ext>
            </a:extLst>
          </p:cNvPr>
          <p:cNvCxnSpPr>
            <a:stCxn id="22" idx="6"/>
            <a:endCxn id="3" idx="2"/>
          </p:cNvCxnSpPr>
          <p:nvPr/>
        </p:nvCxnSpPr>
        <p:spPr>
          <a:xfrm>
            <a:off x="7821673" y="2012643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61D702-2E39-14DC-83EA-6CCD48534650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7821673" y="2651931"/>
            <a:ext cx="925681" cy="0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3F3192-C6B4-FD10-E3F4-FBCD727FA3C9}"/>
              </a:ext>
            </a:extLst>
          </p:cNvPr>
          <p:cNvCxnSpPr>
            <a:stCxn id="24" idx="6"/>
            <a:endCxn id="2" idx="2"/>
          </p:cNvCxnSpPr>
          <p:nvPr/>
        </p:nvCxnSpPr>
        <p:spPr>
          <a:xfrm flipV="1">
            <a:off x="7821673" y="2008346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B5FB6A-AEA9-3ED8-C017-B195C8E0367A}"/>
              </a:ext>
            </a:extLst>
          </p:cNvPr>
          <p:cNvCxnSpPr>
            <a:stCxn id="22" idx="6"/>
          </p:cNvCxnSpPr>
          <p:nvPr/>
        </p:nvCxnSpPr>
        <p:spPr>
          <a:xfrm>
            <a:off x="7821673" y="2012643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ED75EE-3301-822C-F4AC-692F4C12D7E9}"/>
              </a:ext>
            </a:extLst>
          </p:cNvPr>
          <p:cNvCxnSpPr>
            <a:stCxn id="24" idx="6"/>
          </p:cNvCxnSpPr>
          <p:nvPr/>
        </p:nvCxnSpPr>
        <p:spPr>
          <a:xfrm flipV="1">
            <a:off x="7821673" y="2647634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A33F49-38E8-0ECB-6280-97435B17FF4B}"/>
              </a:ext>
            </a:extLst>
          </p:cNvPr>
          <p:cNvCxnSpPr>
            <a:stCxn id="23" idx="6"/>
          </p:cNvCxnSpPr>
          <p:nvPr/>
        </p:nvCxnSpPr>
        <p:spPr>
          <a:xfrm>
            <a:off x="7821673" y="2651931"/>
            <a:ext cx="925681" cy="125216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D09653-1166-BA7F-62C2-BB1FC621271A}"/>
              </a:ext>
            </a:extLst>
          </p:cNvPr>
          <p:cNvCxnSpPr/>
          <p:nvPr/>
        </p:nvCxnSpPr>
        <p:spPr>
          <a:xfrm>
            <a:off x="10675530" y="1986236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D701104-F54A-23CF-93BC-03FF8C5FF547}"/>
              </a:ext>
            </a:extLst>
          </p:cNvPr>
          <p:cNvCxnSpPr/>
          <p:nvPr/>
        </p:nvCxnSpPr>
        <p:spPr>
          <a:xfrm flipV="1">
            <a:off x="10675530" y="1981939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1B4364-A3A3-8753-5EBE-6FE9F705354B}"/>
              </a:ext>
            </a:extLst>
          </p:cNvPr>
          <p:cNvCxnSpPr/>
          <p:nvPr/>
        </p:nvCxnSpPr>
        <p:spPr>
          <a:xfrm>
            <a:off x="10675530" y="1986236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76E0C41-A364-2521-8404-EB9829E85CF4}"/>
              </a:ext>
            </a:extLst>
          </p:cNvPr>
          <p:cNvCxnSpPr/>
          <p:nvPr/>
        </p:nvCxnSpPr>
        <p:spPr>
          <a:xfrm flipV="1">
            <a:off x="10675530" y="2621227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B7D80-15E0-2EDE-5D7B-63BEA34D3002}"/>
              </a:ext>
            </a:extLst>
          </p:cNvPr>
          <p:cNvCxnSpPr/>
          <p:nvPr/>
        </p:nvCxnSpPr>
        <p:spPr>
          <a:xfrm>
            <a:off x="10675530" y="2625524"/>
            <a:ext cx="925681" cy="1252169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raphic 48" descr="Stopwatch with solid fill">
            <a:extLst>
              <a:ext uri="{FF2B5EF4-FFF2-40B4-BE49-F238E27FC236}">
                <a16:creationId xmlns:a16="http://schemas.microsoft.com/office/drawing/2014/main" id="{906C837C-64A5-EFBF-BCED-CED738782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475" y="533357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/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0EDF23-CA79-CF17-4EBC-65246022E727}"/>
              </a:ext>
            </a:extLst>
          </p:cNvPr>
          <p:cNvCxnSpPr>
            <a:stCxn id="2" idx="6"/>
          </p:cNvCxnSpPr>
          <p:nvPr/>
        </p:nvCxnSpPr>
        <p:spPr>
          <a:xfrm>
            <a:off x="9139240" y="2008346"/>
            <a:ext cx="1149926" cy="60827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AA6E656-D342-733D-FF96-4B4F36F8797D}"/>
              </a:ext>
            </a:extLst>
          </p:cNvPr>
          <p:cNvCxnSpPr>
            <a:stCxn id="3" idx="6"/>
          </p:cNvCxnSpPr>
          <p:nvPr/>
        </p:nvCxnSpPr>
        <p:spPr>
          <a:xfrm flipV="1">
            <a:off x="9139240" y="2008346"/>
            <a:ext cx="1149926" cy="639288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C05CCF2-8973-D652-EDA3-079D08BAE9DA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9139240" y="1977329"/>
            <a:ext cx="1149926" cy="194888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914177-6381-5FA5-5CCE-562FDBDC9D6B}"/>
              </a:ext>
            </a:extLst>
          </p:cNvPr>
          <p:cNvCxnSpPr>
            <a:endCxn id="12" idx="2"/>
          </p:cNvCxnSpPr>
          <p:nvPr/>
        </p:nvCxnSpPr>
        <p:spPr>
          <a:xfrm>
            <a:off x="9139240" y="2647634"/>
            <a:ext cx="1149926" cy="1247559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E083B8-32D3-8E3B-A918-44BF9364237A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9139240" y="3895193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9046E36-C639-1797-D1ED-22ECA6EABF34}"/>
              </a:ext>
            </a:extLst>
          </p:cNvPr>
          <p:cNvCxnSpPr>
            <a:endCxn id="10" idx="2"/>
          </p:cNvCxnSpPr>
          <p:nvPr/>
        </p:nvCxnSpPr>
        <p:spPr>
          <a:xfrm flipV="1">
            <a:off x="9139240" y="2616617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404A28-F7A6-4BC1-69A0-1AFDCD63C029}"/>
              </a:ext>
            </a:extLst>
          </p:cNvPr>
          <p:cNvCxnSpPr>
            <a:stCxn id="2" idx="6"/>
            <a:endCxn id="9" idx="2"/>
          </p:cNvCxnSpPr>
          <p:nvPr/>
        </p:nvCxnSpPr>
        <p:spPr>
          <a:xfrm flipV="1">
            <a:off x="9139240" y="1977329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ight Arrow 67">
            <a:extLst>
              <a:ext uri="{FF2B5EF4-FFF2-40B4-BE49-F238E27FC236}">
                <a16:creationId xmlns:a16="http://schemas.microsoft.com/office/drawing/2014/main" id="{87D94ECF-A01A-E1C5-1710-77C3801EC513}"/>
              </a:ext>
            </a:extLst>
          </p:cNvPr>
          <p:cNvSpPr/>
          <p:nvPr/>
        </p:nvSpPr>
        <p:spPr>
          <a:xfrm>
            <a:off x="9099766" y="6283775"/>
            <a:ext cx="1385342" cy="40777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/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𝐭𝐢𝐦𝐞</m:t>
                      </m:r>
                    </m:oMath>
                  </m:oMathPara>
                </a14:m>
                <a:endParaRPr lang="en-US" sz="2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76FDD3B5-D342-0298-C398-B968A95E08AC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/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/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blipFill>
                <a:blip r:embed="rId1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/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blipFill>
                <a:blip r:embed="rId1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BC5CCFD-F6DB-6A43-9A37-C0D192EE7DD6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7924612" y="1931242"/>
            <a:ext cx="558985" cy="249379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015AE87-6082-556E-7AF1-CF44F1CF4C63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0753926" y="1825523"/>
            <a:ext cx="913858" cy="144970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88296F-59FD-C45E-3644-B9372ED6548A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88296F-59FD-C45E-3644-B9372ED65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17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530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D22E-9269-58A5-0DEE-357BE901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C35088C-1C77-90BB-B107-BA139C4F4563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1A31E4-7379-4D61-CAC9-96433014B3EA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5B4BCE-0A07-FA13-C9EA-9F78EB19008A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A59918F-8682-A01D-05DE-A3EB4EF343CB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9686130-3484-7298-A609-707F8281DD82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2EDE020-2D99-14F2-66D5-1CDDC2B75760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895216E-1DB8-5E60-754B-F07F5A92806D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0A88EB3-EB89-D159-B401-69D077460814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32FB7D3-79F6-BA87-0FF1-4D78A3D301AD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B132C91-E81C-7A93-B28F-53FDF89D163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B132C91-E81C-7A93-B28F-53FDF89D16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AAE13E2-7481-D6F6-1F8C-FF7E4144B2E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AAE13E2-7481-D6F6-1F8C-FF7E4144B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3ACA18B-152C-EDFE-8129-BF3829596850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3ACA18B-152C-EDFE-8129-BF38295968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954513E-77B3-EAD1-6805-21E2E05896E0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223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73AF-1131-418B-071C-A81646E4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E267E81-A158-12EC-BC83-C5A097687879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491D1E-CEDE-D8BA-355A-47CE3F4FD88E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1674B8-6CE5-CC0B-A92E-6FE8A9A5DD91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F6287D2-BD68-5BB2-0669-CD3BF4A5BEC7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CD66CE1-7D6E-7226-3374-BC756B4DCD84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0566CF3-3867-8770-32F2-32A58CFF9612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265FCD5-36E6-13F1-209D-E19C8B407F7C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FFDE2D1-27A3-8AE9-D7F2-4A5B6072AE32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A6C5082-CC68-4440-E6DD-581CAB2EE1DC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266208-114D-8544-A983-65F75CE9655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FF266208-114D-8544-A983-65F75CE96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1CBC6C-C3BD-4BFA-2A57-B67D8CBAB1CF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1CBC6C-C3BD-4BFA-2A57-B67D8CBAB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5F6EA5B-2B34-75D5-90B7-6AD1551707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65F6EA5B-2B34-75D5-90B7-6AD1551707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93FAC3A-5F84-790D-5750-BCDF685D8DE3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C20A4BB-1EFD-9683-79B6-8E53AD7F7F83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1F4C7BA-DA2C-6AE3-EFFF-DA9F9EC5FE0A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98A2704-4DF4-411E-0281-AEEBCF30C1A0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8C0492-4BC7-E231-56AF-A17930BE7FA5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3D11C51B-5A23-3BF4-0D0B-6FAFDA6952F3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C57505B-AF01-8D7C-DF33-1E22DB2BDEE8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A3F16C3-4ED8-EF98-0C98-9B7E6A91C816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C2F870B-DD97-ECB8-71F5-7CA5412D48EB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0DA381E-3DDE-3C94-8EA5-7FF4A7B3B639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0EC28BF-A9FE-00CC-7BDE-AE8E71F7F9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E0EC28BF-A9FE-00CC-7BDE-AE8E71F7F9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D598AD16-9AC2-FA04-FD29-48F00EF819A9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3D30301-9EE4-3097-CAE5-78DE82DD4EDF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D51403-B91A-EBBC-A112-A99879E782CC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BDFFE45D-8E96-61E7-FEF3-915809EE1F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BDFFE45D-8E96-61E7-FEF3-915809EE1F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42D9279-CA56-E929-7E21-943B2FE23434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50A092F-FDDD-1224-C093-7BA5DBB71071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E60DA2A-EFC9-F334-677F-EAAB9FD9A972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3734DE7-ED52-CD1B-D607-0DBAEF5ED256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6D15B76-DA80-0C32-F75C-383E24D1CF3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87611A0-3CE8-B0DD-1353-4D91B4F462B7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3FFF382-5012-92BB-C649-025B17C90A62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8E1F747-74C4-CF54-D5ED-D0900DDF5AD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CDAD9FD-C80D-A365-1FBD-26BF69463D94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4F3E616-7526-707E-F700-48E9E8971628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94B095D-F076-3B6A-53B5-755E2CABD873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25EEB36-BB67-E5C6-0560-A0E35414076D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C903B7D-4EFE-1505-9E35-CA390308A77E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9F6B234-78F6-39F2-E9DB-3AC1EACC1549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5CAA215-7EB2-8251-776D-A7784505125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84D2077-F157-6B6B-0F60-D5AB2254F41E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F05283A-5128-AEE0-89AD-F17E3C84EDD2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2D3780B-250A-C316-DEAD-8B4038985D3F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81B22ED-F6D7-8F3D-26C6-B4935AAA83ED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B1BD55D-AD0A-C542-4FA6-A39C21FA8B4B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DE33C1F-F582-CB60-3D3A-93325F497685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1486968-0132-FD71-4C07-A0EFA591AA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1486968-0132-FD71-4C07-A0EFA591AA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21BC304-2680-C9EC-1B60-BAF981E038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21BC304-2680-C9EC-1B60-BAF981E038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EB82AC55-5556-F111-FC49-8010987D4A84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E9E4974-7E05-C3A5-4B51-2CB75F2BF69C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31C95E5-4F4D-0D14-56E5-2050A8E0A17D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2513A67-B025-E36C-C308-59C4D516CE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BB6C3AE-4565-5D4E-FB6A-0E48406646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BAAC9162-A231-6A82-8B9D-89AE2F0844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63CE3ACA-29FC-8019-96D4-FEB6379EC9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4CF4B5E-8794-C70E-146A-486C108BD0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5647EEE-43AA-DE1A-7975-267800689D56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C82E8924-5A82-4602-FF80-4EC45B3A9BFC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6AC04FAA-7003-A003-D17F-13A633F3477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A8829FF-A38E-B7D3-E70E-7C8EA8C3BC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80109FF8-3607-14C5-DDAB-A5B45EB971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2CDB225-BE18-6AB6-A5C0-BA94D3A23288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26D33A6D-8D0A-0267-54CC-947371247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EB32DE8-B8D7-331A-45B9-8CF738E7D1D5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741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EE81-55B9-D881-8C0D-BD1110A3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490FFB1-43A4-838B-C2C2-B96BAA2215A2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0928B2-A3A7-D1DF-F39C-F3363D384727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65A4B9-1E22-EF65-E611-7C2687FB50D8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A1DDBE0-43C0-7972-5773-A4C33DB5083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4F2C2F-E668-7C3B-EE28-0D14F6BC46E5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34F2C2F-E668-7C3B-EE28-0D14F6BC46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6A4F6F-70F0-D7A3-2F3F-6CA816681775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66A4F6F-70F0-D7A3-2F3F-6CA816681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C4A786-1F77-A744-DA21-FA280F8DF9EE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8128714-EA4A-E868-7FF1-A933481CC174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413F35-4841-AA3A-8E5E-66433BB50E3D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B3F0560-D3EB-CFC7-B60E-00BED4D58285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E77172-2543-3FA1-D97B-5EE21293327C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64CCCCD-C282-5AE0-6805-459DFEC312D7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A3CA1B-E0CC-724A-3C24-9E3CECF9E06D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384A1C-1CC9-08A4-1960-EFA1F10A7D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8384A1C-1CC9-08A4-1960-EFA1F10A7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A01FDF8-ABA9-6D06-6161-A47C889CE8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9A01FDF8-ABA9-6D06-6161-A47C889CE8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4FE0D40D-CB73-3151-578F-F75DD377064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4FE0D40D-CB73-3151-578F-F75DD37706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0E5E3F8-A4BC-8125-FA9C-E491A6999953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1B1FA9B-BAB2-95F1-FA49-E13DB9FF87BF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DBF1B0-45EB-0ED7-0737-0B42CD53C5FC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4B01423-B56A-0D8D-0CB9-1E27435F6F7A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21FA5F2-05C2-D2E8-4DCD-E6CA75AACDE3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88CFE3E-7F42-267B-DD63-73B4E5CD97F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28450DB-F6A1-D9F9-3437-9638309C2E09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E94BC2C-6623-0622-F57D-39A2E0A3B25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EE94BC2C-6623-0622-F57D-39A2E0A3B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90B41A1-86A6-404B-90FA-6180BC16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90B41A1-86A6-404B-90FA-6180BC16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24BD35-51FE-89B6-1802-1322E6CACF6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DE24BD35-51FE-89B6-1802-1322E6CACF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7E5BBA5-DA5C-244E-1A73-111DCCF56C5F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8B4542B-610E-C2D7-CCF0-2B2E464AF8E0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02ECC3E-8EC8-D291-B2A4-461B6F208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1F933825-68AC-52ED-E3E7-51874C479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01CC3175-751C-D759-326F-F0CE587396F2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A4388C-959D-DCED-8EF5-819A1663D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3ABA823-F1D9-3254-2BCE-5268CC444A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729AD9C-6301-6BD5-3A04-749505B07D10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3E3FB3-86C4-1EA3-13C5-258D1CF35D16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B5AD872-D7E6-DA87-1703-2020AE309869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7B5C87F-1AA8-5509-6DC1-7B16779317D8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4BA17EB-03EA-B136-B03B-29D7A691CFB6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166D9FB-CF75-1621-828C-C56CBA0854D9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4A2B4C3-8187-9B30-3BF1-1D47233A090F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7D04833-D429-A6E5-E5E4-8979C5ED8C4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BC432AA-972E-56B0-12CC-DDFF1B71C570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8A7E6BA-3EA6-C109-725A-F3393B557997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26A5294-8944-6BDA-3C6E-11117ABEFE24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BB59D9A-7CF0-19D1-A2A9-3966DF37405E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02E602C6-DDDB-D1AF-76AD-8ABEF9E40A6C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A4EAD79-AF5E-5B80-13F1-04B6E0F1A23B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DD44EBE-7930-381E-EAC1-0230C3EF39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DD44EBE-7930-381E-EAC1-0230C3EF39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A460E12-A2C9-E786-4AC2-F14B76DB6B28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ACCEFC6-7793-D4D5-1ACF-F4D416C233E1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DB70417-8DB9-AB28-E89F-6E5865F667E5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69E3752-CC1A-A597-435F-C19DA532BF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69E3752-CC1A-A597-435F-C19DA532BF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CFF0B8E-10AC-0011-C96F-A478CFE71DEC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86AEACC-A621-78F3-C274-B8723EB1BC5C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AFC124F-6986-9234-8A50-CB9DDFED244B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7E316D5-D0F6-C8E4-E8F0-654663B16EDA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5AAB574-8FD3-749B-F971-D23FFA9F3C4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7EAABCB-0F5A-31DA-80A3-C8B4517D1B31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2C433DD-6276-BF5A-4226-F1F6998005CA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E60A88E-9605-3746-78BF-D3DB00A93FD4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9F93A5B-682D-6413-F2BF-E0FCCFB3264A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D8B0B8E-9B0D-A470-24AC-6431DA16AB6D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BB51B2F-72FE-9C91-23C9-817E5A2E958C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0390A97-5397-8619-7228-C736A7298EC4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21AD7F8-657E-4C0C-DC2D-5AE49C907836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93B0844-EEC8-C31C-FA8E-43BAC5E07153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4900513-914E-B893-7869-8FE6D6D80F7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D676EEE-7632-DF8A-AD17-CBEAAE74628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767600AD-7EFA-2243-8022-D2F9A09CE23A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591C308-F0F5-8C82-10BD-19E1F26810E2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934FB8A2-BD2C-CEE9-DDD5-B22EA2CAAE02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7C4F6E2-002A-29CF-7418-942AD95244F9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315444C-8210-EEDA-D890-A0BD38B27226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243AFC4-7AC6-DCF7-5C1D-8D6B395973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243AFC4-7AC6-DCF7-5C1D-8D6B395973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1F1A0C24-0951-FDCD-0A1B-2FC61857E4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1F1A0C24-0951-FDCD-0A1B-2FC61857E4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05114CF1-AA75-867A-765B-E5D599AD64CB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8240F892-5850-BF53-A853-58E618C903DE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3D00799-7FFC-0431-0B2D-87D445D0B3E0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5CFC7D3-B6EF-45F4-AC1A-504EE2505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13AFF5F-01C6-ACCB-1DB5-DE631B669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602FA20-149D-1BD3-A4D0-511546CEC9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65FAADD-BA62-CDDD-86AE-43E043660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B6881BF-C0F4-91DF-D546-A80848437D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58AA3E13-82D0-E821-BB19-269A4E4772BC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EB8DE1F5-2F74-CC2F-AA10-246FFF8F0BC3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5C3FF8BE-DB14-19C1-ED36-4F255428796F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F43D70F-0B9E-DBDD-9CC2-0AB41F085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604BC312-6515-637C-7B37-09F19F8A0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BA66532-9EC4-F534-5B88-70F75CAEF68B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0FB595B-7BF4-23B3-A720-351EEF907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5DE568D-D899-7A3A-225B-B62B84A4767F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595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F45A-99CB-B3ED-D110-2C3436FA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D8E3D40-35A2-A27F-2599-F39BF11F966F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854220-17B2-FC7A-BAA4-C1967B89CCA1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82834F-1509-C7C7-16A5-99AC6F53982B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E5C466E-837A-042F-DB78-6F4E728CA548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483D63-3F14-F79C-8A4E-008DA9EB4A4E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483D63-3F14-F79C-8A4E-008DA9EB4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90DCA60-94D6-E27C-3CAC-A87A0D91B5D4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90DCA60-94D6-E27C-3CAC-A87A0D91B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7CEA665-A59F-ED4B-F251-9F6C80D82950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1E020E-C47E-D0A4-5BC6-36DE67DD2DDC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CC6E776-BAC3-D0D0-9B1D-1133815DF2B1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CC6E776-BAC3-D0D0-9B1D-1133815DF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4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F858D3-7DA5-7C6A-AB02-01DFAFF2994F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F858D3-7DA5-7C6A-AB02-01DFAFF29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5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1D052-9922-2A11-7AA3-CEA3AB7C9E25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1D052-9922-2A11-7AA3-CEA3AB7C9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6851B87-CC50-84FF-ABA9-A6405D292128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ED76824-B372-A3E8-12D6-F8A4A774A407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10EA807-345F-5F34-E806-7226B5A5A4BA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A8C4A23-2013-FC4D-D7C0-4BFD912D9AE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0F84817-FA78-386C-3CCA-FC93DFE7F006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CB64265-420D-3D55-186A-55F77BFC7AE4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DA40B7D-E760-1452-63AD-8FF12291EA5F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5946545-322D-1610-FBA1-12DC1E1C771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5946545-322D-1610-FBA1-12DC1E1C77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C514483-8763-78F5-F56B-714E15AE47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C514483-8763-78F5-F56B-714E15AE47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0BA765B-1126-8920-5997-454070CDDE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F0BA765B-1126-8920-5997-454070CDDE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6B2D535-9BD9-FA12-AB42-AEC68DC66054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CF02195-243D-7C6C-BFB5-63AEB70956E4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4643FD-F413-3D9F-2FCE-84FDAB83E935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0A8865B-8234-F0D1-A693-350294A04D58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DBB88A0-FF60-1598-77B7-C91F02C5D1BE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E9D2012-C774-E8A2-E0DB-279A392F001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D298144-7253-61CA-5E46-9B4E77C6F803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3051A856-E012-51EC-0F8F-049C17B7D41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3051A856-E012-51EC-0F8F-049C17B7D4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820EAF5-3C3C-40B1-E827-B8F620121C3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C820EAF5-3C3C-40B1-E827-B8F620121C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51BF5C3-CC6B-0488-0B66-EF736E2C7AE4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51BF5C3-CC6B-0488-0B66-EF736E2C7A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2AC2AC-DBFA-286D-9D65-AE308E331369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D0CB2DD7-F131-1D14-70B5-45F65E3CE970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D77C10B-D5A1-B2A3-7857-92878BAFD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070A0EB-E54D-F5F4-BBB4-2A97F561D9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9E81BEC-7AC6-E2EC-8FA1-BEC4628247BE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F3820D0-D79F-AB36-6843-35B911103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3E0F204-762B-0B24-8B15-FD0CB7988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535A166-FDDC-A178-F1EB-773279816C97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FAE888CD-D4E5-2849-A6F0-358FDA81CBC9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66B4EA1C-ED84-E04F-1B15-7BB593C59C48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7180EC3-1153-531D-02DF-8A1F7E415DB2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D4EBE80-2416-0162-2C7E-7A40AF7C742D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07CA343-0924-0761-E715-A92165168774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1D9582F-E930-0CDD-48C6-11FB36848177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766368F-AD4C-EC64-A2E3-6CCB226C081A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D85DCEB-3DF3-28BA-E49D-84CB93B685C5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11C54A9-382D-E331-6280-BF6CBF707E75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9F2B0D3-FB0A-7B6F-7CFD-36E46856C14A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E87F8923-02A1-E5D0-4760-CCA64DDC44B5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1B89795-38EE-EDFE-ABC2-A899436577FF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81A7C14-8E64-38A5-126C-F24F14507757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4936D8D-76FF-0024-6D60-FCAA295484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04936D8D-76FF-0024-6D60-FCAA295484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126D2792-9FCB-DCC8-4BED-DE82E69E19D8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1A0F46F-240C-E8BF-A622-759F3A39623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A44EE1C-4451-9C37-BE64-2673CD9F16F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F3A07EB-006C-854E-9734-62ABC11A78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EF3A07EB-006C-854E-9734-62ABC11A78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E67968A-1607-3F28-8694-82812815AED1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48CCA29-A1AB-530E-F630-BB76D38A5BEC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498EBEB-1746-0FD5-1AB9-A5CB21E560CA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70A832-037E-E15A-7B35-06FAC8D6E5D5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DA4190A-2D6D-1428-094E-8FAE9522E2E2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34FE130-563E-71B2-545A-5E5E524D2038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D2EA8E0-9547-9B63-A16C-9BF386083F4F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EF8F9E5-4816-998B-B8ED-0DE33FE266D8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88957D0-A8D3-F70C-9807-F8D809A118C3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DB4EB24-DCEC-B2D6-039E-33B3304C3070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74A11A4-945D-8DD7-9004-96AAC406B29B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DF440CB-0C40-76BF-54C1-042C1B582736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DE6FFA7-5A83-FF1D-4F28-F6F407ED1139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710600A-34D2-22A5-25BD-1FAD153D85D4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CABB752-C8CC-B565-DF50-C4EA9BC91ABB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53A43D0-3973-5FBC-8BB2-2667C033198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A2D28C50-50C1-FEBC-05D4-FC46C0326217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15C8545-2000-DD75-93CE-F783DF6EEAA6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06671F2-175E-2C27-632A-0A59539AF8E8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735B0B64-B114-0B1F-A463-4871CB60D56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B76BA88-8146-87B1-9E9D-7C81FCEC518F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711D59B2-7E8C-C0C4-863E-3D644529AA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711D59B2-7E8C-C0C4-863E-3D644529AA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355FBF86-D4B2-ED19-D25D-51C0A5BF52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355FBF86-D4B2-ED19-D25D-51C0A5BF52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FBDB0374-F41A-6C1E-8357-E7DC57F0A18D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E7F5D9FD-E911-3C00-C0E0-5C4C38978044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FC48C01-9871-0F39-30D8-C36CDFDF5B7F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E03A14-14FF-3802-8468-35740CBE36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246C3A82-51E2-A9EE-2FD9-75245B3A65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819CAC43-F923-C770-AB37-E81FE82B2C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F4DF329D-06FD-4171-ECA8-6AE73B45D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441CCC8-A818-8703-8EF3-4695F9B84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539E9FC-F7DD-2EEB-22E1-21C433C0D214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70FFFFD1-E25D-579B-8F78-FEC81ABE1F4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C318C7A-0423-94FC-0A9C-B413A5411642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4A33B6E7-3959-F464-B35E-795E703CC7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CC7E5D39-E464-FEBA-69B9-EE526A0CD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FEE3EBA-521D-BA24-1DD6-DA44E4E708DE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0402BE1C-C71A-E7FF-1E4D-B13C92865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8A6E2E6-5C61-DD89-22C2-8F01910F37A1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6836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3A1F-BB16-FDFC-60AB-0D4F8BFC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2C3E8FE-F9B7-F67B-6FEE-90CBE113BF16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FF1E89-9F2C-3297-2AC9-C113FD13B2C2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6C06CA-767F-9641-CE9C-BBF4E5718795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D6FB6B-0A74-3FDB-9225-EE182C240E7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1E126E-A74D-AFD0-5424-1E48737731BB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3CECCFF-4AED-265D-8472-2B10EA35480A}"/>
              </a:ext>
            </a:extLst>
          </p:cNvPr>
          <p:cNvGrpSpPr/>
          <p:nvPr/>
        </p:nvGrpSpPr>
        <p:grpSpPr>
          <a:xfrm>
            <a:off x="6603131" y="4916314"/>
            <a:ext cx="5537337" cy="1003203"/>
            <a:chOff x="6603131" y="4916314"/>
            <a:chExt cx="5537337" cy="100320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833F80-B2FD-58F6-D7D4-4DB2DC8A3BA9}"/>
                </a:ext>
              </a:extLst>
            </p:cNvPr>
            <p:cNvSpPr txBox="1"/>
            <p:nvPr/>
          </p:nvSpPr>
          <p:spPr>
            <a:xfrm>
              <a:off x="6649380" y="4916314"/>
              <a:ext cx="53789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Weights obtaining from training the NN: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/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p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/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  <m:d>
                            <m:d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200" dirty="0">
                      <a:solidFill>
                        <a:srgbClr val="0070C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blipFill>
                  <a:blip r:embed="rId5"/>
                  <a:stretch>
                    <a:fillRect t="-8571" r="-435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7DFA79-6434-0AC5-17EF-6712373546EB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7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040C4E6-4451-1682-38AC-6029D2652FAF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2A30859-934C-6195-4BB0-F1857B19A1DE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9992390-4410-4D85-7627-B07095BB588C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D9C68FC-2037-664D-7809-5EB41D459D4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0B582EB-BC6D-DC2C-446B-66F9E27156E5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7459D0-C256-D87C-F903-FDA7D6F587CB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11BAC60-E236-D70B-B00F-2D2A12D390D4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8604082-811B-6D31-5358-BE2D096D9F38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A0EFE34-8EF1-656C-8B49-67149D93AD5C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7AB071-6436-0358-D32B-8E15032623EA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D895B87-ADEA-CFAB-AC66-665609102F4F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1F1EFE-9968-7B40-F257-D2085BFCC932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5E0EA3-CBE7-EB9A-1481-5D59AC5A858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19D4F50-807D-0561-56D3-7811F57332E4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0EFA850-A7FC-7830-9F7F-49C8A85280C5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C12F26-061D-2346-3C65-598F9DBD399C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117F754-11BC-3CE2-8ADF-66B425920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F443B89-9B5F-EDCC-B9F5-A667E16B9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B9A2052-6DF4-5E6F-067B-357D63844F35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45E2AD-A4C3-56BC-DB81-88DE4907C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61123E4-1F3D-D6B5-227A-BA5BE29EC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3CCEF14-0102-5339-3EA2-814C547FD73E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C33225-B665-AEAE-E81A-6260DDC25CF0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BD8FBE6-0224-04F5-0ECB-EB687C19151E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E4B925D-320F-B734-1747-354E60204B9E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125452-3004-622A-EE5B-E46272AF7849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1C08771-838D-A0A1-9585-F455DF434997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2BF022F-2B4A-DC3A-3CE4-CFA2C933511E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D93E6B0-3685-275A-649A-5D5E538FDF1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29D4AF5-A14B-53DA-258A-F911AD721F1D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39F4EFF-E6C1-A2FF-48F4-2ACAE16943E9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ECDE54C-9260-75D4-3956-E4BBC0BB7572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5885968-C6A2-6152-4D23-F79CE9315B08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20128E3-AF25-074E-584B-F68AE2F420E3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C33DB27-88DE-7C2E-3574-F06C8907672D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A3E7134-0A50-83BF-7425-D5B0538F3E06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6995A82-6038-8FA7-7913-882369BE952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C54C561-06F2-1191-F2DA-DF1D7FE91FE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01747E4-BC04-16B1-FFDB-DDB2C7B249EF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4C492887-3EEA-620A-CA0C-01C20404B02F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55F8FE67-CE0E-96D9-7E75-EED16EC62446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ABFE7DE-BF8E-384A-7329-EE32058C9479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E9ED3FD-6DE5-43B1-EA74-E7924613F99F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809394E-7436-260F-D5A5-6C255BD6AD25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FA43F23-E1C0-5C3E-660E-30D8B745F72C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B2CA11C1-B4E8-C7D2-6EE8-4BC6D5F7478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06B40E4-2B7F-1A4C-BFD0-84101E3D9B2E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031ABDB-2578-28BB-4E0C-692449B66572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AE1A59C-BE17-7DDA-4FE6-6211B19C1261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D0622D2-9D6B-00C3-EC8D-F70AB45590DB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4570D12-593A-A190-00A9-ECDABBAF5103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D9D48FC-0268-303A-024B-59E0A9B21E2B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6AC470B-5A0A-5DE7-4767-95BADE375713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77663CD-863E-1EA1-5765-FE08E40D6FA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E985854-D5B4-9F0A-A5E9-B15F196BC0D8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8631171-0B0A-0EBA-E784-62BD4A574989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5C1AB39-2EBA-5A6E-A807-4230083B0E87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68A2ACC6-D574-E40B-A284-53F41CBB8A5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0E806DF-7F4A-AB24-47A4-04A11D662DEE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107BB534-A328-D94A-A8D1-D95DCF8F3330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B40289E-149C-5EDF-525D-E95529B39797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6A0F1C-7216-839B-4E3F-6296FFF4ECD9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F3F2B3D-9054-9201-D8F6-9384574E7E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DC6A464-1A1A-1AB7-6951-E950975341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5925D2D-AB30-1977-AD36-C5C53C5D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A97662B6-AFEE-A093-DB22-A6FED9835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7F8B4EC-6567-EC95-35B0-858D427CBF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F1BBAE0-020F-3992-5D27-6A4F57189189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93F3BBB1-A095-2D91-CCCD-350BA82FC19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A1AD7662-F46D-1FD6-60AB-47939778798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2C9A08EC-2205-1C4E-287E-65ADCBD8A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52376468-11A6-F50B-F78A-C999A1BB1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B5FF594-0EE4-D554-B880-73DF3D706573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506C3855-CAB1-04AE-D7D0-46A9C361F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0A9A18A-6406-F840-4F05-FE541413CD1E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2575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F61D-8C94-1E93-52A3-91FEA90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60CA73-B554-742C-04A5-D5D3B1B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876AB7-501F-3306-250A-C94FA73012DB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CBEFC-E123-EA60-914E-AC9D0EA32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39317-6E9F-3748-E6FB-029039E27C9D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539317-6E9F-3748-E6FB-029039E27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CA9F66A7-CC6E-F946-2047-30F8078ED646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681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CF54-6607-98AB-C924-FF58AED0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AD07E0-578F-5999-65CC-C2FD58C07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6A81D9-6940-D927-971D-F14FAD81D181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946EE-78C2-625B-88EE-DC02CFB5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743A1-28CF-0FC8-2284-9B34D4EDC45F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743A1-28CF-0FC8-2284-9B34D4EDC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AD8191DA-58B1-373D-B518-2ECDFF976451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0C86095-133E-4C81-F22B-6FDCB884F19D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CA1B60E-482A-E1C3-2241-CD01640D7C41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5396BE9-E004-7BA0-31CB-D5CE881EDD66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C5A528-B20F-19F4-DAF8-AC5111A4BAFF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C28A3-8FDD-A0B2-EBC4-F710CBD1CF9D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DD16C6-8F38-2EC2-0C38-CF6BA376B17E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DD16C6-8F38-2EC2-0C38-CF6BA376B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B1A78A-0414-D37C-06AA-3E608EAED14F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B1A78A-0414-D37C-06AA-3E608EAED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6FE52D35-702A-C8AC-4DA7-B3F8BF970E57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2917B3D9-BA7F-5E6B-0E4E-674222218D93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A29A02-73BA-AB10-640F-D3251C99F5A9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BA3BF-C30E-24F9-D7F6-40FFD9FF6EF8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249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BB2B-8E9A-2AFE-2C3A-B06055F4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273A69-0F3C-4060-9739-37031132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D6F613-DAE6-D89A-23A6-DE3AE42FFD6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E4644-2383-7085-6991-BB32D4D6A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7D93DB-18DA-9689-866E-252A5C7F35AA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7D93DB-18DA-9689-866E-252A5C7F3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57A0DE09-AA92-93EE-B9CE-EA221689A3CF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B545468-FDDB-99F7-FCC6-1655805E443B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DC2681D-AC13-CF16-90CE-1EE257FF470F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D8108B5-54DD-F9BF-364B-6362CABB6A1D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ABAA2E-7AFD-DEAF-B33B-B7361E85D811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6774C3-C759-A7F9-17EC-D8D500BC6EF0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5429A8-C7EB-EFF3-A385-922911801783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35429A8-C7EB-EFF3-A385-922911801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6BB6DA-300A-AE63-9945-6E7388688F2E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66BB6DA-300A-AE63-9945-6E7388688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582D11BC-61CF-5E45-7FBF-C4A4882BEEF8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DE6D2A26-3FF4-0FC6-CA78-D9644378072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C56B6B-7763-0782-8324-E41AD82B47D1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8D04EFD-8C58-3F20-73E4-0F7A70FF8AF2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8D04EFD-8C58-3F20-73E4-0F7A70FF8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6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D7C8E0-283E-D1DF-A076-D8B7B00691F0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D7C8E0-283E-D1DF-A076-D8B7B0069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7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66FF9F1-5877-7FB6-28BA-54A498AC9B43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2193B-1B3C-A353-DE10-0189620C1C69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C4F3D-6D8F-53F5-9DFC-00A921CF87F8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</p:spTree>
    <p:extLst>
      <p:ext uri="{BB962C8B-B14F-4D97-AF65-F5344CB8AC3E}">
        <p14:creationId xmlns:p14="http://schemas.microsoft.com/office/powerpoint/2010/main" val="3451276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6C27-3303-E4A8-5E66-D76C8D9A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AC32D3-3987-C87B-90A3-26BBBA2A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387E12D-00BE-441A-DCB5-450B47FBAD83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7C2A6-3223-5EA4-5EBD-EF172F132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4BFB4A-E7BD-904C-11BF-5DAAC9F9BA74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4BFB4A-E7BD-904C-11BF-5DAAC9F9B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3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D7F87A61-361D-B980-7198-5A4A08CA1A64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6CF56F-2362-D409-965B-BA5C39A98D9F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3317EC7-9C66-EFF2-19AF-39A149EDDC21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C84C1C8-841F-66ED-F0A1-28768D614D0A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8540C2-34C8-C722-1B98-BAF730149A3E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19A593-A641-C2D4-64C8-336B77AF0708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49EDAF-F808-F2FF-2503-9261B84F0000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B49EDAF-F808-F2FF-2503-9261B84F0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4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949938-BD77-9D58-8D07-8702322A8F6F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949938-BD77-9D58-8D07-8702322A8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5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975D8458-F01F-257A-BEBA-458D1C732F81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0C1F567-0434-5142-AFAC-B9FB26B69797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BA9FB1-ACE5-0056-72FC-24E911A4C9D7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3620A9C-5A3D-AD69-C415-E34B1B8668D1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19AA08A-D81B-E4D6-D300-3A092FE58680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55C4A9EA-2FBF-92EA-A663-6DAA404F4B1D}"/>
                </a:ext>
              </a:extLst>
            </p:cNvPr>
            <p:cNvCxnSpPr>
              <a:stCxn id="26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06F4D9-18BF-2E89-D028-2FCE9126E65D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6580AF4A-86C0-A3CE-146E-0FB1F7F0FBDB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A15FAA5-CAC4-010D-ABB6-C8CA51DEB6F3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A15FAA5-CAC4-010D-ABB6-C8CA51DEB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6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7"/>
                  <a:stretch>
                    <a:fillRect l="-10355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422EB3-ADDB-67F6-8C7D-A19077084CCD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385CBC9-E4FB-A2F2-C322-520760E7E75E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385CBC9-E4FB-A2F2-C322-520760E7E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8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B4F804-4D36-7183-7EAE-B107F9F62CC9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0B4F804-4D36-7183-7EAE-B107F9F62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9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CEA3BBD-53A8-4FF2-4799-F70C080E121D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C67D25-E792-0A3B-1729-0F73FC1C36B3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CA0A4F-058D-2B70-4E53-DDA40F2807ED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</p:spTree>
    <p:extLst>
      <p:ext uri="{BB962C8B-B14F-4D97-AF65-F5344CB8AC3E}">
        <p14:creationId xmlns:p14="http://schemas.microsoft.com/office/powerpoint/2010/main" val="1674492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3804-F34D-0AC3-9FDF-D11ED98A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DDEE2-9F33-0E44-4B7E-6C6AA4F7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32A8E3-2A4D-5FBD-C114-B4A6041F3F7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4AC1-2575-179F-28E8-EF4C2CA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4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DCB94BC-0BBE-55F6-4B8D-0FFFAC947309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28B5A89-1426-B258-A2FC-3F9EDAE1264A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4CF4BCA-4476-142E-FD1F-0E4B2DEA14AB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DA30873-81A7-B895-9A2D-0E6E943988C7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CAB3B-3350-FAF5-D0E5-E1F0136256A0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3FAD71-2C6C-E450-1EAA-BFB2E81AF3BF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5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6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7F4719C8-C702-2DF4-AC0B-78D93BA349B3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5649F97-F8D2-D906-8C8C-CFE41238D5A6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7317C6-6E44-2CD5-F451-66805CAA5112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9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10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9032839-11F3-5A16-FB63-DD2E9A08D691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9C8AA0-D272-CE24-F806-674FF826A336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092D860-68B0-B110-E2E2-F96E49580D76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5ECDF65B-39C7-5177-E258-6F44BEF4F250}"/>
                </a:ext>
              </a:extLst>
            </p:cNvPr>
            <p:cNvCxnSpPr>
              <a:stCxn id="18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465DBC-A46C-E806-4A84-DF09AC5FF821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916754D1-95A9-6DE9-D394-6E84D8A1527F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9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17F4E50-72B6-A976-121C-6D78D8A08904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3D7713-8263-E309-0111-031F09FE1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7"/>
                  <a:stretch>
                    <a:fillRect l="-10355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9A370FE-1021-889A-5A74-65B77AC8C088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99DB3-FBDC-276B-F662-6795A9470444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F6AD9F-B813-5B5A-17B1-0C01BC43333B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11EABF-02BC-69CF-8D44-903ED4CA5964}"/>
              </a:ext>
            </a:extLst>
          </p:cNvPr>
          <p:cNvGrpSpPr/>
          <p:nvPr/>
        </p:nvGrpSpPr>
        <p:grpSpPr>
          <a:xfrm>
            <a:off x="4748800" y="5576691"/>
            <a:ext cx="1568506" cy="1064232"/>
            <a:chOff x="4748800" y="5576691"/>
            <a:chExt cx="1568506" cy="10642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936A34-CF5D-390E-E1C9-202288A6739A}"/>
                </a:ext>
              </a:extLst>
            </p:cNvPr>
            <p:cNvSpPr txBox="1"/>
            <p:nvPr/>
          </p:nvSpPr>
          <p:spPr>
            <a:xfrm>
              <a:off x="4748800" y="6179258"/>
              <a:ext cx="15685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FF0000"/>
                  </a:solidFill>
                </a:rPr>
                <a:t>From CER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701DD3-422C-5260-14D3-BABFCC90B9D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5100175" y="5576691"/>
              <a:ext cx="432878" cy="60256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03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791B-279B-C54C-9C9F-DCD4D0B4B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C46228-AAEC-1198-191B-800C34CF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DB64B3-B195-FABA-7F66-393F566BBD7E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A1E45-585A-5005-FEA5-126D39EF18F4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F7524-3AA7-7B36-A037-6ABD09873DB9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3108554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D06E9-B469-46CA-C134-E757BFC5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7D61D0-83B7-F0B1-43AD-0A9B004D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6F2F9-9D91-4A1B-D836-9DC8E586EF36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816EE5-62E8-A5B3-6DC9-578087688073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E86539-C4A4-14FF-8D47-A001F1A1D326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6D6E36-6D6F-AF9C-0344-A4307C30B280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47A1FF3-A7CD-E831-D410-A9182038AB31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FEDF2E2-7E2D-E261-6BD1-F8F3D202064E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4E6804-8E8C-DFD1-4095-A97A7755879E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8CED46-1B2B-87A2-51FC-1454BC1096D4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BFF3D3F-C24A-A973-A184-D3573FFB2F60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22AA774-716E-FA03-016C-365A61916162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B26B1B1-8BAA-3C95-1AE3-35E8EC53E64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A7AC66C-2AFF-39C1-97F0-97D39E756B7F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57F7C9C-A314-DB84-6447-907E13F2A524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A16C85-3DB2-F3EF-CC5D-E5BE76935B5C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E407D8-F07F-6699-1B4E-86F2AA375FE3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E4C9680-4FBA-F847-A123-85ACC1AFDBA7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7E49AB-3A1E-2185-21CB-ADE9305D952E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1E4649-68BC-9482-2638-CCB1B5B32CB1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1A08502-E1CC-236A-E8DC-FE3B38F3F4F9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85F865-DDF3-43DE-71EB-7B98D067E193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D8A47A9-D9B5-662D-2353-C7ED8ACAE550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F3A86E2-D465-24DB-8C65-F2AA9BBAB4CB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641B1E7-ABB5-7003-F30D-2670D83C239F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6D8B59-E7D0-02AB-7490-1F340FA18ACF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14D7516-3C23-168B-05F9-839061600F45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23A3B1-66A7-D727-8B59-368FDB29EA59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068954C-EE44-ADFE-1B83-D139ED14097C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1D1F22D-47E3-2FE1-0FA4-E48D5E6A89AE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EE4B1A7-2C8A-9FB2-233A-BF155CD86955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5B3A0D5-E05B-A849-52BE-A8F060B90813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55B3A0D5-E05B-A849-52BE-A8F060B908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D41375-16C2-D875-9B16-8E4910CD450C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D41375-16C2-D875-9B16-8E4910CD4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3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B6A9C27-53C4-5FFC-4D6E-0517EB54AADF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B6A9C27-53C4-5FFC-4D6E-0517EB54A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B7ED25-3B4A-4158-E00C-7CAB8807B8B8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B7ED25-3B4A-4158-E00C-7CAB8807B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DBB5F4B-9CED-5F0F-0376-B701A386A5F6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DBB5F4B-9CED-5F0F-0376-B701A386A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212F30E-A8EF-B9C1-A00E-C109E9224B2B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212F30E-A8EF-B9C1-A00E-C109E9224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D0EE98-4F22-8C20-F76B-B30AB4FF7617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D0EE98-4F22-8C20-F76B-B30AB4FF7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95FBB5-5D66-208A-141E-371C7CFC3905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95FBB5-5D66-208A-141E-371C7CFC3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E5A3AB-D11B-D07F-289A-D4B0D31BB762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E5A3AB-D11B-D07F-289A-D4B0D31BB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DD5DE67-22B4-0844-50A1-C39C118F6B35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DD5DE67-22B4-0844-50A1-C39C118F6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33CCC2C-9AC7-A0D5-4543-DB772973453D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33CCC2C-9AC7-A0D5-4543-DB7729734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E2401EC-7F9C-0C91-C262-C9AF8ABE541C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E2401EC-7F9C-0C91-C262-C9AF8ABE5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3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136ED07-8BB1-2CC5-F7A4-F44967625E79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136ED07-8BB1-2CC5-F7A4-F44967625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C053C4C-8B82-AECB-B137-2BB3A1BF9CFE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A0E5C45-392A-E8E8-7ABC-6812799C223B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A6ED45-47F8-61D3-7291-22517AB80A15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5C703-8ABB-C3FD-818E-6B24BE7C1030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4248246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1F3C-9DAD-848F-84D8-69BB7535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6765F2-CD37-DCA6-50C5-168A425D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CEFB3B-BF5E-3000-7E43-9416DA3DD240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0B34B2-2E7F-C55E-2761-795EAA91E71E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3A6B66-79A5-3CC1-4AE1-EC1A0F377666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FB7932-37B1-85B3-58FF-6B506D50C1DA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30C095-2ABA-57DB-C64E-FF49F4A8AEDB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A23761-A71F-084C-BBF0-990377D81397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78357E2-4E56-ECB9-BF9D-D541A453824D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967A8F3-EE3B-A4C4-753B-A5112237E5CD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2FDBFE-06B7-232B-5786-A4C72D8E918A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B878BA0-9AFB-7188-1AED-B4A7E452E51F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CFF37F1-CA7D-700B-670A-960254769CB8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A76FA62-C6D0-534C-AB4B-D1D69617233D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45BE145-1E2F-3C02-51A5-95D9C7BA21A0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2DDADE9-B375-273E-AB7A-F5418AD4532E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BC1C31-CAF1-303F-3886-DBFB2F21F686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B59106-A57C-3F6B-0B31-E00F3EAF62F4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D3E82A-E108-F374-B605-AA464E167212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89537A-7DE3-CA4B-79F1-F6C3806E85EA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1A7CC2E-D8EC-FE12-D46B-A77839FE1017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770F77-63A0-EF6A-E344-8F6491EEB2F3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D15040F-3D67-B831-0ADE-7AE0BC8BAC54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6AC4196-175E-B6D2-D06E-AE4E2B44E6FB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D9F069-CCDA-F468-EE55-8D9E22B1D01E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C82F85-9CF1-27FB-1A86-976BAD8C0D23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FC11ED-426D-8045-9FE5-F0E6B19692ED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E7B0F2A-5947-7F2A-3177-691C568D2F80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A8257E8-7736-A772-5AF1-C9288784BA8D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D6A42F-F5D9-8ACA-2AEE-9EAD15DECF37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976882D-8C51-1258-2E76-FB9839800DF4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83F9E98-0EDC-676E-1813-C85D3351E704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E0CCE8D-94CD-0044-1AEF-0B124DAA34C8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E0CCE8D-94CD-0044-1AEF-0B124DAA34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919E5FC-387D-1DA2-A817-C7A6E129BBE8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919E5FC-387D-1DA2-A817-C7A6E129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3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2C5B6B7-52DE-8376-6000-8F341E245343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2C5B6B7-52DE-8376-6000-8F341E245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33BA1B-4BA7-E2AF-FA01-21CA82FA783D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33BA1B-4BA7-E2AF-FA01-21CA82FA7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1FE30C1-05C0-FF5B-4574-669859AECE13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1FE30C1-05C0-FF5B-4574-669859AEC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A35452D-CF61-ABA6-C30A-0CC45FCDE121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A35452D-CF61-ABA6-C30A-0CC45FCDE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6453411-38E8-9227-CED3-2F55B6EFADD1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6453411-38E8-9227-CED3-2F55B6EFA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E84FDA2-BAEB-6598-0C72-4A3315D04AF4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E84FDA2-BAEB-6598-0C72-4A3315D04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621E85D-4C23-757F-8676-DD5214DBCF70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621E85D-4C23-757F-8676-DD5214DBC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5198B49-4304-ADF0-F7E1-2462E5DF0961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5198B49-4304-ADF0-F7E1-2462E5DF0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218C200-0D9E-E71E-2884-DECBF3F2E1C7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218C200-0D9E-E71E-2884-DECBF3F2E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796489B-C5A3-4117-E5B2-885396D912EC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796489B-C5A3-4117-E5B2-885396D912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3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1B408BA-9568-ED07-A181-7687E44D7E6A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1B408BA-9568-ED07-A181-7687E44D7E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19F85D2-6426-70B8-563E-4154C3FC8301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EFD30D0-8F07-39B2-9622-880D6FAD3E1A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D09C23-4DB2-A072-697A-37A013BAFBD1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FC10B-A7EF-19EB-9BE5-2303A943EC8B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2644375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F5BC-8E67-044D-5AB7-2E19C194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55D105-CCA9-9149-6C86-1A8AEDC8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32D653-B7E5-7D44-26BE-C9FA80DB2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7E9E0BE-0963-AF09-17D6-9FA4E5F1C1E9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7121FD-3FE3-2C03-7143-E2E531A4D053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2D191F-AB71-1F22-F78D-E2044E586CDE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461C38-AA8C-900C-B7BF-EE6484D1E330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FDE368-70ED-473A-E179-5A755ACF57B7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8DC2AA-F9FB-DF02-D7E7-521F85CED88B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61744D-0870-20AE-4B19-2E04E731F253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FCDE4C-CE3A-0296-E2E0-9FED57D711EE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AD617C-76AE-060C-9D89-161514AD5EA0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3143DB-76FF-92B8-C366-C87955A7EE9A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10B3F5A-A39E-7071-8918-D84415B480D1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9F181D5-841A-89C2-61F8-BC9A6D9B85F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66B2553-6B23-41D2-8DD8-EB68D2A56C7E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D2B47EA-77AB-8ABC-CF50-7A4CCCA31C65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7BDC0B-431F-3084-31A0-55FE94CED4C7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435786-DDFF-62DF-7A6E-66D21D44E34B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BE3909-A0A5-4467-E889-45D5186BEE55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3DD88C9-5F33-CC28-7E6E-AEBE773751FD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4B1918-D7F8-7741-2D9D-99AE431463E2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1BC5BD-98DB-B367-1190-3A5C90119CA3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AEAF2B-F962-A91E-0D90-58B6CB190887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D1D8F8-2C22-3782-8688-6502623F0471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FD2480-3C49-B0E2-763A-CCADF29B5B1D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2967019-FFDE-C0C7-317B-7B51A30E4178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B3FEF68-472B-3512-5AD3-DD4A5471FE3F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5CA52C1-A1D8-D51C-3503-FD84188B55FE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E502549-120C-5E99-5DA9-A83D44334E6D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79E136-341B-8C60-1140-F69D17B21190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1375A2-1A05-3BBF-3B68-592B2284418C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BF0FE2E-264B-E989-AF97-461381A5BAEB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9520654B-B2C3-85D8-AF4C-C6D8D3A9B2C1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9520654B-B2C3-85D8-AF4C-C6D8D3A9B2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31A8684-1EEE-5E4D-BEF7-508A46E9A53E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31A8684-1EEE-5E4D-BEF7-508A46E9A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E8C4034-F65B-22F9-D33C-26083E635B39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E8C4034-F65B-22F9-D33C-26083E635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127D84-E164-D062-211D-3E485F6CEAD8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127D84-E164-D062-211D-3E485F6CE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9AF12BB-7133-62DB-1729-6D0DEEED75DE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9AF12BB-7133-62DB-1729-6D0DEEED7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0099C82-A4FF-F255-3CC8-CCEBAE6A680E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0099C82-A4FF-F255-3CC8-CCEBAE6A6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0F6015-5DB4-5C68-52A5-3765FFEB6631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70F6015-5DB4-5C68-52A5-3765FFEB6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32BCDBD-6EB9-AFA9-C3CE-3F476F567D5B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32BCDBD-6EB9-AFA9-C3CE-3F476F567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6FC43E2-41C8-46E2-9E57-D9FE9F0AC3CC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6FC43E2-41C8-46E2-9E57-D9FE9F0AC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9A56BE0-9A41-09EB-3CCB-05DAACB0D649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9A56BE0-9A41-09EB-3CCB-05DAACB0D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E2FAB6C-8EE1-C405-EC1F-14104DC03673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E2FAB6C-8EE1-C405-EC1F-14104DC03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6592D9B-D35F-B8D9-E9C3-71F2D0E71638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6592D9B-D35F-B8D9-E9C3-71F2D0E71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E247E0A-7417-0CC4-20DB-F95BD973869C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E247E0A-7417-0CC4-20DB-F95BD9738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D61ABE9-6221-48CA-DA2F-6BED0C4E3041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65180D8-DB87-3CB5-14FC-FFA0A5758821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816FB2-25CB-32BA-A0A0-017BC979CC9A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E8BDB-CF69-9EAE-72FD-F5E2E1A2FBDD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675105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1330-FF8B-21DD-D349-9CBCDA27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5D89A-B289-41A1-E49A-9C882436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A2C8C-6227-BB8E-CDC2-A3A18393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A9C2F49-2E2A-F34C-51B8-C4E00D0872E2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450267-AC99-632B-A722-A6631E0DBEAF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7066D0-9179-6EF1-412B-A8908FE0C355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76E2C9-AC45-9A2A-4791-22077FC68361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D51FCF-DA6F-11A6-A921-731D6A50961F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8CC716-9139-BECE-3692-018336531609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E4F7E5-010B-E507-E310-B3EB76C05CD4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77B75F-E9E9-19E1-D7C4-6F0C170401AF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B1CA48-E10D-B43A-EB77-45BD7877AB25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605EC5-5EA0-C485-B84E-A9533816A19D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CFDF85-9182-5C96-35A1-847F5DF60168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E17B6-8EB8-5973-5338-C7EA50FABFA7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628E96-B260-2CF5-1834-118D672EACA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41EE7C-97FA-77BD-2322-9C8642416A6C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44B251-DC32-E39E-E59A-A1740C745C30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71D476-2E12-E677-6534-49B776CD89B3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26707DC-4506-E22C-2E43-9EEE7E5E008E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F09B83-B97C-C4BF-4899-EE14B1932308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928EC71-6C08-20A2-C571-C6E2FB9945C9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D02819-FAAE-2AF6-9CE9-B93E3058C5FA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7C3440-F0CA-A36C-7D4B-8A08C0FB0C2F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377579-1221-C28F-AFFC-47199A18CD72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1F0AA2C-9866-C458-8B1C-EB1E0A4F4D45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3C4F01D-DF25-B2E9-78F1-6CAE714DCAEC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03B2FB-2A0F-AF10-64E6-10B129F124E2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AF3952D-164C-148F-1E76-A03B257A90AC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B9530F-EBAE-5F1C-E73E-B30193F7858F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58D399-0B15-430C-791D-15A3F0362B0E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D0372E-0AE3-0F7A-9C88-CEA80B823484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CF9AC07-44A0-1560-2921-D4C5570000BC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299257-6862-DC7F-DD85-7AB932D6ABC1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641100-F8EB-24FE-3062-0B903494D2FD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9EF218-3FBB-55A7-C282-16C58E77E5CE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/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60"/>
                  </a:lnSpc>
                </a:pPr>
                <a:r>
                  <a:rPr lang="en-US" b="1" i="1" dirty="0"/>
                  <a:t>Training</a:t>
                </a:r>
                <a:r>
                  <a:rPr lang="en-US" dirty="0"/>
                  <a:t> NN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100 layers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CER marginals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>
                  <a:lnSpc>
                    <a:spcPts val="2360"/>
                  </a:lnSpc>
                </a:pPr>
                <a:r>
                  <a:rPr lang="en-US" b="1" i="1" dirty="0"/>
                  <a:t>Testing</a:t>
                </a:r>
                <a:r>
                  <a:rPr lang="en-US" dirty="0"/>
                  <a:t>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gain</a:t>
                </a:r>
                <a:r>
                  <a:rPr lang="en-US" dirty="0"/>
                  <a:t>.</a:t>
                </a:r>
              </a:p>
              <a:p>
                <a:pPr>
                  <a:lnSpc>
                    <a:spcPts val="236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blipFill>
                <a:blip r:embed="rId16"/>
                <a:stretch>
                  <a:fillRect l="-3145" t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C30944-6B4F-927B-CC4A-5AEA1428D5D0}"/>
              </a:ext>
            </a:extLst>
          </p:cNvPr>
          <p:cNvSpPr/>
          <p:nvPr/>
        </p:nvSpPr>
        <p:spPr>
          <a:xfrm>
            <a:off x="10185373" y="3421931"/>
            <a:ext cx="1869453" cy="2413502"/>
          </a:xfrm>
          <a:custGeom>
            <a:avLst/>
            <a:gdLst>
              <a:gd name="csX0" fmla="*/ 0 w 1869453"/>
              <a:gd name="csY0" fmla="*/ 311582 h 2413502"/>
              <a:gd name="csX1" fmla="*/ 311582 w 1869453"/>
              <a:gd name="csY1" fmla="*/ 0 h 2413502"/>
              <a:gd name="csX2" fmla="*/ 751937 w 1869453"/>
              <a:gd name="csY2" fmla="*/ 0 h 2413502"/>
              <a:gd name="csX3" fmla="*/ 1154904 w 1869453"/>
              <a:gd name="csY3" fmla="*/ 0 h 2413502"/>
              <a:gd name="csX4" fmla="*/ 1557871 w 1869453"/>
              <a:gd name="csY4" fmla="*/ 0 h 2413502"/>
              <a:gd name="csX5" fmla="*/ 1869453 w 1869453"/>
              <a:gd name="csY5" fmla="*/ 311582 h 2413502"/>
              <a:gd name="csX6" fmla="*/ 1869453 w 1869453"/>
              <a:gd name="csY6" fmla="*/ 872555 h 2413502"/>
              <a:gd name="csX7" fmla="*/ 1869453 w 1869453"/>
              <a:gd name="csY7" fmla="*/ 1433527 h 2413502"/>
              <a:gd name="csX8" fmla="*/ 1869453 w 1869453"/>
              <a:gd name="csY8" fmla="*/ 2101920 h 2413502"/>
              <a:gd name="csX9" fmla="*/ 1557871 w 1869453"/>
              <a:gd name="csY9" fmla="*/ 2413502 h 2413502"/>
              <a:gd name="csX10" fmla="*/ 1142441 w 1869453"/>
              <a:gd name="csY10" fmla="*/ 2413502 h 2413502"/>
              <a:gd name="csX11" fmla="*/ 739475 w 1869453"/>
              <a:gd name="csY11" fmla="*/ 2413502 h 2413502"/>
              <a:gd name="csX12" fmla="*/ 311582 w 1869453"/>
              <a:gd name="csY12" fmla="*/ 2413502 h 2413502"/>
              <a:gd name="csX13" fmla="*/ 0 w 1869453"/>
              <a:gd name="csY13" fmla="*/ 2101920 h 2413502"/>
              <a:gd name="csX14" fmla="*/ 0 w 1869453"/>
              <a:gd name="csY14" fmla="*/ 1505141 h 2413502"/>
              <a:gd name="csX15" fmla="*/ 0 w 1869453"/>
              <a:gd name="csY15" fmla="*/ 872555 h 2413502"/>
              <a:gd name="csX16" fmla="*/ 0 w 1869453"/>
              <a:gd name="csY16" fmla="*/ 311582 h 2413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9453" h="2413502" extrusionOk="0">
                <a:moveTo>
                  <a:pt x="0" y="311582"/>
                </a:moveTo>
                <a:cubicBezTo>
                  <a:pt x="-8804" y="134069"/>
                  <a:pt x="127244" y="4600"/>
                  <a:pt x="311582" y="0"/>
                </a:cubicBezTo>
                <a:cubicBezTo>
                  <a:pt x="489340" y="-24109"/>
                  <a:pt x="628131" y="22406"/>
                  <a:pt x="751937" y="0"/>
                </a:cubicBezTo>
                <a:cubicBezTo>
                  <a:pt x="875743" y="-22406"/>
                  <a:pt x="1049971" y="30156"/>
                  <a:pt x="1154904" y="0"/>
                </a:cubicBezTo>
                <a:cubicBezTo>
                  <a:pt x="1259837" y="-30156"/>
                  <a:pt x="1407784" y="46681"/>
                  <a:pt x="1557871" y="0"/>
                </a:cubicBezTo>
                <a:cubicBezTo>
                  <a:pt x="1722261" y="-24776"/>
                  <a:pt x="1878424" y="106305"/>
                  <a:pt x="1869453" y="311582"/>
                </a:cubicBezTo>
                <a:cubicBezTo>
                  <a:pt x="1908479" y="514719"/>
                  <a:pt x="1838886" y="620678"/>
                  <a:pt x="1869453" y="872555"/>
                </a:cubicBezTo>
                <a:cubicBezTo>
                  <a:pt x="1900020" y="1124432"/>
                  <a:pt x="1803157" y="1238607"/>
                  <a:pt x="1869453" y="1433527"/>
                </a:cubicBezTo>
                <a:cubicBezTo>
                  <a:pt x="1935749" y="1628447"/>
                  <a:pt x="1794734" y="1955852"/>
                  <a:pt x="1869453" y="2101920"/>
                </a:cubicBezTo>
                <a:cubicBezTo>
                  <a:pt x="1892234" y="2279479"/>
                  <a:pt x="1706388" y="2409691"/>
                  <a:pt x="1557871" y="2413502"/>
                </a:cubicBezTo>
                <a:cubicBezTo>
                  <a:pt x="1447037" y="2455247"/>
                  <a:pt x="1246062" y="2398882"/>
                  <a:pt x="1142441" y="2413502"/>
                </a:cubicBezTo>
                <a:cubicBezTo>
                  <a:pt x="1038820" y="2428122"/>
                  <a:pt x="886604" y="2410016"/>
                  <a:pt x="739475" y="2413502"/>
                </a:cubicBezTo>
                <a:cubicBezTo>
                  <a:pt x="592346" y="2416988"/>
                  <a:pt x="436458" y="2382498"/>
                  <a:pt x="311582" y="2413502"/>
                </a:cubicBezTo>
                <a:cubicBezTo>
                  <a:pt x="152970" y="2396780"/>
                  <a:pt x="-42116" y="2257721"/>
                  <a:pt x="0" y="2101920"/>
                </a:cubicBezTo>
                <a:cubicBezTo>
                  <a:pt x="-71216" y="1943478"/>
                  <a:pt x="69239" y="1747452"/>
                  <a:pt x="0" y="1505141"/>
                </a:cubicBezTo>
                <a:cubicBezTo>
                  <a:pt x="-69239" y="1262830"/>
                  <a:pt x="7201" y="1176689"/>
                  <a:pt x="0" y="872555"/>
                </a:cubicBezTo>
                <a:cubicBezTo>
                  <a:pt x="-7201" y="568421"/>
                  <a:pt x="39673" y="451378"/>
                  <a:pt x="0" y="311582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AAC93-0D7D-CB47-26E5-968B7E25DDF7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526357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2F00E89C-6D14-6296-F94B-90C0AA94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679C8-745C-0CF4-70C2-D6AF0562DE54}"/>
              </a:ext>
            </a:extLst>
          </p:cNvPr>
          <p:cNvSpPr txBox="1"/>
          <p:nvPr/>
        </p:nvSpPr>
        <p:spPr>
          <a:xfrm>
            <a:off x="296929" y="1026770"/>
            <a:ext cx="4547451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Ballistic error model (gain for each sample)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564EAD0-8D8F-09C2-DAB4-0FAFF695EAE8}"/>
              </a:ext>
            </a:extLst>
          </p:cNvPr>
          <p:cNvGrpSpPr/>
          <p:nvPr/>
        </p:nvGrpSpPr>
        <p:grpSpPr>
          <a:xfrm>
            <a:off x="296929" y="2024266"/>
            <a:ext cx="5944991" cy="4386084"/>
            <a:chOff x="151009" y="2024266"/>
            <a:chExt cx="5944991" cy="438608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32FDFC0-0702-C988-8FA7-CBCA0A6502ED}"/>
                </a:ext>
              </a:extLst>
            </p:cNvPr>
            <p:cNvSpPr/>
            <p:nvPr/>
          </p:nvSpPr>
          <p:spPr>
            <a:xfrm>
              <a:off x="889585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982F9C4-9772-7CAC-EC6B-B5BAEB4F19BD}"/>
                </a:ext>
              </a:extLst>
            </p:cNvPr>
            <p:cNvSpPr/>
            <p:nvPr/>
          </p:nvSpPr>
          <p:spPr>
            <a:xfrm>
              <a:off x="1518824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5DE36F-6ED2-8CFF-49F9-F3378D67C700}"/>
                </a:ext>
              </a:extLst>
            </p:cNvPr>
            <p:cNvSpPr/>
            <p:nvPr/>
          </p:nvSpPr>
          <p:spPr>
            <a:xfrm>
              <a:off x="2148063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1C6675-0E1C-A5A2-3257-70D85185F7AF}"/>
                </a:ext>
              </a:extLst>
            </p:cNvPr>
            <p:cNvSpPr/>
            <p:nvPr/>
          </p:nvSpPr>
          <p:spPr>
            <a:xfrm>
              <a:off x="2777302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F9D394-C9A0-DA85-9721-F7D7186047AE}"/>
                </a:ext>
              </a:extLst>
            </p:cNvPr>
            <p:cNvSpPr/>
            <p:nvPr/>
          </p:nvSpPr>
          <p:spPr>
            <a:xfrm>
              <a:off x="4035780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A9BAF6-94CD-3D79-1B3C-E37B25885B87}"/>
                </a:ext>
              </a:extLst>
            </p:cNvPr>
            <p:cNvSpPr txBox="1"/>
            <p:nvPr/>
          </p:nvSpPr>
          <p:spPr>
            <a:xfrm>
              <a:off x="3261801" y="3481689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A701-0BED-5C6F-7665-58FB12C0E78A}"/>
                </a:ext>
              </a:extLst>
            </p:cNvPr>
            <p:cNvSpPr/>
            <p:nvPr/>
          </p:nvSpPr>
          <p:spPr>
            <a:xfrm>
              <a:off x="889585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FC6C125-9FDC-1559-30D6-5FB148027B41}"/>
                </a:ext>
              </a:extLst>
            </p:cNvPr>
            <p:cNvSpPr/>
            <p:nvPr/>
          </p:nvSpPr>
          <p:spPr>
            <a:xfrm>
              <a:off x="1518824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E5D6711-0400-0321-09FF-F25447E57788}"/>
                </a:ext>
              </a:extLst>
            </p:cNvPr>
            <p:cNvSpPr/>
            <p:nvPr/>
          </p:nvSpPr>
          <p:spPr>
            <a:xfrm>
              <a:off x="2148063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511F0D-E2FA-6153-3068-E081F35790CC}"/>
                </a:ext>
              </a:extLst>
            </p:cNvPr>
            <p:cNvSpPr/>
            <p:nvPr/>
          </p:nvSpPr>
          <p:spPr>
            <a:xfrm>
              <a:off x="2777302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D85B9B-688B-C004-05A7-9A464422DC72}"/>
                </a:ext>
              </a:extLst>
            </p:cNvPr>
            <p:cNvSpPr/>
            <p:nvPr/>
          </p:nvSpPr>
          <p:spPr>
            <a:xfrm>
              <a:off x="4035780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9F63C7-80DE-1D71-1493-54D8C930767A}"/>
                </a:ext>
              </a:extLst>
            </p:cNvPr>
            <p:cNvSpPr txBox="1"/>
            <p:nvPr/>
          </p:nvSpPr>
          <p:spPr>
            <a:xfrm>
              <a:off x="3261801" y="4216979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605371A-1209-DC3E-4CCE-A504C09A986C}"/>
                </a:ext>
              </a:extLst>
            </p:cNvPr>
            <p:cNvCxnSpPr>
              <a:endCxn id="11" idx="2"/>
            </p:cNvCxnSpPr>
            <p:nvPr/>
          </p:nvCxnSpPr>
          <p:spPr>
            <a:xfrm>
              <a:off x="1078121" y="383756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B4E07B-006B-229C-8EAD-6809BC639760}"/>
                </a:ext>
              </a:extLst>
            </p:cNvPr>
            <p:cNvCxnSpPr/>
            <p:nvPr/>
          </p:nvCxnSpPr>
          <p:spPr>
            <a:xfrm>
              <a:off x="1707360" y="383756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AA2427-FB11-3567-84D9-A13E08963F8C}"/>
                </a:ext>
              </a:extLst>
            </p:cNvPr>
            <p:cNvCxnSpPr/>
            <p:nvPr/>
          </p:nvCxnSpPr>
          <p:spPr>
            <a:xfrm>
              <a:off x="1078121" y="457442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1AE9AC-DCC5-7ADD-9026-1A51D6DF7042}"/>
                </a:ext>
              </a:extLst>
            </p:cNvPr>
            <p:cNvCxnSpPr/>
            <p:nvPr/>
          </p:nvCxnSpPr>
          <p:spPr>
            <a:xfrm>
              <a:off x="1707360" y="457442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C65849F-0D52-E877-2466-D98EB49D6FE5}"/>
                </a:ext>
              </a:extLst>
            </p:cNvPr>
            <p:cNvCxnSpPr/>
            <p:nvPr/>
          </p:nvCxnSpPr>
          <p:spPr>
            <a:xfrm>
              <a:off x="2336599" y="383913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78735B2-968D-A1D7-6959-3142E4C26AA5}"/>
                </a:ext>
              </a:extLst>
            </p:cNvPr>
            <p:cNvCxnSpPr/>
            <p:nvPr/>
          </p:nvCxnSpPr>
          <p:spPr>
            <a:xfrm>
              <a:off x="2336599" y="457442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F0B9228-B140-D4B4-8F7F-B538C9E8E53E}"/>
                </a:ext>
              </a:extLst>
            </p:cNvPr>
            <p:cNvCxnSpPr>
              <a:stCxn id="10" idx="4"/>
              <a:endCxn id="16" idx="0"/>
            </p:cNvCxnSpPr>
            <p:nvPr/>
          </p:nvCxnSpPr>
          <p:spPr>
            <a:xfrm>
              <a:off x="983853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71E5E4-DAD0-E878-C876-B8CB01093B11}"/>
                </a:ext>
              </a:extLst>
            </p:cNvPr>
            <p:cNvCxnSpPr/>
            <p:nvPr/>
          </p:nvCxnSpPr>
          <p:spPr>
            <a:xfrm>
              <a:off x="1617020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7F937AA-6D0D-FA49-78B4-1BB681DEDB91}"/>
                </a:ext>
              </a:extLst>
            </p:cNvPr>
            <p:cNvCxnSpPr/>
            <p:nvPr/>
          </p:nvCxnSpPr>
          <p:spPr>
            <a:xfrm>
              <a:off x="2250187" y="3943602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E1206E1-8433-0CBE-299E-A948F71A8A25}"/>
                </a:ext>
              </a:extLst>
            </p:cNvPr>
            <p:cNvCxnSpPr/>
            <p:nvPr/>
          </p:nvCxnSpPr>
          <p:spPr>
            <a:xfrm>
              <a:off x="2873927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EE0160-4920-8B3D-5EA1-01FB73F894E6}"/>
                </a:ext>
              </a:extLst>
            </p:cNvPr>
            <p:cNvCxnSpPr/>
            <p:nvPr/>
          </p:nvCxnSpPr>
          <p:spPr>
            <a:xfrm>
              <a:off x="4129263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7807E5-E454-5A88-B9F3-4413A4C0F465}"/>
                </a:ext>
              </a:extLst>
            </p:cNvPr>
            <p:cNvCxnSpPr>
              <a:cxnSpLocks/>
            </p:cNvCxnSpPr>
            <p:nvPr/>
          </p:nvCxnSpPr>
          <p:spPr>
            <a:xfrm>
              <a:off x="2965838" y="3837567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53B4F9-DD79-EEF6-F7C4-3F53BB2A74CF}"/>
                </a:ext>
              </a:extLst>
            </p:cNvPr>
            <p:cNvCxnSpPr>
              <a:cxnSpLocks/>
            </p:cNvCxnSpPr>
            <p:nvPr/>
          </p:nvCxnSpPr>
          <p:spPr>
            <a:xfrm>
              <a:off x="2965838" y="4576001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C85249-5307-F065-2FD6-A751E6EF8473}"/>
                </a:ext>
              </a:extLst>
            </p:cNvPr>
            <p:cNvGrpSpPr/>
            <p:nvPr/>
          </p:nvGrpSpPr>
          <p:grpSpPr>
            <a:xfrm>
              <a:off x="151009" y="2024266"/>
              <a:ext cx="4402317" cy="1262695"/>
              <a:chOff x="151009" y="1908333"/>
              <a:chExt cx="4402317" cy="126269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0530D1-A9B8-155E-6C63-1CF44EA2DC25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C06EBB1-39E4-BE7E-E5ED-4AD3366C4B02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8404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 err="1"/>
                      <a:t>Neighbouring</a:t>
                    </a:r>
                    <a:r>
                      <a:rPr lang="en-US" dirty="0"/>
                      <a:t> qubit error with prob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C06EBB1-39E4-BE7E-E5ED-4AD3366C4B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84042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862" b="-89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D6AD210-813E-B511-7E03-47B879EC5462}"/>
                    </a:ext>
                  </a:extLst>
                </p:cNvPr>
                <p:cNvSpPr txBox="1"/>
                <p:nvPr/>
              </p:nvSpPr>
              <p:spPr>
                <a:xfrm>
                  <a:off x="419030" y="4004909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D6AD210-813E-B511-7E03-47B879EC54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30" y="4004909"/>
                  <a:ext cx="466626" cy="391646"/>
                </a:xfrm>
                <a:prstGeom prst="rect">
                  <a:avLst/>
                </a:prstGeom>
                <a:blipFill>
                  <a:blip r:embed="rId3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B79A8C-AD99-CA35-2BB5-7DF8AD088FC9}"/>
                    </a:ext>
                  </a:extLst>
                </p:cNvPr>
                <p:cNvSpPr txBox="1"/>
                <p:nvPr/>
              </p:nvSpPr>
              <p:spPr>
                <a:xfrm>
                  <a:off x="1099937" y="4004909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B79A8C-AD99-CA35-2BB5-7DF8AD088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937" y="4004909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85F3624-4F05-7331-30CB-A4DC0F716F38}"/>
                    </a:ext>
                  </a:extLst>
                </p:cNvPr>
                <p:cNvSpPr txBox="1"/>
                <p:nvPr/>
              </p:nvSpPr>
              <p:spPr>
                <a:xfrm>
                  <a:off x="551007" y="3598151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85F3624-4F05-7331-30CB-A4DC0F716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07" y="3598151"/>
                  <a:ext cx="4666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01D2720-FE08-052D-ECB7-BA911F11A531}"/>
                    </a:ext>
                  </a:extLst>
                </p:cNvPr>
                <p:cNvSpPr txBox="1"/>
                <p:nvPr/>
              </p:nvSpPr>
              <p:spPr>
                <a:xfrm>
                  <a:off x="552980" y="4514237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01D2720-FE08-052D-ECB7-BA911F11A5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80" y="4514237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E9715A3-1296-939A-1D03-AF8642EA68DA}"/>
                    </a:ext>
                  </a:extLst>
                </p:cNvPr>
                <p:cNvSpPr txBox="1"/>
                <p:nvPr/>
              </p:nvSpPr>
              <p:spPr>
                <a:xfrm>
                  <a:off x="1371727" y="3429000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E9715A3-1296-939A-1D03-AF8642EA6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727" y="3429000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902F72A-D30F-9B15-4965-A7A154894CEA}"/>
                    </a:ext>
                  </a:extLst>
                </p:cNvPr>
                <p:cNvSpPr txBox="1"/>
                <p:nvPr/>
              </p:nvSpPr>
              <p:spPr>
                <a:xfrm>
                  <a:off x="1371727" y="4664724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902F72A-D30F-9B15-4965-A7A154894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727" y="4664724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8503DF3-7E9F-22CA-8A9D-25242A521A5D}"/>
                    </a:ext>
                  </a:extLst>
                </p:cNvPr>
                <p:cNvSpPr txBox="1"/>
                <p:nvPr/>
              </p:nvSpPr>
              <p:spPr>
                <a:xfrm>
                  <a:off x="2004893" y="3429000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8503DF3-7E9F-22CA-8A9D-25242A521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893" y="3429000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000CF02-E1C9-B368-3D28-B5EA806DDD89}"/>
                    </a:ext>
                  </a:extLst>
                </p:cNvPr>
                <p:cNvSpPr txBox="1"/>
                <p:nvPr/>
              </p:nvSpPr>
              <p:spPr>
                <a:xfrm>
                  <a:off x="2004893" y="4664724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000CF02-E1C9-B368-3D28-B5EA806DD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893" y="4664724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B35337D-D998-61D4-2477-86217F286BB7}"/>
                    </a:ext>
                  </a:extLst>
                </p:cNvPr>
                <p:cNvSpPr txBox="1"/>
                <p:nvPr/>
              </p:nvSpPr>
              <p:spPr>
                <a:xfrm>
                  <a:off x="2638839" y="3429000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B35337D-D998-61D4-2477-86217F286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839" y="3429000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188A982-6EC0-5530-32EB-07988C4772CD}"/>
                    </a:ext>
                  </a:extLst>
                </p:cNvPr>
                <p:cNvSpPr txBox="1"/>
                <p:nvPr/>
              </p:nvSpPr>
              <p:spPr>
                <a:xfrm>
                  <a:off x="2638839" y="4664724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188A982-6EC0-5530-32EB-07988C4772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839" y="4664724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0EB9F77-007C-4093-FBFF-30C3098C5956}"/>
                    </a:ext>
                  </a:extLst>
                </p:cNvPr>
                <p:cNvSpPr txBox="1"/>
                <p:nvPr/>
              </p:nvSpPr>
              <p:spPr>
                <a:xfrm>
                  <a:off x="1033344" y="4536620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0EB9F77-007C-4093-FBFF-30C3098C5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344" y="4536620"/>
                  <a:ext cx="466626" cy="391646"/>
                </a:xfrm>
                <a:prstGeom prst="rect">
                  <a:avLst/>
                </a:prstGeom>
                <a:blipFill>
                  <a:blip r:embed="rId13"/>
                  <a:stretch>
                    <a:fillRect r="-5263"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CBDABA-CD80-F156-0521-870BC46241A4}"/>
                    </a:ext>
                  </a:extLst>
                </p:cNvPr>
                <p:cNvSpPr txBox="1"/>
                <p:nvPr/>
              </p:nvSpPr>
              <p:spPr>
                <a:xfrm>
                  <a:off x="1034915" y="3454409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CBDABA-CD80-F156-0521-870BC4624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915" y="3454409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405"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C573529-82A4-299F-DF4A-2258A1B7B06E}"/>
                </a:ext>
              </a:extLst>
            </p:cNvPr>
            <p:cNvSpPr txBox="1"/>
            <p:nvPr/>
          </p:nvSpPr>
          <p:spPr>
            <a:xfrm>
              <a:off x="1697739" y="3897859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726656-ECC8-F825-B806-A147D5BCCB67}"/>
                    </a:ext>
                  </a:extLst>
                </p:cNvPr>
                <p:cNvSpPr txBox="1"/>
                <p:nvPr/>
              </p:nvSpPr>
              <p:spPr>
                <a:xfrm>
                  <a:off x="223575" y="5034056"/>
                  <a:ext cx="4854263" cy="455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ts val="2960"/>
                    </a:lnSpc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Sample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dirty="0"/>
                    <a:t> from Gaussian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,0.1)</m:t>
                      </m:r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726656-ECC8-F825-B806-A147D5BCC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75" y="5034056"/>
                  <a:ext cx="4854263" cy="455702"/>
                </a:xfrm>
                <a:prstGeom prst="rect">
                  <a:avLst/>
                </a:prstGeom>
                <a:blipFill>
                  <a:blip r:embed="rId15"/>
                  <a:stretch>
                    <a:fillRect l="-1044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A98536D-1458-7116-78E0-3B720D0BEBB0}"/>
                    </a:ext>
                  </a:extLst>
                </p:cNvPr>
                <p:cNvSpPr txBox="1"/>
                <p:nvPr/>
              </p:nvSpPr>
              <p:spPr>
                <a:xfrm>
                  <a:off x="223575" y="5635762"/>
                  <a:ext cx="4854263" cy="455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ts val="2960"/>
                    </a:lnSpc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Bicycle Bivariate codes: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72,10,6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dirty="0"/>
                    <a:t> .</a:t>
                  </a:r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A98536D-1458-7116-78E0-3B720D0BE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75" y="5635762"/>
                  <a:ext cx="4854263" cy="455702"/>
                </a:xfrm>
                <a:prstGeom prst="rect">
                  <a:avLst/>
                </a:prstGeom>
                <a:blipFill>
                  <a:blip r:embed="rId16"/>
                  <a:stretch>
                    <a:fillRect l="-1044" b="-19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C24506D-B550-FB78-DCA6-848D9F8B0295}"/>
                </a:ext>
              </a:extLst>
            </p:cNvPr>
            <p:cNvSpPr txBox="1"/>
            <p:nvPr/>
          </p:nvSpPr>
          <p:spPr>
            <a:xfrm>
              <a:off x="529476" y="6041018"/>
              <a:ext cx="5566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https://</a:t>
              </a:r>
              <a:r>
                <a:rPr lang="en-US" dirty="0" err="1">
                  <a:solidFill>
                    <a:srgbClr val="00B0F0"/>
                  </a:solidFill>
                </a:rPr>
                <a:t>www.nature.com</a:t>
              </a:r>
              <a:r>
                <a:rPr lang="en-US" dirty="0">
                  <a:solidFill>
                    <a:srgbClr val="00B0F0"/>
                  </a:solidFill>
                </a:rPr>
                <a:t>/articles/s41586-024-07107-7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8EFCFD0-55BF-2CCD-2A1E-1FC6601F9970}"/>
              </a:ext>
            </a:extLst>
          </p:cNvPr>
          <p:cNvGrpSpPr/>
          <p:nvPr/>
        </p:nvGrpSpPr>
        <p:grpSpPr>
          <a:xfrm>
            <a:off x="5321034" y="1162453"/>
            <a:ext cx="6446196" cy="5247897"/>
            <a:chOff x="5175114" y="1162453"/>
            <a:chExt cx="6446196" cy="52478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7DB994-C44E-A937-295D-82A0B118A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75114" y="1162453"/>
              <a:ext cx="6446196" cy="4834647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03EE003-740D-2E64-ACDA-16F03374542E}"/>
                </a:ext>
              </a:extLst>
            </p:cNvPr>
            <p:cNvSpPr txBox="1"/>
            <p:nvPr/>
          </p:nvSpPr>
          <p:spPr>
            <a:xfrm>
              <a:off x="6096000" y="5979463"/>
              <a:ext cx="52389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C00000"/>
                  </a:solidFill>
                </a:rPr>
                <a:t>Typically ~30x gains over state of the 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7570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15C-505D-6890-17B9-1A60A898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64AD8B-1AB7-1082-6D45-655AF2F8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030C34-26A3-2B33-1F83-F800A65B7B49}"/>
                  </a:ext>
                </a:extLst>
              </p:cNvPr>
              <p:cNvSpPr txBox="1"/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we have demonstrated: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Decoding quantum LDPC codes against correlated errors.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Unravel BP into a Neural Network and optimize weights to adapt to correlations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HGP under Ballistic Noise, an instance of correlated error model.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030C34-26A3-2B33-1F83-F800A65B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blipFill>
                <a:blip r:embed="rId2"/>
                <a:stretch>
                  <a:fillRect l="-780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3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9032-2EA5-F93E-835A-A75CB2DF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B00A66-BED3-CAB6-6F63-DF316236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FA6DB5-366E-65E2-7D7D-F1DE4E864FCD}"/>
                  </a:ext>
                </a:extLst>
              </p:cNvPr>
              <p:cNvSpPr txBox="1"/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we have demonstrated: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Decoding quantum LDPC codes against correlated errors.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Unravel BP into a Neural Network and optimize weights to adapt to correlations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HGP under Ballistic Noise, an instance of correlated error model.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FA6DB5-366E-65E2-7D7D-F1DE4E864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73959"/>
                <a:ext cx="11381577" cy="2255041"/>
              </a:xfrm>
              <a:prstGeom prst="rect">
                <a:avLst/>
              </a:prstGeom>
              <a:blipFill>
                <a:blip r:embed="rId2"/>
                <a:stretch>
                  <a:fillRect l="-780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598F11A-037F-39AD-4960-E5CD63E405CA}"/>
              </a:ext>
            </a:extLst>
          </p:cNvPr>
          <p:cNvSpPr txBox="1"/>
          <p:nvPr/>
        </p:nvSpPr>
        <p:spPr>
          <a:xfrm>
            <a:off x="430924" y="4377908"/>
            <a:ext cx="11640494" cy="1701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Future work and similar strategies: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Improving threshold for other family of quantum LDPC codes (La-Cross, Bicycle).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Soft constraints and BP with higher dimensional messages.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18154-681B-0BE1-86DA-8F92DE07BBC0}"/>
              </a:ext>
            </a:extLst>
          </p:cNvPr>
          <p:cNvSpPr txBox="1"/>
          <p:nvPr/>
        </p:nvSpPr>
        <p:spPr>
          <a:xfrm>
            <a:off x="2007412" y="3672621"/>
            <a:ext cx="865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https://</a:t>
            </a:r>
            <a:r>
              <a:rPr lang="en-US" sz="2400" b="1" dirty="0" err="1">
                <a:solidFill>
                  <a:srgbClr val="00B0F0"/>
                </a:solidFill>
              </a:rPr>
              <a:t>github.com</a:t>
            </a:r>
            <a:r>
              <a:rPr lang="en-US" sz="2400" b="1" dirty="0">
                <a:solidFill>
                  <a:srgbClr val="00B0F0"/>
                </a:solidFill>
              </a:rPr>
              <a:t>/</a:t>
            </a:r>
            <a:r>
              <a:rPr lang="en-US" sz="2400" b="1" dirty="0" err="1">
                <a:solidFill>
                  <a:srgbClr val="00B0F0"/>
                </a:solidFill>
              </a:rPr>
              <a:t>paviudes</a:t>
            </a:r>
            <a:r>
              <a:rPr lang="en-US" sz="2400" b="1" dirty="0">
                <a:solidFill>
                  <a:srgbClr val="00B0F0"/>
                </a:solidFill>
              </a:rPr>
              <a:t>/</a:t>
            </a:r>
            <a:r>
              <a:rPr lang="en-US" sz="2400" b="1" dirty="0" err="1">
                <a:solidFill>
                  <a:srgbClr val="00B0F0"/>
                </a:solidFill>
              </a:rPr>
              <a:t>CorrelatedBPDecoderWithCER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293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D888-E83F-D276-D783-25193B49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07" y="2766218"/>
            <a:ext cx="5683385" cy="1325563"/>
          </a:xfrm>
        </p:spPr>
        <p:txBody>
          <a:bodyPr/>
          <a:lstStyle/>
          <a:p>
            <a:r>
              <a:rPr lang="en-US" b="1" dirty="0"/>
              <a:t>Supplementary Slides</a:t>
            </a:r>
          </a:p>
        </p:txBody>
      </p:sp>
    </p:spTree>
    <p:extLst>
      <p:ext uri="{BB962C8B-B14F-4D97-AF65-F5344CB8AC3E}">
        <p14:creationId xmlns:p14="http://schemas.microsoft.com/office/powerpoint/2010/main" val="269039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B17-57A9-40D6-E3B7-7BB756B6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2A815-C746-E6E6-0324-EF7D191A1118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7B8BB4-A117-3A56-AA12-28E3EE7C3ECA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12B28D-5711-7335-71A1-47E6BA6FBC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5F486B3-F7D6-E6FA-8C10-BF00DE6B22DC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20BB84-D5D7-4B23-A563-AC35663EFEDF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18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A615-DF7F-1F3C-E476-0DD31D58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89EF7-2C22-82E4-8BB0-EDF64802993A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7B43F0-55F0-F2B2-7193-70931144AACD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4DB474-25E5-7CAD-3279-D39F084876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5FFEADD-6753-223C-E7C0-DAC61B3567A1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51CC31-84AE-66A0-2CCF-21A6AA205B5E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160CB9-25C9-1DFC-14C0-7378296D9BBD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4EA58B-51CC-A226-8F8B-8C5EE444A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4B8005-6BAA-18E5-2D66-DB7322031814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03E8E9-9537-11D1-C09A-4673AD617B53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410138-EB62-2791-07F9-A6A4E6E37F14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D93EE83-FC73-F428-AED2-2823F7F5A9BE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4E5122-C15D-5DCC-498A-93347BA17149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621C11F-E978-BD55-8275-5FA745D23A7B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101AEE1-1B86-6342-BFA1-7F88B8E75B19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E8C15C-ABAF-CB11-911E-A0A9A0A30A26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267C7AF-311F-9DEF-EC44-493D17BD58B6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24EE4D-FB2B-BA43-9EC4-AA25FDA6FC8F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18681-7DD4-903F-E053-508DA5B1BB0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2CBD5EC-94C9-9BF9-4887-A35A7CE1D100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CEC4F31-2D1D-1D8C-9D62-9C4956D35F7B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CFB9D5F-2162-BA04-DBE1-EF3E9397ECC1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2F71C5-7908-96C5-9DE2-973A1B533265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458DCFC-83B2-6F56-00D7-C7B29FCCA652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B209AAB-EBD4-E55B-306E-DA55D0C7446B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8B30EB-5E3B-1084-1457-B33BAEF2FF74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3D474B2-7B9D-893E-2045-127AB2270046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359897A-CCE3-1FFF-8FBF-4999D59D07AF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623FFA5-CBFD-624C-11AB-63D8A483CCF7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C8A49AA-A3FB-6419-1B59-654303834D43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D86FAE6-5313-B2D5-C1E7-5AA46BE4F7F5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CA196331-BB13-0B95-8598-DFB8DA45ED3B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75CEC258-1A84-5A60-680E-98449BD0DAEC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EB04191C-4D25-F4B5-AB26-4558AFAEA906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B4C8170-9939-C5AE-E42F-A37415C81FB0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A7015A4-4552-3DFF-D9CF-BA3D6418E143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80D60EFB-E217-F3D7-70B4-597CC630C73B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7CA6B2-BD18-0D5A-CC5D-2D7C92CBE339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B01BA079-A17C-C404-8AB2-4A46AB55A597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BEAB37D-9CA7-E1CA-4B1F-D357885D75A1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2433B595-E1CA-03FC-25C7-E426EF5637C3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FF5CA00-4DC7-23E7-05EA-E5D872AE9275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504E01D-5F1F-FBDF-7DE8-FA004205284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FE0C8D9C-BFA9-C294-0E46-21F999B34D29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116E6EDB-9EF9-4C47-C3DB-295CB46AA9C2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951C51AE-2110-F064-04CD-7FA7FA0DA9F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93314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C5C7-8ECC-A398-7A99-B977C458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40A2F-F7CB-DF07-D472-CE266B1BB851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A43FC5-E9C7-60D5-2C8D-5DD80D0B7617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5D06C2-B844-4904-0502-1ED42CF81826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22B199-9C39-DC5D-5452-B1FB1CCB23BF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C4F66D-77B2-6542-CF37-1BC8A1186687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5D31FE3-46E3-B55E-3CD1-A566DC1698E7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B1E7A61-CF84-6B25-A821-A70DBB450E3F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3EAE2EF-F6C2-215D-510B-D46AA09F968E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A248EA4-44C5-70F1-644A-62AA08743928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D6A937E-38EE-F589-B68E-B87808D75BF8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BB4A8F3-FCE8-90F2-AD78-CD2249D41CD1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B460087-8FEE-FB85-5B24-4538DEE050F2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773AE8E-4EDC-2DB8-C255-929BB91A487E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8F8EEBA-F0BB-FE01-D0F2-B3F6A0245F59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563DF38-7994-1397-480B-69349203B36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FC1CBFE-F7EA-EB48-39F0-07AFD12A3F7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464ABA80-A99B-5145-4405-8DEE8837D445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7457CB52-67CC-E8CF-D1BA-C90CEE0622A7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64FDB29-2A04-68C2-7222-316F8B13A3DB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2F6666-C163-BDE9-F0C6-BBBD5D1B65ED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20ACDF2-909E-A4C6-50A0-E17233107D8E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3FCBDD4F-0D99-CFED-C166-A93AD6B03D4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8D80D4D6-71F4-A421-02AE-213B34E185C5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8EDF1B8-6477-D51C-D299-DBDEC6511B70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65F4592-CB11-0AA9-6CDE-15864660B50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EAD8171-C092-E252-7109-1D424117A515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8A91D6A-9D21-D4F9-9DB5-4F3994F0210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B785B87-E2C3-01D5-6B09-C4FBA8470294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C3FDB076-120F-8B39-AA1E-77041A6619B0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CEFE1DC7-6511-C29B-65C0-09B4AAD4A8C3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DB26C2-7C7F-11EE-1D19-B9FDD0C66D09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6D4B987-E8FC-53C7-E12A-5EB377BF1C59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BF2327E-7912-1ED5-E8B4-47D95263378B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408209C-8CC8-3871-D3A4-EC728FB864D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C14C5D0-AF09-5D37-AE89-8A54F7D26D1E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F518CD0-2960-4BB3-A87A-1784D0356803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6488B71-3E23-82ED-E80F-F79890BDE818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9C1D307-3177-94AE-302E-E77FF4530F5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64D9446-1E23-66DB-EEB6-A740B1216FE1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A951FD2-2354-4F83-335C-CDD3B062B59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DB0CA36-3E7B-910D-C06A-95806AE7991C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F0DD8914-01B8-F829-315D-E7B9DC073D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B4B0FD8-C7D3-3169-1EC8-75E4FA9C47D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786FC1B-A3CE-DED5-937A-B26A2097BEBB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30F22415-4A0C-1FEE-291E-596EE257715C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C0A433D-746A-70C8-6E58-D823A6AC4A98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DCA4F37-0BDD-A5BB-0158-DB5BC08A7420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73BA253-EF3F-12AF-97B1-013652D80AA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9DB3CAC-4CA7-CB92-9A8F-D79E3A385967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D145561-FD6C-F751-02F3-D7458228C5F7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9A3DD06-3138-E01E-2543-09CCBD702FC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A6DABE9-CB2E-B7BE-87AF-5EDECE18305D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ACF160BB-1E4F-50AF-9F85-D7099AA56F2C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D8505FBE-E448-280B-8492-0D4E33BF9D37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F4A6E6A-5B05-1406-EA80-150DE1D39F60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1400954-039A-EEE3-94D4-E498C5E87447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6A5BEEE-FA3A-DF58-176A-C726275B32FE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5F0988D-6ECE-5950-A31B-36CB3AE9D480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40B91347-83E2-F7AD-6B30-4257760B974A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7E171E8-9A09-2785-95FD-6CEBBEF43E8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DD3BE86-8737-E442-5184-59224A5F8A83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6C08C10A-4764-F2E5-58B0-178BC1F7E91B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6A7A640-633B-C921-61F2-9B684A5700D0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1D7C111-6709-EB26-8C04-05CBC9A9822F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4A7195F1-D263-4DBC-0FB9-1D10858950C7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C8414106-A1DF-DB03-341F-D806E33CB5A2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A48805-0330-0001-1F04-D091947D456F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898C75-F7B4-5730-35C8-727E3B97F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B599CB-D028-8400-1796-4883E865EE0F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40BCC-BADB-8DCD-C6DA-DD8CB610DAAD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3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3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3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3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4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4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40DCBA-E166-B0A3-4CC7-D825DA3A32B5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9D3FAF-62DE-4043-F47C-0AAC892C6FD0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3A5AB9-8D9B-85B4-CE93-B3C354BFA004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E28624-2881-0490-38A7-C75B9EC34919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4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4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4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2CF253-436F-76E3-3E0B-DAA5747FC7CB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94DBE3-B14B-A738-51F8-341D1D23000B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ACFADA-5520-037E-F748-53EC0F9B5315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0C49A0B-708D-C514-1051-D1013DA2885B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90C5E6-F497-51BB-FDDF-4F8A1BCB369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EA2F13-10BE-F819-5984-8085986C7EDF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7B71E94C-2C1C-B680-7478-159E697FD238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98D2919-F0DF-AFFE-47B0-D970B0D7EC1A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A9CF4A2-99CF-4550-20B3-C07D15D8F559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9D8BB2-3328-B7CA-1CB0-972F0116055D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E0A46B0-E482-0326-0E46-9EF353B4CF04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F50F645-92F1-1E9A-BFA0-B32AC5C3DDA0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3718EB0-8EFA-A69D-4FDB-7CD17187F6B5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1BB9B9A-ED00-D016-534B-4EC234D58EEC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0BDD891-2FEF-9AB5-FC8B-18BF70C34396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7A71A93-EFB7-3AC2-7318-127A8B7EE5D4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54C811-A0EA-18D2-14D4-70BFA160E20C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ABA20AFC-781A-7B9D-1F69-BEA345055D04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324CF85E-892C-0E9B-6AA0-662ACE692A63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01E03CBA-D4CB-DD0D-636C-AC4791028F20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6E9A404-8E84-2953-AF63-783F14D37C7B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A32378C9-B283-5EFB-BE76-424A0D98AB40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A4081DAA-F6D9-FC2F-CBB8-212B83722ABA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55E2AEBE-A526-8A6C-E40A-2AA70064C228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470D44FC-EC37-E3D3-2A5F-44D552BB30DC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84BD29E-2FCD-1FC0-1C71-F2136C765410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86EBB773-7CF0-BBA6-82D7-99029279A9CF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EABCDCD-552E-D797-0C75-E493816A12B9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8A7D71A8-EFB8-25EF-EAB5-6895A680C33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3021DC9-D715-1C3D-447D-6FAFCD7D8373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F83A72B2-3A2F-3D23-B115-DC63B3D950EF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49693A2D-0E24-9E7D-86FA-2385C5EED2A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1652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C341-55AA-B595-D219-510809F7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007D3ED-3F88-BF27-3BF5-BFF2154F9BC0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78D8AE-30AA-1710-325D-673585C60AB2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D6DD4-FDB5-7B2B-294A-3EC913834BA0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9928-8429-C3A0-0C56-D7A99BEE2BB7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74A56-7D9B-773C-9470-6459290C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49E48F-1ABB-6AF9-CB5D-343213676FAD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FD418-DE99-DBB9-037E-1CB6269C877F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3D37135D-F200-CCA1-C501-2FFECF4BFFE8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E2F364-F091-3D69-097E-308975F8D792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E221E4-BDAB-A856-189E-506B440DE4D9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A389D8-50FD-68DE-D111-4AFE63C43060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371285-BB8E-5657-037B-D3A6410DC242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1272EF-4FD5-DC5E-8E89-2C506C129FAB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0AAF-8128-3AD9-8AD7-58D45C12E5A0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27E3E0-91FF-546D-4A2B-5A184A7E79C5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1EC1F3-CFB8-4806-17B1-E02EC2EFB4E8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D9A758-5783-7858-FE2D-B4262D612BE8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F02F086-F3B4-C8F3-3EE8-D20EE6584B2B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7423C54-8FE3-8C36-89C6-4BE4B2B4378D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D31985F-525A-3352-FACD-75D5E05CC018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B06F16-63EC-7075-B694-250A731F6178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2413DD-B97B-9D9F-12BB-3D8096E2B63A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5EFCDB9-7D55-7F54-2BAB-A27870248678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2F8B0CF-C341-78CC-5F39-211C2ABB97C8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EE19788-CE61-097E-85D6-739561AA7171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A778125-DF13-FBD4-E7D2-1D3EF2D79B3C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5FEFBBD-7B53-79B7-6B45-909D40C8AC29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E79D5DB-AC86-9E8D-F8C1-6796E34B265E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255C570-E2B5-1439-5B2E-D37EDE452167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6AC63826-D0FE-800D-D034-386440215CBC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5BA1A10-9441-A597-B678-EF5365194A5D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B685478-9B82-4174-ADB0-E9F5B312D83A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30B406-E405-1FCF-0C4C-0AFFDCFF7434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92A6A61-798C-34B2-33A7-A402083134F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4569023-A5F3-8B5E-FFB9-93C4851CAEE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3541631-A16F-76C2-B668-2BAD2E689594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CF0AA49-DB6C-DC21-40E1-5A647F408395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FBF7A83-E783-7508-8B7B-F1FCA6063A28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8FF3E4-BEA9-F0D0-F721-3A8334027CBA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F16F5C0-E1E1-C1EA-E984-5566D3E85EA3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7E6871C-C77B-28B1-2951-65FACB9D4CE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563B5E08-73D7-6D79-A504-1AD1638A543A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C8440A1C-66BD-9607-3E57-A620CB0BFBF3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EBC71B-E2B0-475B-A445-B8538054A582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FA19FFB-1C13-4F5A-4896-B5D17E6039BA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B81A87F-1F1C-1600-F537-398319AAD141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C97D83C-D92D-B3BF-83A1-7FCAFC47E4B3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F224EF8-7DD9-16ED-69CB-B7C4380771F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A4750DE-40D9-2067-032F-48407DC6005C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44D25AB-13A2-984F-7994-DD8D471390E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69E2109-0770-65AA-B7EC-7574C085D517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492651A5-CCD0-11B2-3AE7-991787629812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8E68B4D-D913-7D02-84E2-BAEA6BF4BE49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47A8BD31-B2C7-4B1B-5B34-C60095607954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B842D2AA-D7C7-41CA-1352-39714305ADEE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BCB088-CCF1-D80D-0489-E6EB7CB3670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FDD7B53-CA0F-2131-AA4A-82F48BBF1E80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47CD9F-AF6B-CEE2-D0E6-B162327C6A05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DF1E5A3-10FE-63BC-D22A-D8BC250C0D2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FA71D8B-7078-6357-4916-769AEBE2371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2A6C356-6D01-BF06-5FB5-468ED9DCDCBE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E702B47-2289-1DD3-F861-85FC61A76B4A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C47F17C-EECF-0A3C-D813-5C4FC63B022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D779B62-5930-2391-49C7-F9C1FBC0ABF5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DCCDE7B-E8EA-14CF-1CCD-F86691EC534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6915546-F3C2-EDE1-A29F-A787AC3ABB29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1F7B15F3-317E-02EE-7A1E-E0C68ECC18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76D1060-9745-58F9-748D-D69CC9DBFF99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F68E3A8-8D9A-F122-73B0-2520B8375DFF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28DACD7-69AD-1374-E305-0ED878EB9310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33D3A7E-1CF4-31E2-DBF2-6765C00E3CBD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F3D0330-9157-2CCC-3538-FA56793FF1BA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D4881B0F-9A37-F3BD-3CB8-8BF17294CD8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1F7ACC42-FF8B-C5ED-D682-389415CD096B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999F5F8-25F5-05CD-DBF8-6829C4CD4430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10B890-F14D-6D09-357E-C2C27A0BC303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F08C37E-C6C9-42E6-B267-34CDF099776A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190CAE71-5467-A57C-8D05-0B5FE980EDAD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FFBBCAF5-EEB3-2508-6590-813DC26AA5A9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915CA11-D045-E759-D71C-FE47E6305C4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4E10C59-8154-EFC7-A5D8-5217F5665B45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191FE0C-F355-EB7A-5DA9-8001A6C3D908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92C8228-7518-B3BA-C905-E240546FD6CE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3A01AC4-7DFA-53DF-B1DD-F652AC209B57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5D2FEDB-521A-700B-EC92-3D3CDFE740F3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19E777A-6185-6DF0-0918-ED66D2A7702B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D147C1F-DE8A-E033-396F-3F1DB8C967CD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D917932-3DFB-F62A-4155-8AB8B1B970B2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D5FD995-F64E-062C-B5CF-70AB3D91019C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17029FD6-6157-8B5C-95D7-9EF9D3688492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A4113972-FADB-C783-72DF-EB3E60D7884E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5F421DC-3C0E-89F1-86D7-A4F7D5E91F8F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73605C7-F3EA-A4E3-DDD8-B567D8182214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F31835B0-AA3E-A4D4-7E3F-FD4876C8436A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E7DF3876-F90C-544A-D47D-6300DBA82AC8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D0492B6-4B73-2C0F-FA7C-32EF03FAA761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926A274E-DBF6-F8BF-8BED-2A4B356D1455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0042986-7C14-AC0C-D30D-D738534ACA73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B6B7690-50FB-5E46-CAD0-B84C7B04B091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9ABE355-0087-3DC6-5C25-2757F023D018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7E98E0A-B0C8-9454-63F9-A5CA6D0C9466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EE8E86BA-FB01-B9E2-6DCA-5566E95BC59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33442262-F4C4-0192-D7F5-D595395C4A34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859E26B-68CD-3168-0BAE-7BB2807CC62C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64D10-7C4E-0E19-2150-B51747D97319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03B446-6ED7-EA10-D580-8D119732D23F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84D8AE-AB5B-1AE5-B22A-EB0C4E4F47F1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01BE-9F0F-EAC2-E5D2-D0F835FE357F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8CD5B-C562-8781-DDFF-E7ACD2F58531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96E72F-EE3A-DC1E-7616-93D759994C30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4CC023-332A-9136-2AEE-4092782C768D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8F0EEEA-BE80-414C-7ED6-61CD7D8BEE81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981198-489E-C67D-99E6-B6171C9D6DB8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18787A-1ABC-58B4-D999-B3013C13A35D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4D91BF-09E6-A723-92B7-278B0C7BF3A3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45C31A-A473-DDB6-4208-DFD27C783553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20BAAA5-96F9-CB61-F071-5C960EF78502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C86764-4CB6-6037-190B-724EC5677D8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0AA7DE-3A13-769F-D0FE-E47A5666CA40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E152DA-22D0-AED3-611D-E687B5DC67EF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6436C8-EC8E-F3FC-1972-9C58E0C61C12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B13DA1-0712-3993-3E4F-A041B7065469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FA9080D-F391-C4D7-F973-3C3F6C6F6ED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B5186AD-49AE-C223-A9FB-66BBD71213D6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3F8FF5-543E-D2AB-A9FB-D330125D559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19C8A63-6A71-A1C6-106D-D8CED2924421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01591C-C395-D395-2549-31E56AB73F37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F3AAFF6-7058-0E0D-8B2D-D2BE77F39F2F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A3A8E28-374C-A634-738C-C0A2F87DADE6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EE6C23E-5E4B-AD15-0454-D5444BF9E0C3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DD34CC3-EEA8-71B4-9050-0679863CF6E1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D51B69-2532-F360-8012-0A17F954F33D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1BA1692-00CE-4B73-EE6A-67C839CB8F44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30234B6-A7DF-D7A8-8F01-727A934A481C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64B73EE-5370-67AA-597A-FAAFB256EC37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01850D5-11AC-E806-73C8-973A04D209DE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36B7FF-C848-6B62-6620-6510EEAD8C89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690F47B-7431-D58E-598D-14A0E23312FF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F45A-BF32-9322-0375-E6B0CB338EA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9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6E61-B413-9BFC-B0C4-C08E5C39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BB57D3B2-5ACC-30AE-97CD-C4742B51D197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ED3ADA-FDFB-D20E-7BE1-522FA3F2A569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AC59DE-1804-2F83-0311-05615E65B357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3830B-1F11-852D-594D-CDB1EEB585D4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2BD17-1216-2B8F-F0FB-9A386921F119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C149B4-7C07-ABD8-BCF9-548DAA22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159431-F9C7-3D26-3432-5E00336660C8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8261A-3912-B8F2-960C-ECCE6B83ECB9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B59DFCA-CAFE-B877-835A-FCDCF850FC09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381999-0784-2C41-D6DB-4E602D71BED1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BA7A35-E582-52F8-4ED1-9C83645FC416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26DA31-C19C-3C4E-F8E2-7F766EC15F9B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EFD3FB-CE80-8E61-E376-590EFF97B0BA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A596FC-E52B-857B-E666-9F8643C62B15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E3A1E3-5157-B95D-B488-A032DF85D757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928B3C-AF33-9C72-E454-6780AFC37138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CB5410-FCFE-2A72-A23A-DF1565A568AC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F0ADBB-0904-66D1-2176-33B688F8534D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7234406-F14A-04A0-9692-BC57378D84DA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E20076F-B446-4DB2-DA52-E48975FEFF33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76CC9C3-C4BF-CCD5-AF49-386E67D159FF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E08F0A0-7D52-DFA2-DFA3-3742F33E6D8F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A665DE8-1251-6090-58EE-FD30BDA6FF5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E5A01DB-1292-34B4-1780-E0F62EE7099F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8B56C7-BA6A-D904-B334-348B35BF604B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51D2EDA-74D5-A2D8-832A-F5B837ED05A6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57A6FF-D286-8A7B-E5B0-5F9B39C8A22E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A27EA6-A67E-9AD4-46CA-03439B0DF8A8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0ACC81F-92AD-62CE-3B90-4597ACEF2ABC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21AF0FDA-D82F-FD80-645E-E56FE4F3EA2D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3AB6DDF8-157D-B3AC-0075-A4330C77B15A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3E43AF0-D878-EEB4-CA33-D8D065868166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A727AF-3D43-0CBB-CC72-EC4A4328E562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740814A-B27D-7BB7-0E72-07CA6DF85ABF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3270EE-83CB-9FC0-163D-28E9E7C8A93A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0F8DB19-3B9C-BD1A-39C7-DEEBA09E441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980402B-58A4-C57E-EFE4-CB9E7D33FAEE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493633-EE15-E97C-BD31-9CE683E4512C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FC812C-5943-12A2-21C2-C6D7B2C96D49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54B229F-DAA2-27A4-A769-F6E1BEEB1BB0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3BA30FD-F412-7F9C-E1F3-8F78CBD0BA7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2784227-0731-E0AC-8CBC-AEBF9F5E34BC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FB915C93-4D72-C0B8-3C8D-80B9D8281A58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8ABF63B4-3222-EAC9-94C5-58AC3BD269DE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DA6169-345A-004B-1A12-97AE170401BA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C4D219-09D2-FC0C-ADD9-93E83D9F646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42F239C-280C-FBB2-4F88-B36893BFD0B7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30C0251-1144-6B65-F447-A982F4AFD4F1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CC0057E-2361-D69A-1507-45C8926C4EC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6281B4A-15AC-5C31-C89A-0ADF438B81DD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8F7C8A1-5C9B-C072-AFA4-4DB18F37FD8D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32DCE7B-A16F-6231-9929-EF5916633939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294F99C-7307-6F43-577B-5609F720BEF6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5847E00-5422-30AE-4635-2E569F446B1C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20219599-E2F8-2DB0-1B0C-D611CA1CA56E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3C901E1B-E046-5B76-7C2C-445376D0B4ED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336FC7F-47DA-4A68-C895-1C8ACAFEBED8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4C8F2DD-3FC3-C1F8-1C68-9102C1B184AF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8DB001-1191-F116-BE76-59D1DCF6B72F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4384BBD-E90E-4629-8F35-7F3F7F8C8CBE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5F48401-B287-B97D-632F-BC2B6848C66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E488CC2-7223-DAD6-5B1E-017AA6A57DD1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2BE1A09-249D-D9FD-AFAC-2672F911CFE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7BC6774-9432-3602-A9A5-56BAE1CB0D4E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5C2433A-2ECC-4404-56F7-0D32FF2C5B5C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BD581E-4676-ADC5-CDCC-48D601AC7D07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B94F525F-FBC0-F96F-57D7-D3B11EE1350F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4B4E8D4E-6DC0-2FB4-0B9C-29AD0024BA15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6508DAA-0660-8320-4996-12DB759FA46F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42C0816-F09B-D2F3-60CF-725C17737FA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733649B-5F46-E428-2E24-4653C86580F7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BCC32A0-F701-F7E0-7E4B-65CD149B92A4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743E560-6A64-829E-FECC-F6A7F9D67188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8C3D7274-6114-835D-CEC1-BA1D88B9E8F7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3AB3DA1-4959-DF89-5B4E-3202DC09CDB9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0386A6C-22EF-536F-8C81-6883B196A2C2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9CCE705-64CE-A877-E74B-46AE9238B239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FA47C4D0-C5D8-2302-C800-47FD46384EE4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C1A3042D-7205-6C0C-1508-FD137DDA75F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79044894-16C4-9D6D-EC33-B0D68BF0ECDE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F6C090A-2C2E-22F4-E04B-FFDC92AB6A23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9C3C2C0-A51A-A816-AD3F-7F4A71BEA64F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59A031F-ACB4-B293-1AE5-C46953AF11D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216B60C-A0B0-76CA-DEE5-214C64C8551A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27102D9-2685-8B6E-7255-AE766D8EE2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B80179A-FC1A-4D0C-C18B-E6DD54A47775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156CD90-E259-1331-5129-6DE1047F58EE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E4E18FF-32C3-65E3-818D-745F326FE4E3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3ADC416-9BDB-D1B6-37EA-5E88D43D33A6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39EC710-E875-9A9A-2BE1-FB530C97385E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2C626D77-19B1-5C85-3D1B-30A898CB6749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66E051E3-F51C-C95B-4463-E99F5656A9FB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EDF44F3-68D4-490E-BAC8-BB7EEC876EC0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8797914-01E0-E508-A514-D66A686BC85A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40224387-B796-8AEC-0C32-8A1A6A57CDA6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195349D-5FB5-EDD8-AA47-9BA9CF024637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248FE32-8CDC-45C7-B055-0D62E0B0225C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0A7CBB9-7A72-834D-CB91-2E9B070DF81A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81ED275-24FE-0B23-9C9F-47369AE7D621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FA6C1AE-2BE7-9BF2-B091-92D4D2A48220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5F148D6-3E82-1C26-0B34-84C015F1DCFA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F202A03-3ACE-A7E5-8AE3-E74A7EB2F492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B20727AF-3924-6BA4-5818-C640649A6F2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13504AA8-2B07-6517-6153-245199CB8FCA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1AA4E65-BF66-AA7F-F21B-DF16A2FA01FE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A1FECB-C9F2-AF08-C4BC-068F74B5BA93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FDEF08-1AC6-ACFD-8801-7A7A2C786348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54654-4462-4E1D-778E-3F9586C39DA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8B55E-B9DC-5299-A572-EB863463BE7C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9AE5A-D1BD-EC70-2B39-5E6CF90D5FAD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AC1B72-6BA4-8461-776E-E1EC3E8CF0FF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4CF23B-ABA7-9B28-F298-5AB374075B5C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E787447-0E23-5780-B310-F4D0C2857859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D03086-F9D3-3132-9908-E4808D55C117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DB3484-5DBE-76A9-86A5-844C71E0CD4A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83EEB0-D1BA-7F5F-FC89-FA7CC9DDD14A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6849BF-445C-531E-9A27-0A548F35ED61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B82EFDF-DDEB-8B91-FE10-F06B1BEEA6E0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9AE51B-6F5D-73EB-CC81-FC81493F2AD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F893CB2-3805-40C4-1AA0-72618390292D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43AD83-4C44-23F7-829E-0A6990B4E83D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154B5D-87F5-0BAC-E69C-6765E97A0D23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4FD4015-DEDB-393E-1F8C-194D00E20743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948DD48-CE51-328E-517E-8D5B2D010231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22FCAD-449F-AB15-B402-0ED150C1845C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7D66B0-5781-BDDC-A030-D71D62C5096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CB7AFAC-10D5-CD95-741C-9020FDC285D7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1C8D2F-4A02-D746-D601-10854C24BFB5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4036EE4-3F0A-F656-E52D-47BE3372E9F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884343-FB1A-9165-CCD8-293B45C73AD1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9166A8F-EF2D-07E8-C43D-8E09FC6458D5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8C01DFB-C69A-A18B-B41E-0C35D22C3D3A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FE6EE5-30AB-6D43-67B5-CAA7FEAA8C72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86CB95-3E15-7013-AAFD-A46894B3C35C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1E8E2C0-E0EF-16FE-8A05-C0B6A8EEC902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018E1CA-5586-73BD-0A08-0CC549A1F318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C057C6A-9C91-385D-D4D2-DCB283917282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21AF693-3EBC-AE21-B2B4-E585B668B7D5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9A8D9C-9F6A-ED9F-10D5-7D362BBA7745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2582472-8FFA-2369-1187-3C7669555137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DD5D11-6C3F-A6B8-39D9-E19F4919E3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F8F844-C310-277A-DB4A-B3891BE77EAB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302DD6B-F3DF-4A39-839D-4C8EAE9AA505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889E12-CF3E-96FE-9BF9-71C6E54625B6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6828937E-8F52-ECB1-D6A6-D031C754C7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8C629DCB-595F-06C7-E8A2-7F25668CE9FD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4612B58-43FC-4ED9-35A8-39A1164CE1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83361A2-55CE-72DD-60F3-36103A10F4DA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F33B392-6244-8FAB-BDDD-ED142E048507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91D4382-89B7-4391-589C-3D0884E3F208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B4439B77-FA14-FDF8-34EA-E48027F376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BA00A4CB-F66A-EA1A-4311-3F8E59009DF0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9D357FA-4A99-9751-0937-D9D793C90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3082491-15A5-B01B-C32F-1CC9836A014C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DAD5A4-3797-D9F5-246C-12E991E0AF08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14CA08-8F2D-81C2-FE77-4E085F169C16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A1913E32-8AC5-5C6F-5080-55B69ED950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8A659ADB-5B56-E0AB-075D-75B802B4E372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23133C8-4E3C-9C42-94BF-667DD4CC44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4E65EC-FD86-02B1-5F56-13B1A2B06A4D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D17AA06-9D01-A38F-4BDC-CA7A2924EC18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2C12FBD-E07D-5CDB-9228-CBAA14F3C099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CA5FC818-8148-FBE0-2EA8-B00C3CDBA5A2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9893BA73-8488-7983-1045-3F7E333A1DDA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AB60E5C-4983-0A88-2DC6-F9689D607EE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20F85E9-19F7-4FCE-9989-77E366E22140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9D25821-706D-367C-52C8-0DC9C6012F08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C371435-C7C6-5A5B-78A9-6B5B36EB873C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C1A233D9-A832-E2DF-E745-B210CFC9E0C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5493773B-844E-22CD-945D-6714C5573856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CE130DB-CBE6-745B-ED0A-D0423CE3AF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EB3C0E1-6169-4FF7-7FCC-666E3C62785A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807AF7-0704-7258-E2D2-08126C37B072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3FF9E2F-0AE7-06B5-EAA4-F6C21764896A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BC5814AE-0008-1ED2-C52B-8B77DC3AA0C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F03CB3C6-E875-DDB1-CE7C-F88DE9174219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19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0006-B9E7-74BE-A093-CAE489D9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C122E8F2-EC57-E345-DD76-E50BC635C00E}"/>
              </a:ext>
            </a:extLst>
          </p:cNvPr>
          <p:cNvSpPr/>
          <p:nvPr/>
        </p:nvSpPr>
        <p:spPr>
          <a:xfrm>
            <a:off x="241751" y="4024758"/>
            <a:ext cx="1176898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7196CA3F-B76E-1F2F-392B-24F90CB44103}"/>
              </a:ext>
            </a:extLst>
          </p:cNvPr>
          <p:cNvSpPr/>
          <p:nvPr/>
        </p:nvSpPr>
        <p:spPr>
          <a:xfrm>
            <a:off x="2322799" y="4024758"/>
            <a:ext cx="1176898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26B19C0F-CC45-D6C2-F6F0-05C82F6C3CF5}"/>
              </a:ext>
            </a:extLst>
          </p:cNvPr>
          <p:cNvSpPr/>
          <p:nvPr/>
        </p:nvSpPr>
        <p:spPr>
          <a:xfrm>
            <a:off x="1530946" y="5304454"/>
            <a:ext cx="4120055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7007A245-7D24-2DDF-9E7F-0DE4285793EB}"/>
              </a:ext>
            </a:extLst>
          </p:cNvPr>
          <p:cNvSpPr/>
          <p:nvPr/>
        </p:nvSpPr>
        <p:spPr>
          <a:xfrm>
            <a:off x="1555346" y="4826164"/>
            <a:ext cx="4120055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0B06BFDC-11EE-2CCE-D3D3-3DDE65B2B350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2F526-EFD6-2F8B-D387-AF2AC5648517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E9155-622F-D660-4D42-2390AF0DA191}"/>
              </a:ext>
            </a:extLst>
          </p:cNvPr>
          <p:cNvSpPr txBox="1"/>
          <p:nvPr/>
        </p:nvSpPr>
        <p:spPr>
          <a:xfrm>
            <a:off x="3830649" y="2102966"/>
            <a:ext cx="103823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qubits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2393547-CA44-1985-57CC-B2E463B1BF98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BE0AD3-5906-31DB-A2FD-2D0D5F76FA19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B14E3D6-4576-BF3B-6D04-CADACD50F52B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C03C7B6-F349-63A3-EE9E-504CEBCEF244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B267044-D735-D776-77CE-656347CA188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97CC92-4887-E76D-6F8A-1CD6F20F9E3C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B2665F-FBE3-F918-04E5-B53EDABF63DD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552AD-57DE-A696-616E-500FBB7F1125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DD1CD5-8F91-3055-71E3-6733BAF33D2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161BDD5-56EF-0869-7EB2-57AD0CE1F8BB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380568-1D70-874A-9C2F-9D2CA944FB89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0BF71D1-F4A7-3A9B-EA8C-4B5A761D637A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D71FDA8C-5728-B6B4-9A64-361DCE47FEEE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2831AC5-B76F-8B20-6AF0-3CEC0BAD9A73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A577AD-10C3-48F9-5644-CFE848502615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676CBFE-03BC-2BAF-8834-DAFEC6A835AD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224C722-7AF2-B2B0-A1A4-F5316091ECC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382CFB7-CCEB-24F2-3FA0-9E7702BBD41A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3593247-356D-EA94-9994-AC6C5E25B75A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D7A2E8E-09A2-9657-EFDC-C0936D898A90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4A3688-EC11-7F3C-8C41-E72A384A5EA7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B1B1106-E223-C2D6-D566-E958E6976FD4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C5C462B-FB5E-7AE8-E153-FCC77DAE74E5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893B541-B3A4-6A63-93A1-CFBC6B82B12E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E69D1D40-457B-4CED-6D33-1A79131B9C7F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A2B7F05E-1D6E-9002-4C38-F2CDE3854FD6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210DC2D-0835-DE0C-44AB-9018B2929065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CF620A7-5B44-99B4-D468-C917061EBB8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67EE961A-D595-21A3-BAB0-1BAD74E7FE92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1CC7438-708B-F916-76DB-D709CF4A8F7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A823391-ADD2-DABB-9B49-4AA148FC8D1E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61E580E-CD77-19D2-DF81-8ACB653B6EA4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C765EEE-5CA0-E2A0-566E-D9DE86E76BB0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BD2F6F0-A362-D5B3-DA0E-67F0A935A73D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7204EBA-009E-2E40-EFCF-B6071237CBC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4C1040F-8110-1171-783B-E1A1FF9C0ADA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8D11CEAB-4948-6EA2-BAE4-CC38A3721755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2C66D515-DF5B-69EB-C504-770A169492F9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7CDCC56-7A9E-25F9-5D62-E5442E298FC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01E2439-23AB-C87E-E439-2889D8C9F643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A2866B9D-8AF7-B03D-DA04-36244CDE0C84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47EB201-959B-1DEB-01ED-5EEE6E08BC79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D27792E-F947-79B1-3370-876BC79FE890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43BE54A-65C6-CB82-1955-405A7A586AD5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977662-5EC9-AF5A-6086-5448A73B1C8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FC8F45E-4C19-97E8-CD89-4BD1313320EA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86D0F46-8617-3DD3-A613-5826A1BEE064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DBFAD5-B7AC-2EA9-2FD7-EFD0CE1E8A7A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982A0CEE-93A5-9055-8735-5124B645FC8B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5DD65637-F2A2-0453-E970-F4CA9F87D5BD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B6B36D7-4B99-D591-7A13-F79821F8FC5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D37CDE4-91BD-89E1-560D-9686F28B756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7E353D5-77A1-07BC-0E13-29C935A9B008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B497955-8CD3-B160-ADFC-67E76345EFD7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DCBFAD0-D90C-209E-34FD-F41A23B3EF27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AACE8E41-EFD9-36DD-AE8C-E12B08056DE4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DB7584B-B596-7EFF-6AE0-DDBA966BCFCC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8FC87C-03F3-40A3-94BF-E8B065759D5F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E9A236A-C7F4-40B7-64AF-26EF4A89769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40CD1897-77BA-5C83-11B0-619565297C2F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7946CB3F-10C6-E741-AED1-3AE1AB06B3B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8D92B732-92B6-CD2A-4A05-072E113610CF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0C3AD25-AC15-EE7B-5C45-0919DF22D28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F7DAEF5-1B3C-C992-0D5A-721EBDCCB30A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76A7A67-195B-B03F-ADBD-792B61DDE60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7D244F8-A276-0782-30DE-70CD889D6C05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45C8876-47AA-E471-4894-478E2720BC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C646D37-5B10-4601-83F8-6CBC93520AB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F4AAF86-7FD0-E9BD-1786-30C4E033EF59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0AA6AE3-C26F-2437-182C-25873CF0DA38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0A10C1D-EE36-B6C5-77D6-B37BC245B61E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DBDF917-5B8E-8CDE-6EB6-F81775CD8CCD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0B9F42CF-E35C-895F-9C4F-181C6F56AE66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28B7BC14-F325-8DC9-889E-5C060C4A0390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46838A2-21B9-71DC-A8DE-7E232A0CDE82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2C4F27-38A6-16B2-587B-3E37F5AC41FE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543F05-8789-156F-6CCB-9B6466CB202B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8A11E8-AFD7-0F16-8506-BB23BF9C370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076C9F-669A-8FB6-BB89-47B837E4BFC5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58D83E-117D-DFB6-4CCB-D2FDDBCE2CDE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2B7D56-A621-383D-65AC-A45E05CA845C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857213-B31C-B9A8-8B07-1F96DAB7A7CE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D357EF-66EE-F1F2-CA93-59647367B6E7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6F74-C253-44EC-2550-AD5B6E4B2BCC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09D019-9A5F-41FA-1427-C55715AEA712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A019F0-CAB7-42AE-3567-E753DB12C80C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F65CFE-E237-689C-AB33-FB0077C781DD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C20F4A0-7EF8-86C1-6D92-6FC3E25D10E6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F7362C-820E-E428-0D3C-9FB7E2DAA01D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284C4B-05E6-5FF4-D66A-635E7B7BB84C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3C44A9-478F-BC0D-A061-41B2E6862984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0B3D15-7DD6-47C6-5DD1-4D5ECF6BFDDA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69C9F7-78ED-FB14-A6EC-FAFFEDF6C9C4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5D66B2-FFFE-8389-5971-E65824B3C02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4693E88-D04C-9183-7A28-C170F3B65B55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1B764C-012C-6ACC-78AF-DFC9E178BE14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2A2B759-36E5-34F9-E8E9-DE09E93E3C79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EDFD42F-EA91-16D0-7DF7-6F3AFF3B3F52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073D6D5-C40C-0B72-6A0C-C79CD96F529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6A3BA5F-0025-5C57-0A45-6744BB0B4C7A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B2D73A-997B-C93B-5DA2-688832E2BD19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75406C5-3ACB-AA28-EABC-6FBF348A5828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94D134-77FE-AE0B-8A9B-8EDCFE6CB494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B8BE985-EEFC-217F-3668-8E6631132CE1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555423-C5F3-1F9B-8856-7E2A70EA00C8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85AF540-31D8-BEEA-3B0F-68D4E0D17520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D5A9A22-B2E1-56E6-E853-B5E285D0BA56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1F00702-2ECE-F54E-C023-6946E2F3D886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D0EB3E1-A3FA-96CB-81D7-A17BCE2C4A70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297431-1B1D-30BF-9F84-A2C5A84146C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4F66B8-BBF3-0830-519F-6E7AEA78FE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DB2F99-4D5B-B32D-D62E-2CE8E311979F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1B6A747-4070-1919-51BE-4B612116FC60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AA71C7A-801A-6F0D-8EDC-64FFB42830DD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315485B1-EA5C-13F3-8602-87A7BCF46F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71256059-948C-4AE2-3F9F-27A546C5E362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673767-45A7-2BF4-6AFA-99BE92C6F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4AB14AA-EB82-D682-A0E7-4D2F71171879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07E87E-DC48-7B7C-95F9-840D28C04CA0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E1E7729-49CE-67C7-A723-B08BC14C17EB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FDE22624-DD3C-590A-F672-9E3218D8E7A3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2341F31F-8EDE-627A-687D-D7B177004D79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0C6D89F-36D9-6D85-27DF-CBACE97FFF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D441123-DD39-9D53-8673-0B10C89F90F3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64166E0-66C7-7F49-CF15-C97ECE0EE073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BA9E5F-8F28-196C-4EE7-F2F56B508177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D1B0627D-8F8B-24DA-B916-838C264F128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E1282C21-2B19-4838-49DB-DD8681840E4B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4513082-8CAC-86F6-8FE8-98747349F8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F2D86-5B04-AD95-175F-97B0EC913FA6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F03A839-ED4B-DB12-E8E6-6A5B029A9915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1A1D7CD-56E6-B598-A517-E4D967BE04EC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DE2EFBAC-688B-1D1B-194A-7D2FD9E0B0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5792E7F6-314A-473E-6ED8-D64FFFF9A096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66901F-B6DC-1CE6-390C-0D37316547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773CE49-7633-C757-50AB-CBC755674017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569F939-EE5C-B00B-C537-2412155B0503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7ABFDD-86D4-FFE7-97AF-158056362C14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055E4AA4-2B8D-93EE-269E-C666D3A2A2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FA484525-E325-FB84-1F7D-16736C0EA00C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A309D8-E7BA-5CD3-2CCF-B057F42693C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11276D-A998-28CE-29BE-45091D633BF5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28FEF2A-01C1-0A5E-4682-71514A133909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755F047-86A7-81AC-5349-740F75E1B68B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A3A6899B-175E-E0F4-3602-81569FA58EB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0B3A962B-A2EC-1E12-4293-8293311C76DB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2B6B3E40-1DD1-1D8C-A7CA-77F3647E94CD}"/>
              </a:ext>
            </a:extLst>
          </p:cNvPr>
          <p:cNvSpPr/>
          <p:nvPr/>
        </p:nvSpPr>
        <p:spPr>
          <a:xfrm rot="16200000">
            <a:off x="558995" y="2038095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8DC83EC-1F39-577F-2825-5CC994CE1EA5}"/>
              </a:ext>
            </a:extLst>
          </p:cNvPr>
          <p:cNvSpPr/>
          <p:nvPr/>
        </p:nvSpPr>
        <p:spPr>
          <a:xfrm rot="16200000">
            <a:off x="627311" y="2106371"/>
            <a:ext cx="412074" cy="4120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69D8B26-BA0E-FF06-B73D-FCAF1E0D2694}"/>
              </a:ext>
            </a:extLst>
          </p:cNvPr>
          <p:cNvSpPr/>
          <p:nvPr/>
        </p:nvSpPr>
        <p:spPr>
          <a:xfrm rot="16200000">
            <a:off x="2625444" y="201709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D2789CC-9287-3849-2E2E-F51F015D7AE8}"/>
              </a:ext>
            </a:extLst>
          </p:cNvPr>
          <p:cNvSpPr/>
          <p:nvPr/>
        </p:nvSpPr>
        <p:spPr>
          <a:xfrm rot="16200000">
            <a:off x="2536521" y="1936671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4BC6E4B-A52F-DAE6-C75A-E091D7CF3BAC}"/>
              </a:ext>
            </a:extLst>
          </p:cNvPr>
          <p:cNvSpPr txBox="1"/>
          <p:nvPr/>
        </p:nvSpPr>
        <p:spPr>
          <a:xfrm>
            <a:off x="1474490" y="204754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5871262-1459-576E-7A43-454D31692A0E}"/>
              </a:ext>
            </a:extLst>
          </p:cNvPr>
          <p:cNvSpPr/>
          <p:nvPr/>
        </p:nvSpPr>
        <p:spPr>
          <a:xfrm rot="16200000">
            <a:off x="496216" y="2975769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4D149C9C-EBB1-502B-4429-AF8E7FB0D962}"/>
              </a:ext>
            </a:extLst>
          </p:cNvPr>
          <p:cNvSpPr/>
          <p:nvPr/>
        </p:nvSpPr>
        <p:spPr>
          <a:xfrm rot="16200000">
            <a:off x="574760" y="305543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EFC1CA5-2B15-C704-B0C3-FBBF7258423A}"/>
              </a:ext>
            </a:extLst>
          </p:cNvPr>
          <p:cNvSpPr/>
          <p:nvPr/>
        </p:nvSpPr>
        <p:spPr>
          <a:xfrm rot="16200000">
            <a:off x="2694021" y="3156187"/>
            <a:ext cx="369044" cy="3690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4CF63899-E2B8-07AD-5D5D-26FF7697DFFE}"/>
              </a:ext>
            </a:extLst>
          </p:cNvPr>
          <p:cNvSpPr/>
          <p:nvPr/>
        </p:nvSpPr>
        <p:spPr>
          <a:xfrm rot="16200000">
            <a:off x="2544867" y="3017484"/>
            <a:ext cx="664987" cy="66498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260F99B-328B-F00D-6F98-AA5190F4C820}"/>
              </a:ext>
            </a:extLst>
          </p:cNvPr>
          <p:cNvSpPr txBox="1"/>
          <p:nvPr/>
        </p:nvSpPr>
        <p:spPr>
          <a:xfrm>
            <a:off x="1531606" y="305026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FF70263-1351-47F3-91AA-266C749DCBDF}"/>
              </a:ext>
            </a:extLst>
          </p:cNvPr>
          <p:cNvSpPr txBox="1"/>
          <p:nvPr/>
        </p:nvSpPr>
        <p:spPr>
          <a:xfrm>
            <a:off x="3820932" y="2971509"/>
            <a:ext cx="1833194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Stabilizer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Generators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39E196-845B-8211-5E33-3D66359C4B1C}"/>
              </a:ext>
            </a:extLst>
          </p:cNvPr>
          <p:cNvSpPr txBox="1"/>
          <p:nvPr/>
        </p:nvSpPr>
        <p:spPr>
          <a:xfrm>
            <a:off x="314102" y="4007238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X-type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461146C-E16C-B037-13F7-36A1A7857236}"/>
              </a:ext>
            </a:extLst>
          </p:cNvPr>
          <p:cNvSpPr txBox="1"/>
          <p:nvPr/>
        </p:nvSpPr>
        <p:spPr>
          <a:xfrm>
            <a:off x="2400405" y="3999846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Z-type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CD02B9D-3CEE-EA96-4868-0CA45DBE9D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2503" y="4847523"/>
            <a:ext cx="5259291" cy="900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/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# physical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, # logical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blipFill>
                <a:blip r:embed="rId40"/>
                <a:stretch>
                  <a:fillRect l="-154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/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/>
                  <a:t> : (</a:t>
                </a:r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parity check matrix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blipFill>
                <a:blip r:embed="rId41"/>
                <a:stretch>
                  <a:fillRect t="-5556" r="-97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/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Hypergraph product (quantum) code: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↦[</m:t>
                    </m:r>
                    <m:d>
                      <m:dPr>
                        <m:begChr m:val="["/>
                        <m:endChr m:val="]"/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blipFill>
                <a:blip r:embed="rId42"/>
                <a:stretch>
                  <a:fillRect l="-906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190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2825</Words>
  <Application>Microsoft Macintosh PowerPoint</Application>
  <PresentationFormat>Widescreen</PresentationFormat>
  <Paragraphs>760</Paragraphs>
  <Slides>43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Abadi MT Condensed Extra Bold</vt:lpstr>
      <vt:lpstr>Al Nile</vt:lpstr>
      <vt:lpstr>Aptos</vt:lpstr>
      <vt:lpstr>Aptos Display</vt:lpstr>
      <vt:lpstr>Arial</vt:lpstr>
      <vt:lpstr>Calibri</vt:lpstr>
      <vt:lpstr>Cambria Math</vt:lpstr>
      <vt:lpstr>Chalkboard</vt:lpstr>
      <vt:lpstr>Office Theme</vt:lpstr>
      <vt:lpstr>Enhancing Belief Propagation Decoders for Correlated Errors Using Cycle Error Reconstruction</vt:lpstr>
      <vt:lpstr>The Big Question …</vt:lpstr>
      <vt:lpstr>The Big Question …</vt:lpstr>
      <vt:lpstr>The Big Question …</vt:lpstr>
      <vt:lpstr>The Big Question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Belief Propagation (BP) Decoders</vt:lpstr>
      <vt:lpstr>Belief Propagation (BP) Decoders</vt:lpstr>
      <vt:lpstr>Belief Propagation (BP) Decoders</vt:lpstr>
      <vt:lpstr>Belief Propagation (BP) Decoders</vt:lpstr>
      <vt:lpstr>BP as a Neural Network</vt:lpstr>
      <vt:lpstr>BP as a Neural Network</vt:lpstr>
      <vt:lpstr>BP as a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Adding CER inputs to BP</vt:lpstr>
      <vt:lpstr>Adding CER inputs to BP</vt:lpstr>
      <vt:lpstr>Adding CER inputs to BP</vt:lpstr>
      <vt:lpstr>Adding CER inputs to BP</vt:lpstr>
      <vt:lpstr>Adding CER inputs to BP</vt:lpstr>
      <vt:lpstr>Numerical Results</vt:lpstr>
      <vt:lpstr>Numerical Results</vt:lpstr>
      <vt:lpstr>Numerical Results</vt:lpstr>
      <vt:lpstr>Numerical Results</vt:lpstr>
      <vt:lpstr>Numerical Results</vt:lpstr>
      <vt:lpstr>Numerical Results</vt:lpstr>
      <vt:lpstr>Conclusions and future work</vt:lpstr>
      <vt:lpstr>Conclusions and future work</vt:lpstr>
      <vt:lpstr>Supplementary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Pavithran Iyer</dc:creator>
  <cp:lastModifiedBy>Pavithran Iyer</cp:lastModifiedBy>
  <cp:revision>70</cp:revision>
  <dcterms:created xsi:type="dcterms:W3CDTF">2026-03-14T13:19:42Z</dcterms:created>
  <dcterms:modified xsi:type="dcterms:W3CDTF">2026-05-26T16:00:26Z</dcterms:modified>
</cp:coreProperties>
</file>