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5" r:id="rId3"/>
    <p:sldId id="259" r:id="rId4"/>
    <p:sldId id="286" r:id="rId5"/>
    <p:sldId id="274" r:id="rId6"/>
    <p:sldId id="294" r:id="rId7"/>
    <p:sldId id="298" r:id="rId8"/>
    <p:sldId id="312" r:id="rId9"/>
    <p:sldId id="307" r:id="rId10"/>
    <p:sldId id="311" r:id="rId11"/>
    <p:sldId id="313" r:id="rId12"/>
    <p:sldId id="308" r:id="rId13"/>
    <p:sldId id="310" r:id="rId14"/>
    <p:sldId id="314" r:id="rId15"/>
    <p:sldId id="269" r:id="rId16"/>
    <p:sldId id="281" r:id="rId17"/>
    <p:sldId id="282" r:id="rId18"/>
    <p:sldId id="270" r:id="rId19"/>
    <p:sldId id="271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84"/>
    <p:restoredTop sz="95190"/>
  </p:normalViewPr>
  <p:slideViewPr>
    <p:cSldViewPr snapToGrid="0">
      <p:cViewPr varScale="1">
        <p:scale>
          <a:sx n="127" d="100"/>
          <a:sy n="127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4371-F022-C94A-838B-289C6E1B1FC8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410C4-C2EF-EF4D-8480-B55C06CBF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410C4-C2EF-EF4D-8480-B55C06CBF8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1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43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8AA91-BD47-9BFE-4496-0CD730B4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16BF5-E00D-6F14-1D49-CC030287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06FFF-4CEA-96B9-3D69-8D8324021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E9D0D-6133-89B2-8DE8-7128986C0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8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8A76-1645-544D-F0DE-82D2DF62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783E0-4F84-A532-1941-545C40C0C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DD122-FFC5-795C-8E2D-FCC0F5DA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32E94-313E-FF85-FA48-B0FFD4CAF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42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CA0-C54A-12E3-87DF-CE41D0C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CB8E8-0CCF-64EF-4FE8-943000A61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E8CB6-7286-2D00-6488-ED409AAC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66CBC-4E64-057E-EACF-FB2921D3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1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22C7-9CFB-2459-F3A4-7EDC37E14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060CD-17D8-1036-D979-87C912B2B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22F55-7C8E-9FAC-0DBC-23C7B10A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D97F5-E55C-A9F9-8561-4E2EF99D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28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C4A7-738F-0D4B-8EB0-2A0FE673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9AE2-2B3B-5200-1275-499AB968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51EB5-12AC-C71C-0248-CAD952E81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B5E8-D95E-5FF7-FE2F-F44C2966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3CBB7-795C-F54D-AE52-A647DF6AF4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B7D-1FCC-83BB-1BC4-EDAC4ACF1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B4D6-6DE8-F969-5FCB-CB2D2FAC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CD48-8821-707B-ECD2-27966594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821F-506F-9934-3FB5-DD7FDA06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7FB1-3A77-7C41-752B-3CC0711A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1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2050-62FF-1278-61C4-F5BBF965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F238-B5C3-AC79-DC6D-56C46B75C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04AA-096C-2877-81A7-C2AB8768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B46A-F3EC-907E-B71E-AC7E02FB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3B62A-3BD6-C275-42CD-410E86DE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3CE3-D807-4E77-2BA1-8048331D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83C1-205D-D321-11B5-B89B2054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0777-1DDD-D57A-B8D0-6FB1277A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F89F-FC0F-BC7F-1BAC-43EFDD4A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05E3C-BB5C-027B-3702-49868BFF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DE78C-6840-D23C-9955-3843BB0A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19F7-1887-2034-A250-FA9C95ACD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12E1C-1C92-217A-48AC-01C872F85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EAB90-6FB8-C876-0535-699976F3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1BFC-A673-4D45-140F-549D90D1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71840-8D50-A32A-414A-CD74B732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8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162D-B673-C82D-E965-097B6F1A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3117F-4935-E85A-13CE-056672B4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07880-8B53-1039-BDFF-70F3E0D0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2D8E6-C2B7-19A1-D5F0-FE7E9D7CB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A0FF2-A17A-6BA8-D01B-7337B2E2B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CE2B1-EAA5-F94D-F5C1-A429B00E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1391A-6D99-298A-843F-843740E5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28B31-D80E-43CA-189A-712D6F4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0A5A-9A35-6ACC-9BED-BC55AB78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F0263-F576-941F-BDDD-003CE914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9CCC7-2A42-914F-F899-C27D0595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6205D-1465-B22A-B1A6-777C30B4F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5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96C28-C117-7EC0-2AEE-AF6CCD0E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D53CC-974E-4F87-A994-71D40B46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4C388-29CA-5F78-41A9-F9AAB362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ED55-2279-EB7F-FB3B-BE5048FA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420D-05CD-8DFD-88BE-7185FE1F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571ED-0271-D30E-C8D3-117EB7E6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437B-753B-8975-361A-23788600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002E4-FE6C-6B0D-6374-04396BF0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0558B-3F98-35D3-B9B2-488EE4CD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3D7D-3FA7-98AD-5BA2-43336134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BC70C-7267-F247-56E9-F891EEB4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C8E2A-0884-8A54-DDBD-497F2FB7A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EB1A9-497D-D2CD-7BC4-81499421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794B3-1759-2081-6F4C-4397F2D3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52FC-4BA7-862D-B85B-DD38F9F9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0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535C-5AE3-573C-865A-83A9D1E1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F07C3-1F1F-6481-8040-6B9FA91E8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3569-8C7E-11F7-F604-FD9060EC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D790-3476-3029-39F5-03A437AF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5E95-58C2-1418-EEB7-EB034557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ACE9A-4D20-C7AD-1DE5-6D85D39525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B371A-6FCE-21EE-0DA8-BA60129CA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07A3-5885-A835-A2A4-6972497DE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728B-1A26-B0C6-34A0-F50F828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A6A0A-6D6B-7AD5-FF56-6E48CAD5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30EA2-D797-6E8D-D85C-26346EBF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A378-5670-9363-C332-2996A1AC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0AC3-3CDF-7DA3-485F-13E1C417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8E754-12A2-894A-ACC1-84B1AF5E94F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DCDD-B76A-2ED9-88B9-B5B370C0D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FB93-127F-126B-9724-ADBBDBD8E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146F6-8AE5-F64B-A9D3-2B2A75F4F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8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44.png"/><Relationship Id="rId3" Type="http://schemas.openxmlformats.org/officeDocument/2006/relationships/image" Target="../media/image3.png"/><Relationship Id="rId21" Type="http://schemas.openxmlformats.org/officeDocument/2006/relationships/image" Target="../media/image46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43.png"/><Relationship Id="rId2" Type="http://schemas.openxmlformats.org/officeDocument/2006/relationships/image" Target="../media/image80.png"/><Relationship Id="rId16" Type="http://schemas.openxmlformats.org/officeDocument/2006/relationships/image" Target="../media/image19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19" Type="http://schemas.openxmlformats.org/officeDocument/2006/relationships/image" Target="../media/image98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47.png"/><Relationship Id="rId15" Type="http://schemas.openxmlformats.org/officeDocument/2006/relationships/image" Target="../media/image51.png"/><Relationship Id="rId10" Type="http://schemas.openxmlformats.org/officeDocument/2006/relationships/image" Target="../media/image690.png"/><Relationship Id="rId1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1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202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710.png"/><Relationship Id="rId3" Type="http://schemas.openxmlformats.org/officeDocument/2006/relationships/image" Target="../media/image730.png"/><Relationship Id="rId12" Type="http://schemas.openxmlformats.org/officeDocument/2006/relationships/image" Target="../media/image740.png"/><Relationship Id="rId17" Type="http://schemas.openxmlformats.org/officeDocument/2006/relationships/image" Target="../media/image202.png"/><Relationship Id="rId16" Type="http://schemas.openxmlformats.org/officeDocument/2006/relationships/image" Target="../media/image76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690.png"/><Relationship Id="rId5" Type="http://schemas.openxmlformats.org/officeDocument/2006/relationships/image" Target="../media/image311.png"/><Relationship Id="rId15" Type="http://schemas.openxmlformats.org/officeDocument/2006/relationships/image" Target="../media/image750.png"/><Relationship Id="rId10" Type="http://schemas.openxmlformats.org/officeDocument/2006/relationships/image" Target="../media/image680.png"/><Relationship Id="rId4" Type="http://schemas.openxmlformats.org/officeDocument/2006/relationships/image" Target="../media/image301.png"/><Relationship Id="rId9" Type="http://schemas.openxmlformats.org/officeDocument/2006/relationships/image" Target="../media/image670.png"/><Relationship Id="rId14" Type="http://schemas.openxmlformats.org/officeDocument/2006/relationships/image" Target="../media/image7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23.png"/><Relationship Id="rId18" Type="http://schemas.openxmlformats.org/officeDocument/2006/relationships/image" Target="../media/image119.png"/><Relationship Id="rId3" Type="http://schemas.openxmlformats.org/officeDocument/2006/relationships/image" Target="../media/image121.png"/><Relationship Id="rId7" Type="http://schemas.openxmlformats.org/officeDocument/2006/relationships/image" Target="../media/image126.png"/><Relationship Id="rId12" Type="http://schemas.openxmlformats.org/officeDocument/2006/relationships/image" Target="../media/image122.png"/><Relationship Id="rId17" Type="http://schemas.openxmlformats.org/officeDocument/2006/relationships/image" Target="../media/image118.png"/><Relationship Id="rId2" Type="http://schemas.openxmlformats.org/officeDocument/2006/relationships/image" Target="../media/image120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11" Type="http://schemas.openxmlformats.org/officeDocument/2006/relationships/image" Target="../media/image115.png"/><Relationship Id="rId5" Type="http://schemas.openxmlformats.org/officeDocument/2006/relationships/image" Target="../media/image129.png"/><Relationship Id="rId15" Type="http://schemas.openxmlformats.org/officeDocument/2006/relationships/image" Target="../media/image116.png"/><Relationship Id="rId10" Type="http://schemas.openxmlformats.org/officeDocument/2006/relationships/image" Target="../media/image114.png"/><Relationship Id="rId4" Type="http://schemas.openxmlformats.org/officeDocument/2006/relationships/image" Target="../media/image128.png"/><Relationship Id="rId9" Type="http://schemas.openxmlformats.org/officeDocument/2006/relationships/image" Target="../media/image113.png"/><Relationship Id="rId14" Type="http://schemas.openxmlformats.org/officeDocument/2006/relationships/image" Target="../media/image1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11" Type="http://schemas.openxmlformats.org/officeDocument/2006/relationships/image" Target="../media/image6.png"/><Relationship Id="rId5" Type="http://schemas.openxmlformats.org/officeDocument/2006/relationships/image" Target="../media/image131.png"/><Relationship Id="rId10" Type="http://schemas.openxmlformats.org/officeDocument/2006/relationships/image" Target="../media/image135.png"/><Relationship Id="rId4" Type="http://schemas.openxmlformats.org/officeDocument/2006/relationships/image" Target="../media/image130.png"/><Relationship Id="rId9" Type="http://schemas.openxmlformats.org/officeDocument/2006/relationships/image" Target="../media/image13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23.png"/><Relationship Id="rId7" Type="http://schemas.openxmlformats.org/officeDocument/2006/relationships/image" Target="../media/image126.png"/><Relationship Id="rId12" Type="http://schemas.openxmlformats.org/officeDocument/2006/relationships/image" Target="../media/image122.png"/><Relationship Id="rId17" Type="http://schemas.openxmlformats.org/officeDocument/2006/relationships/image" Target="../media/image9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.png"/><Relationship Id="rId15" Type="http://schemas.openxmlformats.org/officeDocument/2006/relationships/image" Target="../media/image7.png"/><Relationship Id="rId14" Type="http://schemas.openxmlformats.org/officeDocument/2006/relationships/image" Target="../media/image1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136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6.emf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.emf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1.emf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3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151.png"/><Relationship Id="rId10" Type="http://schemas.openxmlformats.org/officeDocument/2006/relationships/image" Target="../media/image145.png"/><Relationship Id="rId19" Type="http://schemas.openxmlformats.org/officeDocument/2006/relationships/image" Target="../media/image12.emf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13" Type="http://schemas.openxmlformats.org/officeDocument/2006/relationships/image" Target="../media/image341.png"/><Relationship Id="rId18" Type="http://schemas.openxmlformats.org/officeDocument/2006/relationships/image" Target="../media/image391.png"/><Relationship Id="rId26" Type="http://schemas.openxmlformats.org/officeDocument/2006/relationships/image" Target="../media/image471.png"/><Relationship Id="rId3" Type="http://schemas.openxmlformats.org/officeDocument/2006/relationships/image" Target="../media/image3.png"/><Relationship Id="rId21" Type="http://schemas.openxmlformats.org/officeDocument/2006/relationships/image" Target="../media/image421.png"/><Relationship Id="rId7" Type="http://schemas.openxmlformats.org/officeDocument/2006/relationships/image" Target="../media/image281.png"/><Relationship Id="rId12" Type="http://schemas.openxmlformats.org/officeDocument/2006/relationships/image" Target="../media/image331.png"/><Relationship Id="rId17" Type="http://schemas.openxmlformats.org/officeDocument/2006/relationships/image" Target="../media/image381.png"/><Relationship Id="rId25" Type="http://schemas.openxmlformats.org/officeDocument/2006/relationships/image" Target="../media/image46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1.png"/><Relationship Id="rId20" Type="http://schemas.openxmlformats.org/officeDocument/2006/relationships/image" Target="../media/image4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1.png"/><Relationship Id="rId11" Type="http://schemas.openxmlformats.org/officeDocument/2006/relationships/image" Target="../media/image321.png"/><Relationship Id="rId24" Type="http://schemas.openxmlformats.org/officeDocument/2006/relationships/image" Target="../media/image451.png"/><Relationship Id="rId5" Type="http://schemas.openxmlformats.org/officeDocument/2006/relationships/image" Target="../media/image261.png"/><Relationship Id="rId15" Type="http://schemas.openxmlformats.org/officeDocument/2006/relationships/image" Target="../media/image361.png"/><Relationship Id="rId23" Type="http://schemas.openxmlformats.org/officeDocument/2006/relationships/image" Target="../media/image441.png"/><Relationship Id="rId10" Type="http://schemas.openxmlformats.org/officeDocument/2006/relationships/image" Target="../media/image312.png"/><Relationship Id="rId19" Type="http://schemas.openxmlformats.org/officeDocument/2006/relationships/image" Target="../media/image401.png"/><Relationship Id="rId4" Type="http://schemas.openxmlformats.org/officeDocument/2006/relationships/image" Target="../media/image251.png"/><Relationship Id="rId9" Type="http://schemas.openxmlformats.org/officeDocument/2006/relationships/image" Target="../media/image302.png"/><Relationship Id="rId14" Type="http://schemas.openxmlformats.org/officeDocument/2006/relationships/image" Target="../media/image351.png"/><Relationship Id="rId22" Type="http://schemas.openxmlformats.org/officeDocument/2006/relationships/image" Target="../media/image431.png"/><Relationship Id="rId27" Type="http://schemas.openxmlformats.org/officeDocument/2006/relationships/image" Target="../media/image48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1.png"/><Relationship Id="rId18" Type="http://schemas.openxmlformats.org/officeDocument/2006/relationships/image" Target="../media/image641.png"/><Relationship Id="rId26" Type="http://schemas.openxmlformats.org/officeDocument/2006/relationships/image" Target="../media/image72.png"/><Relationship Id="rId39" Type="http://schemas.openxmlformats.org/officeDocument/2006/relationships/image" Target="../media/image302.png"/><Relationship Id="rId21" Type="http://schemas.openxmlformats.org/officeDocument/2006/relationships/image" Target="../media/image671.png"/><Relationship Id="rId34" Type="http://schemas.openxmlformats.org/officeDocument/2006/relationships/image" Target="../media/image251.png"/><Relationship Id="rId42" Type="http://schemas.openxmlformats.org/officeDocument/2006/relationships/image" Target="../media/image331.png"/><Relationship Id="rId47" Type="http://schemas.openxmlformats.org/officeDocument/2006/relationships/image" Target="../media/image381.png"/><Relationship Id="rId50" Type="http://schemas.openxmlformats.org/officeDocument/2006/relationships/image" Target="../media/image411.png"/><Relationship Id="rId55" Type="http://schemas.openxmlformats.org/officeDocument/2006/relationships/image" Target="../media/image46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1.png"/><Relationship Id="rId29" Type="http://schemas.openxmlformats.org/officeDocument/2006/relationships/image" Target="../media/image75.png"/><Relationship Id="rId11" Type="http://schemas.openxmlformats.org/officeDocument/2006/relationships/image" Target="../media/image571.png"/><Relationship Id="rId24" Type="http://schemas.openxmlformats.org/officeDocument/2006/relationships/image" Target="../media/image700.png"/><Relationship Id="rId32" Type="http://schemas.openxmlformats.org/officeDocument/2006/relationships/image" Target="../media/image78.png"/><Relationship Id="rId37" Type="http://schemas.openxmlformats.org/officeDocument/2006/relationships/image" Target="../media/image281.png"/><Relationship Id="rId40" Type="http://schemas.openxmlformats.org/officeDocument/2006/relationships/image" Target="../media/image312.png"/><Relationship Id="rId45" Type="http://schemas.openxmlformats.org/officeDocument/2006/relationships/image" Target="../media/image361.png"/><Relationship Id="rId53" Type="http://schemas.openxmlformats.org/officeDocument/2006/relationships/image" Target="../media/image441.png"/><Relationship Id="rId5" Type="http://schemas.openxmlformats.org/officeDocument/2006/relationships/image" Target="../media/image512.png"/><Relationship Id="rId19" Type="http://schemas.openxmlformats.org/officeDocument/2006/relationships/image" Target="../media/image651.png"/><Relationship Id="rId4" Type="http://schemas.openxmlformats.org/officeDocument/2006/relationships/image" Target="../media/image501.png"/><Relationship Id="rId9" Type="http://schemas.openxmlformats.org/officeDocument/2006/relationships/image" Target="../media/image551.png"/><Relationship Id="rId14" Type="http://schemas.openxmlformats.org/officeDocument/2006/relationships/image" Target="../media/image601.png"/><Relationship Id="rId22" Type="http://schemas.openxmlformats.org/officeDocument/2006/relationships/image" Target="../media/image681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35" Type="http://schemas.openxmlformats.org/officeDocument/2006/relationships/image" Target="../media/image261.png"/><Relationship Id="rId43" Type="http://schemas.openxmlformats.org/officeDocument/2006/relationships/image" Target="../media/image341.png"/><Relationship Id="rId48" Type="http://schemas.openxmlformats.org/officeDocument/2006/relationships/image" Target="../media/image391.png"/><Relationship Id="rId56" Type="http://schemas.openxmlformats.org/officeDocument/2006/relationships/image" Target="../media/image471.png"/><Relationship Id="rId8" Type="http://schemas.openxmlformats.org/officeDocument/2006/relationships/image" Target="../media/image54.png"/><Relationship Id="rId51" Type="http://schemas.openxmlformats.org/officeDocument/2006/relationships/image" Target="../media/image421.png"/><Relationship Id="rId3" Type="http://schemas.openxmlformats.org/officeDocument/2006/relationships/image" Target="../media/image491.png"/><Relationship Id="rId12" Type="http://schemas.openxmlformats.org/officeDocument/2006/relationships/image" Target="../media/image581.png"/><Relationship Id="rId17" Type="http://schemas.openxmlformats.org/officeDocument/2006/relationships/image" Target="../media/image631.png"/><Relationship Id="rId25" Type="http://schemas.openxmlformats.org/officeDocument/2006/relationships/image" Target="../media/image71.png"/><Relationship Id="rId33" Type="http://schemas.openxmlformats.org/officeDocument/2006/relationships/image" Target="../media/image3.png"/><Relationship Id="rId38" Type="http://schemas.openxmlformats.org/officeDocument/2006/relationships/image" Target="../media/image291.png"/><Relationship Id="rId46" Type="http://schemas.openxmlformats.org/officeDocument/2006/relationships/image" Target="../media/image371.png"/><Relationship Id="rId20" Type="http://schemas.openxmlformats.org/officeDocument/2006/relationships/image" Target="../media/image661.png"/><Relationship Id="rId41" Type="http://schemas.openxmlformats.org/officeDocument/2006/relationships/image" Target="../media/image321.png"/><Relationship Id="rId54" Type="http://schemas.openxmlformats.org/officeDocument/2006/relationships/image" Target="../media/image4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1.png"/><Relationship Id="rId15" Type="http://schemas.openxmlformats.org/officeDocument/2006/relationships/image" Target="../media/image612.png"/><Relationship Id="rId23" Type="http://schemas.openxmlformats.org/officeDocument/2006/relationships/image" Target="../media/image691.png"/><Relationship Id="rId28" Type="http://schemas.openxmlformats.org/officeDocument/2006/relationships/image" Target="../media/image74.png"/><Relationship Id="rId36" Type="http://schemas.openxmlformats.org/officeDocument/2006/relationships/image" Target="../media/image271.png"/><Relationship Id="rId49" Type="http://schemas.openxmlformats.org/officeDocument/2006/relationships/image" Target="../media/image401.png"/><Relationship Id="rId57" Type="http://schemas.openxmlformats.org/officeDocument/2006/relationships/image" Target="../media/image481.png"/><Relationship Id="rId10" Type="http://schemas.openxmlformats.org/officeDocument/2006/relationships/image" Target="../media/image561.png"/><Relationship Id="rId31" Type="http://schemas.openxmlformats.org/officeDocument/2006/relationships/image" Target="../media/image77.png"/><Relationship Id="rId44" Type="http://schemas.openxmlformats.org/officeDocument/2006/relationships/image" Target="../media/image351.png"/><Relationship Id="rId52" Type="http://schemas.openxmlformats.org/officeDocument/2006/relationships/image" Target="../media/image43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3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230.png"/><Relationship Id="rId26" Type="http://schemas.openxmlformats.org/officeDocument/2006/relationships/image" Target="../media/image310.png"/><Relationship Id="rId39" Type="http://schemas.openxmlformats.org/officeDocument/2006/relationships/image" Target="../media/image440.png"/><Relationship Id="rId21" Type="http://schemas.openxmlformats.org/officeDocument/2006/relationships/image" Target="../media/image260.png"/><Relationship Id="rId34" Type="http://schemas.openxmlformats.org/officeDocument/2006/relationships/image" Target="../media/image390.png"/><Relationship Id="rId42" Type="http://schemas.openxmlformats.org/officeDocument/2006/relationships/image" Target="../media/image470.png"/><Relationship Id="rId47" Type="http://schemas.openxmlformats.org/officeDocument/2006/relationships/image" Target="../media/image520.png"/><Relationship Id="rId50" Type="http://schemas.openxmlformats.org/officeDocument/2006/relationships/image" Target="../media/image550.png"/><Relationship Id="rId55" Type="http://schemas.openxmlformats.org/officeDocument/2006/relationships/image" Target="../media/image60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0.png"/><Relationship Id="rId29" Type="http://schemas.openxmlformats.org/officeDocument/2006/relationships/image" Target="../media/image340.png"/><Relationship Id="rId11" Type="http://schemas.openxmlformats.org/officeDocument/2006/relationships/image" Target="../media/image160.png"/><Relationship Id="rId24" Type="http://schemas.openxmlformats.org/officeDocument/2006/relationships/image" Target="../media/image290.png"/><Relationship Id="rId32" Type="http://schemas.openxmlformats.org/officeDocument/2006/relationships/image" Target="../media/image370.png"/><Relationship Id="rId37" Type="http://schemas.openxmlformats.org/officeDocument/2006/relationships/image" Target="../media/image420.png"/><Relationship Id="rId40" Type="http://schemas.openxmlformats.org/officeDocument/2006/relationships/image" Target="../media/image450.png"/><Relationship Id="rId45" Type="http://schemas.openxmlformats.org/officeDocument/2006/relationships/image" Target="../media/image500.png"/><Relationship Id="rId53" Type="http://schemas.openxmlformats.org/officeDocument/2006/relationships/image" Target="../media/image580.png"/><Relationship Id="rId5" Type="http://schemas.openxmlformats.org/officeDocument/2006/relationships/image" Target="../media/image105.png"/><Relationship Id="rId19" Type="http://schemas.openxmlformats.org/officeDocument/2006/relationships/image" Target="../media/image240.png"/><Relationship Id="rId4" Type="http://schemas.openxmlformats.org/officeDocument/2006/relationships/image" Target="../media/image99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Relationship Id="rId22" Type="http://schemas.openxmlformats.org/officeDocument/2006/relationships/image" Target="../media/image270.png"/><Relationship Id="rId27" Type="http://schemas.openxmlformats.org/officeDocument/2006/relationships/image" Target="../media/image320.png"/><Relationship Id="rId30" Type="http://schemas.openxmlformats.org/officeDocument/2006/relationships/image" Target="../media/image350.png"/><Relationship Id="rId35" Type="http://schemas.openxmlformats.org/officeDocument/2006/relationships/image" Target="../media/image400.png"/><Relationship Id="rId43" Type="http://schemas.openxmlformats.org/officeDocument/2006/relationships/image" Target="../media/image480.png"/><Relationship Id="rId48" Type="http://schemas.openxmlformats.org/officeDocument/2006/relationships/image" Target="../media/image530.png"/><Relationship Id="rId56" Type="http://schemas.openxmlformats.org/officeDocument/2006/relationships/image" Target="../media/image610.png"/><Relationship Id="rId8" Type="http://schemas.openxmlformats.org/officeDocument/2006/relationships/image" Target="../media/image134.png"/><Relationship Id="rId51" Type="http://schemas.openxmlformats.org/officeDocument/2006/relationships/image" Target="../media/image560.png"/><Relationship Id="rId3" Type="http://schemas.openxmlformats.org/officeDocument/2006/relationships/image" Target="../media/image3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5" Type="http://schemas.openxmlformats.org/officeDocument/2006/relationships/image" Target="../media/image300.png"/><Relationship Id="rId33" Type="http://schemas.openxmlformats.org/officeDocument/2006/relationships/image" Target="../media/image380.png"/><Relationship Id="rId38" Type="http://schemas.openxmlformats.org/officeDocument/2006/relationships/image" Target="../media/image430.png"/><Relationship Id="rId46" Type="http://schemas.openxmlformats.org/officeDocument/2006/relationships/image" Target="../media/image511.png"/><Relationship Id="rId20" Type="http://schemas.openxmlformats.org/officeDocument/2006/relationships/image" Target="../media/image250.png"/><Relationship Id="rId41" Type="http://schemas.openxmlformats.org/officeDocument/2006/relationships/image" Target="../media/image460.png"/><Relationship Id="rId54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0.png"/><Relationship Id="rId15" Type="http://schemas.openxmlformats.org/officeDocument/2006/relationships/image" Target="../media/image200.png"/><Relationship Id="rId23" Type="http://schemas.openxmlformats.org/officeDocument/2006/relationships/image" Target="../media/image280.png"/><Relationship Id="rId28" Type="http://schemas.openxmlformats.org/officeDocument/2006/relationships/image" Target="../media/image330.png"/><Relationship Id="rId36" Type="http://schemas.openxmlformats.org/officeDocument/2006/relationships/image" Target="../media/image410.png"/><Relationship Id="rId49" Type="http://schemas.openxmlformats.org/officeDocument/2006/relationships/image" Target="../media/image540.png"/><Relationship Id="rId57" Type="http://schemas.openxmlformats.org/officeDocument/2006/relationships/image" Target="../media/image620.png"/><Relationship Id="rId10" Type="http://schemas.openxmlformats.org/officeDocument/2006/relationships/image" Target="../media/image150.png"/><Relationship Id="rId31" Type="http://schemas.openxmlformats.org/officeDocument/2006/relationships/image" Target="../media/image360.png"/><Relationship Id="rId44" Type="http://schemas.openxmlformats.org/officeDocument/2006/relationships/image" Target="../media/image490.png"/><Relationship Id="rId52" Type="http://schemas.openxmlformats.org/officeDocument/2006/relationships/image" Target="../media/image570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60.png"/><Relationship Id="rId26" Type="http://schemas.openxmlformats.org/officeDocument/2006/relationships/image" Target="../media/image440.png"/><Relationship Id="rId39" Type="http://schemas.openxmlformats.org/officeDocument/2006/relationships/image" Target="../media/image14.png"/><Relationship Id="rId21" Type="http://schemas.openxmlformats.org/officeDocument/2006/relationships/image" Target="../media/image390.png"/><Relationship Id="rId34" Type="http://schemas.openxmlformats.org/officeDocument/2006/relationships/image" Target="../media/image520.png"/><Relationship Id="rId42" Type="http://schemas.openxmlformats.org/officeDocument/2006/relationships/image" Target="../media/image66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0.png"/><Relationship Id="rId20" Type="http://schemas.openxmlformats.org/officeDocument/2006/relationships/image" Target="../media/image380.png"/><Relationship Id="rId29" Type="http://schemas.openxmlformats.org/officeDocument/2006/relationships/image" Target="../media/image470.png"/><Relationship Id="rId41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image" Target="../media/image290.png"/><Relationship Id="rId24" Type="http://schemas.openxmlformats.org/officeDocument/2006/relationships/image" Target="../media/image420.png"/><Relationship Id="rId32" Type="http://schemas.openxmlformats.org/officeDocument/2006/relationships/image" Target="../media/image500.png"/><Relationship Id="rId37" Type="http://schemas.openxmlformats.org/officeDocument/2006/relationships/image" Target="../media/image550.png"/><Relationship Id="rId40" Type="http://schemas.openxmlformats.org/officeDocument/2006/relationships/image" Target="../media/image640.png"/><Relationship Id="rId5" Type="http://schemas.openxmlformats.org/officeDocument/2006/relationships/image" Target="../media/image230.png"/><Relationship Id="rId15" Type="http://schemas.openxmlformats.org/officeDocument/2006/relationships/image" Target="../media/image330.png"/><Relationship Id="rId23" Type="http://schemas.openxmlformats.org/officeDocument/2006/relationships/image" Target="../media/image410.png"/><Relationship Id="rId28" Type="http://schemas.openxmlformats.org/officeDocument/2006/relationships/image" Target="../media/image460.png"/><Relationship Id="rId36" Type="http://schemas.openxmlformats.org/officeDocument/2006/relationships/image" Target="../media/image540.png"/><Relationship Id="rId10" Type="http://schemas.openxmlformats.org/officeDocument/2006/relationships/image" Target="../media/image280.png"/><Relationship Id="rId19" Type="http://schemas.openxmlformats.org/officeDocument/2006/relationships/image" Target="../media/image370.png"/><Relationship Id="rId31" Type="http://schemas.openxmlformats.org/officeDocument/2006/relationships/image" Target="../media/image49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Relationship Id="rId14" Type="http://schemas.openxmlformats.org/officeDocument/2006/relationships/image" Target="../media/image320.png"/><Relationship Id="rId22" Type="http://schemas.openxmlformats.org/officeDocument/2006/relationships/image" Target="../media/image400.png"/><Relationship Id="rId27" Type="http://schemas.openxmlformats.org/officeDocument/2006/relationships/image" Target="../media/image450.png"/><Relationship Id="rId30" Type="http://schemas.openxmlformats.org/officeDocument/2006/relationships/image" Target="../media/image480.png"/><Relationship Id="rId35" Type="http://schemas.openxmlformats.org/officeDocument/2006/relationships/image" Target="../media/image530.png"/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12" Type="http://schemas.openxmlformats.org/officeDocument/2006/relationships/image" Target="../media/image300.png"/><Relationship Id="rId17" Type="http://schemas.openxmlformats.org/officeDocument/2006/relationships/image" Target="../media/image350.png"/><Relationship Id="rId25" Type="http://schemas.openxmlformats.org/officeDocument/2006/relationships/image" Target="../media/image430.png"/><Relationship Id="rId33" Type="http://schemas.openxmlformats.org/officeDocument/2006/relationships/image" Target="../media/image511.png"/><Relationship Id="rId38" Type="http://schemas.openxmlformats.org/officeDocument/2006/relationships/image" Target="../media/image5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F6684A-012C-F619-EEB8-DF80934A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416859"/>
            <a:ext cx="7204858" cy="2040146"/>
          </a:xfrm>
        </p:spPr>
        <p:txBody>
          <a:bodyPr>
            <a:normAutofit fontScale="90000"/>
          </a:bodyPr>
          <a:lstStyle/>
          <a:p>
            <a:pPr algn="ctr">
              <a:lnSpc>
                <a:spcPts val="5400"/>
              </a:lnSpc>
            </a:pPr>
            <a:r>
              <a:rPr lang="en-US" dirty="0"/>
              <a:t>Enhancing Belief Propagation Decoders for Correlated Errors Using Cycle Error Reconstruction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E5FD5F0-2098-B60E-7F08-4478C2A813F7}"/>
              </a:ext>
            </a:extLst>
          </p:cNvPr>
          <p:cNvSpPr txBox="1">
            <a:spLocks/>
          </p:cNvSpPr>
          <p:nvPr/>
        </p:nvSpPr>
        <p:spPr>
          <a:xfrm>
            <a:off x="1220189" y="2940409"/>
            <a:ext cx="9751621" cy="691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dirty="0" err="1"/>
              <a:t>Debankan</a:t>
            </a:r>
            <a:r>
              <a:rPr lang="en-US" sz="3200" dirty="0"/>
              <a:t> </a:t>
            </a:r>
            <a:r>
              <a:rPr lang="en-US" sz="3200" dirty="0" err="1"/>
              <a:t>Sannamoth</a:t>
            </a:r>
            <a:r>
              <a:rPr lang="en-US" sz="3200" dirty="0"/>
              <a:t>, </a:t>
            </a:r>
            <a:r>
              <a:rPr lang="en-US" sz="3200" b="1" u="sng" dirty="0"/>
              <a:t>Pavithran Iyer</a:t>
            </a:r>
            <a:r>
              <a:rPr lang="en-US" sz="3200" dirty="0"/>
              <a:t>, and Joseph Emerson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E4315DA-9B96-6F7E-6189-6BE60116188F}"/>
              </a:ext>
            </a:extLst>
          </p:cNvPr>
          <p:cNvSpPr txBox="1">
            <a:spLocks/>
          </p:cNvSpPr>
          <p:nvPr/>
        </p:nvSpPr>
        <p:spPr>
          <a:xfrm>
            <a:off x="3299855" y="4064906"/>
            <a:ext cx="5592288" cy="1320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3200" b="1" dirty="0">
                <a:latin typeface="Abadi MT Condensed Extra Bold" panose="020B0306030101010103" pitchFamily="34" charset="77"/>
              </a:rPr>
              <a:t>Update to Steve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5DFD7E-E992-7519-2A45-9EE63CDE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80" y="4700536"/>
            <a:ext cx="2837543" cy="120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| Brand | University of Waterloo">
            <a:extLst>
              <a:ext uri="{FF2B5EF4-FFF2-40B4-BE49-F238E27FC236}">
                <a16:creationId xmlns:a16="http://schemas.microsoft.com/office/drawing/2014/main" id="{1BC946CE-CE0C-FFE3-7CA1-2C8190E8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4543990"/>
            <a:ext cx="3784600" cy="151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CA5C7-AE95-450C-4CFE-C52F193B8D78}"/>
              </a:ext>
            </a:extLst>
          </p:cNvPr>
          <p:cNvSpPr txBox="1"/>
          <p:nvPr/>
        </p:nvSpPr>
        <p:spPr>
          <a:xfrm>
            <a:off x="5157280" y="5420670"/>
            <a:ext cx="19527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>
                <a:latin typeface="Abadi MT Condensed Extra Bold" panose="020B0306030101010103" pitchFamily="34" charset="77"/>
              </a:rPr>
              <a:t>23 June </a:t>
            </a:r>
            <a:r>
              <a:rPr lang="en-US" sz="2600" b="1" dirty="0">
                <a:latin typeface="Abadi MT Condensed Extra Bold" panose="020B0306030101010103" pitchFamily="34" charset="77"/>
              </a:rPr>
              <a:t>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820B7-DB12-ED1B-C904-53A1F4404014}"/>
              </a:ext>
            </a:extLst>
          </p:cNvPr>
          <p:cNvSpPr txBox="1"/>
          <p:nvPr/>
        </p:nvSpPr>
        <p:spPr>
          <a:xfrm>
            <a:off x="3388660" y="6500081"/>
            <a:ext cx="892394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email: </a:t>
            </a:r>
            <a:r>
              <a:rPr lang="en-CA" dirty="0" err="1">
                <a:solidFill>
                  <a:srgbClr val="7030A0"/>
                </a:solidFill>
                <a:effectLst/>
                <a:cs typeface="Al Nile" pitchFamily="2" charset="-78"/>
              </a:rPr>
              <a:t>pavithran.sridhar@gmail.com</a:t>
            </a:r>
            <a:r>
              <a:rPr lang="en-CA" dirty="0">
                <a:solidFill>
                  <a:srgbClr val="7030A0"/>
                </a:solidFill>
                <a:effectLst/>
                <a:cs typeface="Al Nile" pitchFamily="2" charset="-78"/>
              </a:rPr>
              <a:t> 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, web: https://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sites.google.com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/view/</a:t>
            </a:r>
            <a:r>
              <a:rPr lang="en-US" dirty="0" err="1">
                <a:solidFill>
                  <a:srgbClr val="7030A0"/>
                </a:solidFill>
                <a:effectLst/>
                <a:cs typeface="Al Nile" pitchFamily="2" charset="-78"/>
              </a:rPr>
              <a:t>piyer</a:t>
            </a:r>
            <a:r>
              <a:rPr lang="en-US" dirty="0">
                <a:solidFill>
                  <a:srgbClr val="7030A0"/>
                </a:solidFill>
                <a:effectLst/>
                <a:cs typeface="Al Nile" pitchFamily="2" charset="-78"/>
              </a:rPr>
              <a:t>/home</a:t>
            </a:r>
            <a:endParaRPr lang="en-CA" dirty="0">
              <a:solidFill>
                <a:srgbClr val="7030A0"/>
              </a:solidFill>
              <a:cs typeface="Al Nile" pitchFamily="2" charset="-78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4E6A8E-513E-728B-7C9B-C31A59A701F1}"/>
              </a:ext>
            </a:extLst>
          </p:cNvPr>
          <p:cNvCxnSpPr>
            <a:cxnSpLocks/>
          </p:cNvCxnSpPr>
          <p:nvPr/>
        </p:nvCxnSpPr>
        <p:spPr>
          <a:xfrm>
            <a:off x="3106271" y="6441141"/>
            <a:ext cx="9085728" cy="0"/>
          </a:xfrm>
          <a:prstGeom prst="line">
            <a:avLst/>
          </a:prstGeom>
          <a:ln w="571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31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825D-1575-3B96-A39C-23F530D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1DD365-44D9-CD9B-F318-83701F47C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126" y="139764"/>
            <a:ext cx="766774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Belief Propagation (BP) Decoders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/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Linear time decoder for any (q)LDPC code for a stochastic error model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lnSpc>
                    <a:spcPts val="382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Classical BP algorithm independently on the Tanner Graphs describing X and Z stabilizers.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CD08F1-8BD3-4ADF-4412-AA7F98E1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2" y="1027329"/>
                <a:ext cx="6805692" cy="2012089"/>
              </a:xfrm>
              <a:prstGeom prst="rect">
                <a:avLst/>
              </a:prstGeom>
              <a:blipFill>
                <a:blip r:embed="rId2"/>
                <a:stretch>
                  <a:fillRect l="-1304" r="-130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D0B5C77-4B6F-E61A-47D9-598936A06096}"/>
              </a:ext>
            </a:extLst>
          </p:cNvPr>
          <p:cNvGrpSpPr/>
          <p:nvPr/>
        </p:nvGrpSpPr>
        <p:grpSpPr>
          <a:xfrm>
            <a:off x="7184755" y="1633952"/>
            <a:ext cx="4719229" cy="5215060"/>
            <a:chOff x="7184755" y="1633952"/>
            <a:chExt cx="4719229" cy="52150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752304-1A66-30BC-5034-9F4D35727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7220" y="1633952"/>
              <a:ext cx="3294995" cy="99536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DAF9C5-8E4A-9842-8917-D26E195FC5BB}"/>
                </a:ext>
              </a:extLst>
            </p:cNvPr>
            <p:cNvSpPr/>
            <p:nvPr/>
          </p:nvSpPr>
          <p:spPr>
            <a:xfrm>
              <a:off x="8562488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92364A-CE79-D235-F401-5B415C493C5A}"/>
                </a:ext>
              </a:extLst>
            </p:cNvPr>
            <p:cNvSpPr/>
            <p:nvPr/>
          </p:nvSpPr>
          <p:spPr>
            <a:xfrm>
              <a:off x="9920501" y="4000257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/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60DDF6C-D4C7-2844-C43C-0BA79BD3D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20" y="1633952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/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7F2C8C1-5209-70AA-BB33-597BA20F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2419" y="2131633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4706" r="-8824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/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7352F0-8735-C0C7-57D8-085B5AA8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07" y="2629315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7895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/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DA6445B-61D5-5104-9C3D-92616E723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4717" y="2629315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/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D047C2-9A44-C342-2E30-5FA108FA8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064" y="2629314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0526" r="-7895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/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42E87AF-C314-FC78-D4FD-38C1D816A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704" y="2629313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/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0554EAE-BE3A-1BDE-EE8D-9FF329926F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4023234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/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41A1E69-C767-B150-33C7-8BE2068594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964" y="4000256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4706" r="-882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4E8BD82-9899-9053-2768-E02CA545DF9A}"/>
                </a:ext>
              </a:extLst>
            </p:cNvPr>
            <p:cNvSpPr/>
            <p:nvPr/>
          </p:nvSpPr>
          <p:spPr>
            <a:xfrm>
              <a:off x="7184755" y="5778510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FFE2941-936F-50AD-3D28-6B2BFAEFC0CC}"/>
                </a:ext>
              </a:extLst>
            </p:cNvPr>
            <p:cNvSpPr/>
            <p:nvPr/>
          </p:nvSpPr>
          <p:spPr>
            <a:xfrm>
              <a:off x="8581619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2C1235B-CF48-BC6A-5DB5-506B3AECF079}"/>
                </a:ext>
              </a:extLst>
            </p:cNvPr>
            <p:cNvSpPr/>
            <p:nvPr/>
          </p:nvSpPr>
          <p:spPr>
            <a:xfrm>
              <a:off x="9978483" y="5778512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0F1DE80-E8FB-59D8-013E-38FE5C62E8E9}"/>
                </a:ext>
              </a:extLst>
            </p:cNvPr>
            <p:cNvSpPr/>
            <p:nvPr/>
          </p:nvSpPr>
          <p:spPr>
            <a:xfrm>
              <a:off x="11375347" y="5778511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/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55B513C-2D75-0311-4583-9812F2D6A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81" y="5778510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/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F17037B-B21F-BC70-F9F1-3663CCCD0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951" y="5778509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/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1531D6-DC9F-02C3-B1F4-DFB1FDFCF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2403" y="5778510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3514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/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A91D95-8327-5A26-1C19-EA3C7C323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3473" y="5778509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526" r="-5263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6B6BA57-7A9D-C77E-3D74-3D1BB56F3ABA}"/>
                </a:ext>
              </a:extLst>
            </p:cNvPr>
            <p:cNvCxnSpPr>
              <a:stCxn id="19" idx="0"/>
              <a:endCxn id="4" idx="2"/>
            </p:cNvCxnSpPr>
            <p:nvPr/>
          </p:nvCxnSpPr>
          <p:spPr>
            <a:xfrm flipV="1">
              <a:off x="7483137" y="4528567"/>
              <a:ext cx="1343506" cy="1249943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E3768F9-0425-C588-CBC1-AD25B15F48D6}"/>
                </a:ext>
              </a:extLst>
            </p:cNvPr>
            <p:cNvCxnSpPr>
              <a:stCxn id="4" idx="2"/>
              <a:endCxn id="20" idx="0"/>
            </p:cNvCxnSpPr>
            <p:nvPr/>
          </p:nvCxnSpPr>
          <p:spPr>
            <a:xfrm>
              <a:off x="8826643" y="4528567"/>
              <a:ext cx="67564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1CAB9B-6289-E2C5-7F04-536B8F5D7176}"/>
                </a:ext>
              </a:extLst>
            </p:cNvPr>
            <p:cNvCxnSpPr>
              <a:stCxn id="4" idx="2"/>
              <a:endCxn id="21" idx="0"/>
            </p:cNvCxnSpPr>
            <p:nvPr/>
          </p:nvCxnSpPr>
          <p:spPr>
            <a:xfrm>
              <a:off x="8826643" y="4528567"/>
              <a:ext cx="1436016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6C4028-A972-8EB3-B806-F07689E2C87A}"/>
                </a:ext>
              </a:extLst>
            </p:cNvPr>
            <p:cNvCxnSpPr>
              <a:stCxn id="6" idx="2"/>
              <a:endCxn id="20" idx="0"/>
            </p:cNvCxnSpPr>
            <p:nvPr/>
          </p:nvCxnSpPr>
          <p:spPr>
            <a:xfrm flipH="1">
              <a:off x="8894207" y="4528567"/>
              <a:ext cx="1290449" cy="12499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8C781DE-F41C-A5CC-458C-70ACC553D5C2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>
              <a:off x="10184656" y="4528567"/>
              <a:ext cx="78003" cy="124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A9A61D-02C4-6995-EBB0-32E995F7BA44}"/>
                </a:ext>
              </a:extLst>
            </p:cNvPr>
            <p:cNvCxnSpPr>
              <a:stCxn id="6" idx="2"/>
              <a:endCxn id="18" idx="0"/>
            </p:cNvCxnSpPr>
            <p:nvPr/>
          </p:nvCxnSpPr>
          <p:spPr>
            <a:xfrm>
              <a:off x="10184656" y="4528567"/>
              <a:ext cx="1455010" cy="12499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8A5EBA-AF87-9E06-08D8-1AB5C4E44CCF}"/>
                </a:ext>
              </a:extLst>
            </p:cNvPr>
            <p:cNvSpPr txBox="1"/>
            <p:nvPr/>
          </p:nvSpPr>
          <p:spPr>
            <a:xfrm>
              <a:off x="9254976" y="6356569"/>
              <a:ext cx="73481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Bits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BE235BF-7FD4-A98A-6274-C663E0C7FC3C}"/>
                </a:ext>
              </a:extLst>
            </p:cNvPr>
            <p:cNvSpPr txBox="1"/>
            <p:nvPr/>
          </p:nvSpPr>
          <p:spPr>
            <a:xfrm>
              <a:off x="8826643" y="3348597"/>
              <a:ext cx="127015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Checks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D1AA92E-32C4-56A3-3DB9-D455CA5D6252}"/>
              </a:ext>
            </a:extLst>
          </p:cNvPr>
          <p:cNvGrpSpPr/>
          <p:nvPr/>
        </p:nvGrpSpPr>
        <p:grpSpPr>
          <a:xfrm>
            <a:off x="93872" y="4264412"/>
            <a:ext cx="11784916" cy="2453824"/>
            <a:chOff x="93872" y="4264412"/>
            <a:chExt cx="11784916" cy="2453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/>
                <p:nvPr/>
              </p:nvSpPr>
              <p:spPr>
                <a:xfrm>
                  <a:off x="138343" y="4457317"/>
                  <a:ext cx="6190605" cy="10899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</m:sSub>
                          </m:sup>
                        </m:sSup>
                        <m:r>
                          <a:rPr lang="en-US" sz="2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2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∏"/>
                                <m:supHide m:val="on"/>
                                <m:ctrlP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/>
                              <m:e>
                                <m:r>
                                  <a:rPr lang="en-US" sz="2200" b="1" i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𝐭𝐚𝐧𝐡</m:t>
                                </m:r>
                                <m:r>
                                  <a:rPr lang="en-US" sz="22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2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𝒎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𝒗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200" b="1" i="1" smtClean="0">
                                                    <a:solidFill>
                                                      <a:schemeClr val="accent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→</m:t>
                                            </m:r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200" b="1" i="1" smtClean="0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sz="2200" b="1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sz="2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049F1D-49F6-ECF4-9CE8-033DEA387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43" y="4457317"/>
                  <a:ext cx="6190605" cy="1089978"/>
                </a:xfrm>
                <a:prstGeom prst="rect">
                  <a:avLst/>
                </a:prstGeom>
                <a:blipFill>
                  <a:blip r:embed="rId16"/>
                  <a:stretch>
                    <a:fillRect t="-94253" b="-1459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9411486-CF71-672F-F63C-7162B1A83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521" y="4711725"/>
              <a:ext cx="635898" cy="635898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F16993D-8CE4-D274-26D8-A94ED3F37A08}"/>
                </a:ext>
              </a:extLst>
            </p:cNvPr>
            <p:cNvCxnSpPr>
              <a:cxnSpLocks/>
            </p:cNvCxnSpPr>
            <p:nvPr/>
          </p:nvCxnSpPr>
          <p:spPr>
            <a:xfrm>
              <a:off x="10730685" y="4711725"/>
              <a:ext cx="712788" cy="61675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/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7253ABE-5A37-E2F7-0DC3-07CF05DD5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7133" y="4475724"/>
                  <a:ext cx="921655" cy="544380"/>
                </a:xfrm>
                <a:prstGeom prst="rect">
                  <a:avLst/>
                </a:prstGeom>
                <a:blipFill>
                  <a:blip r:embed="rId17"/>
                  <a:stretch>
                    <a:fillRect r="-283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/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B35C397-B348-4999-D311-9FE2029B2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806" y="4431143"/>
                  <a:ext cx="921655" cy="544380"/>
                </a:xfrm>
                <a:prstGeom prst="rect">
                  <a:avLst/>
                </a:prstGeom>
                <a:blipFill>
                  <a:blip r:embed="rId18"/>
                  <a:stretch>
                    <a:fillRect r="-28767"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/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1B8F2DA-64B5-FBD3-E8D2-6E4390A5F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16" y="5585880"/>
                  <a:ext cx="4193712" cy="1033296"/>
                </a:xfrm>
                <a:prstGeom prst="rect">
                  <a:avLst/>
                </a:prstGeom>
                <a:blipFill>
                  <a:blip r:embed="rId19"/>
                  <a:stretch>
                    <a:fillRect t="-138554" b="-1843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B94EA8B-21F0-CD54-7C28-88712696494B}"/>
                </a:ext>
              </a:extLst>
            </p:cNvPr>
            <p:cNvSpPr/>
            <p:nvPr/>
          </p:nvSpPr>
          <p:spPr>
            <a:xfrm>
              <a:off x="93872" y="4264412"/>
              <a:ext cx="6362971" cy="245382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0DBE79D6-2DAE-2446-04C4-B58F1A6FBA31}"/>
              </a:ext>
            </a:extLst>
          </p:cNvPr>
          <p:cNvSpPr/>
          <p:nvPr/>
        </p:nvSpPr>
        <p:spPr>
          <a:xfrm>
            <a:off x="4750131" y="3295141"/>
            <a:ext cx="603134" cy="41848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4CCEC99-6545-B480-21CE-DB1032ECCF83}"/>
                  </a:ext>
                </a:extLst>
              </p:cNvPr>
              <p:cNvSpPr txBox="1"/>
              <p:nvPr/>
            </p:nvSpPr>
            <p:spPr>
              <a:xfrm>
                <a:off x="120378" y="3301104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4CCEC99-6545-B480-21CE-DB1032ECC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78" y="3301104"/>
                <a:ext cx="5506700" cy="825034"/>
              </a:xfrm>
              <a:prstGeom prst="rect">
                <a:avLst/>
              </a:prstGeom>
              <a:blipFill>
                <a:blip r:embed="rId20"/>
                <a:stretch>
                  <a:fillRect l="-1839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5D14A0-7B6D-014C-AC3E-4781D1DE3556}"/>
                  </a:ext>
                </a:extLst>
              </p:cNvPr>
              <p:cNvSpPr txBox="1"/>
              <p:nvPr/>
            </p:nvSpPr>
            <p:spPr>
              <a:xfrm>
                <a:off x="5907471" y="3177692"/>
                <a:ext cx="236496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Probability of X (Z) error on bit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5D14A0-7B6D-014C-AC3E-4781D1DE3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71" y="3177692"/>
                <a:ext cx="2364965" cy="830997"/>
              </a:xfrm>
              <a:prstGeom prst="rect">
                <a:avLst/>
              </a:prstGeom>
              <a:blipFill>
                <a:blip r:embed="rId21"/>
                <a:stretch>
                  <a:fillRect l="-4278"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137A535F-A22F-0739-07AE-043C12C9CAA2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5304337" y="3348597"/>
            <a:ext cx="603134" cy="24459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4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2FB0-A244-508A-A2FC-EF8ADF59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B840F9-44A1-60DB-5E9C-55255A1D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33A78CC-B15A-CDC5-201A-519882EF8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0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4A124B1-135B-36A6-1AED-08A4C835B366}"/>
              </a:ext>
            </a:extLst>
          </p:cNvPr>
          <p:cNvGrpSpPr/>
          <p:nvPr/>
        </p:nvGrpSpPr>
        <p:grpSpPr>
          <a:xfrm>
            <a:off x="209560" y="1830010"/>
            <a:ext cx="8069053" cy="4975396"/>
            <a:chOff x="209560" y="1830010"/>
            <a:chExt cx="8069053" cy="4975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2FE7BD-31C0-ECB6-3EAA-2E24F9D7336B}"/>
                    </a:ext>
                  </a:extLst>
                </p:cNvPr>
                <p:cNvSpPr txBox="1"/>
                <p:nvPr/>
              </p:nvSpPr>
              <p:spPr>
                <a:xfrm>
                  <a:off x="254031" y="2740155"/>
                  <a:ext cx="6605142" cy="885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1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1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  <m:sup>
                                    <m:r>
                                      <a:rPr lang="en-US" sz="21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d>
                            <m:r>
                              <a:rPr lang="en-US" sz="2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a:rPr lang="en-US" sz="21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sub>
                          <m:sup/>
                          <m:e>
                            <m:r>
                              <a:rPr lang="en-US" sz="21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  <m:r>
                              <a:rPr lang="en-US" sz="21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100" b="1" i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𝐭𝐚𝐧𝐡</m:t>
                            </m:r>
                            <m:d>
                              <m:dPr>
                                <m:ctrlPr>
                                  <a:rPr lang="en-US" sz="21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1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sSup>
                                          <m:sSupPr>
                                            <m:ctrlPr>
                                              <a:rPr lang="en-US" sz="2100" b="1" i="1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100" b="1" i="1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𝒗</m:t>
                                            </m:r>
                                          </m:e>
                                          <m:sup>
                                            <m:r>
                                              <a:rPr lang="en-US" sz="2100" b="1" i="1">
                                                <a:solidFill>
                                                  <a:schemeClr val="accent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→</m:t>
                                        </m:r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sub>
                                      <m:sup>
                                        <m:r>
                                          <a:rPr lang="en-US" sz="2100" b="1" i="1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sz="2100" b="1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US" sz="21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1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B2FE7BD-31C0-ECB6-3EAA-2E24F9D73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031" y="2740155"/>
                  <a:ext cx="6605142" cy="885692"/>
                </a:xfrm>
                <a:prstGeom prst="rect">
                  <a:avLst/>
                </a:prstGeom>
                <a:blipFill>
                  <a:blip r:embed="rId11"/>
                  <a:stretch>
                    <a:fillRect l="-1154" t="-127143" r="-1346" b="-17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32634D5-12CB-09E2-03AB-39006EF5C09E}"/>
                    </a:ext>
                  </a:extLst>
                </p:cNvPr>
                <p:cNvSpPr txBox="1"/>
                <p:nvPr/>
              </p:nvSpPr>
              <p:spPr>
                <a:xfrm>
                  <a:off x="1415345" y="3869285"/>
                  <a:ext cx="4193712" cy="10332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6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  <m:d>
                              <m:d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\</m:t>
                            </m:r>
                            <m:r>
                              <m:rPr>
                                <m:sty m:val="p"/>
                              </m:rPr>
                              <a:rPr lang="en-US" sz="26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US" sz="2600" b="1" i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b="1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32634D5-12CB-09E2-03AB-39006EF5C0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345" y="3869285"/>
                  <a:ext cx="4193712" cy="1033296"/>
                </a:xfrm>
                <a:prstGeom prst="rect">
                  <a:avLst/>
                </a:prstGeom>
                <a:blipFill>
                  <a:blip r:embed="rId12"/>
                  <a:stretch>
                    <a:fillRect l="-302" t="-140244" b="-1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4F20474-F55E-3E42-1CDF-6CF9853674C5}"/>
                </a:ext>
              </a:extLst>
            </p:cNvPr>
            <p:cNvSpPr/>
            <p:nvPr/>
          </p:nvSpPr>
          <p:spPr>
            <a:xfrm>
              <a:off x="209560" y="2547250"/>
              <a:ext cx="6605282" cy="2453824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36B5B48-EB25-E2D2-AD42-643FB9DA1597}"/>
                    </a:ext>
                  </a:extLst>
                </p:cNvPr>
                <p:cNvSpPr txBox="1"/>
                <p:nvPr/>
              </p:nvSpPr>
              <p:spPr>
                <a:xfrm>
                  <a:off x="1562516" y="1830010"/>
                  <a:ext cx="3414012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600" dirty="0"/>
                    <a:t>Repeat for </a:t>
                  </a:r>
                  <a14:m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600" dirty="0"/>
                    <a:t> iterations</a:t>
                  </a: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36B5B48-EB25-E2D2-AD42-643FB9DA1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516" y="1830010"/>
                  <a:ext cx="3414012" cy="492443"/>
                </a:xfrm>
                <a:prstGeom prst="rect">
                  <a:avLst/>
                </a:prstGeom>
                <a:blipFill>
                  <a:blip r:embed="rId13"/>
                  <a:stretch>
                    <a:fillRect l="-2963" t="-12821" r="-1111" b="-3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A2F6D17-47D1-E84C-B7E8-217B6611378F}"/>
                </a:ext>
              </a:extLst>
            </p:cNvPr>
            <p:cNvSpPr txBox="1"/>
            <p:nvPr/>
          </p:nvSpPr>
          <p:spPr>
            <a:xfrm>
              <a:off x="1562516" y="5225871"/>
              <a:ext cx="365279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/>
                <a:t>Compute refined beliefs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4BE1698-DA2E-7BAE-9FC7-FCD64B6496EA}"/>
                    </a:ext>
                  </a:extLst>
                </p:cNvPr>
                <p:cNvSpPr txBox="1"/>
                <p:nvPr/>
              </p:nvSpPr>
              <p:spPr>
                <a:xfrm>
                  <a:off x="1562516" y="5690549"/>
                  <a:ext cx="3354573" cy="11148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60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4BE1698-DA2E-7BAE-9FC7-FCD64B649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516" y="5690549"/>
                  <a:ext cx="3354573" cy="1114857"/>
                </a:xfrm>
                <a:prstGeom prst="rect">
                  <a:avLst/>
                </a:prstGeom>
                <a:blipFill>
                  <a:blip r:embed="rId14"/>
                  <a:stretch>
                    <a:fillRect t="-124719" b="-1696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51B3A88-9DC9-CC2F-DB42-88E7BBBB51FD}"/>
                    </a:ext>
                  </a:extLst>
                </p:cNvPr>
                <p:cNvSpPr txBox="1"/>
                <p:nvPr/>
              </p:nvSpPr>
              <p:spPr>
                <a:xfrm>
                  <a:off x="5654433" y="5621500"/>
                  <a:ext cx="2624180" cy="499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600" b="1" i="1" dirty="0">
                      <a:solidFill>
                        <a:srgbClr val="FF0000"/>
                      </a:solidFill>
                    </a:rPr>
                    <a:t> : no error</a:t>
                  </a: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51B3A88-9DC9-CC2F-DB42-88E7BBBB5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4433" y="5621500"/>
                  <a:ext cx="2624180" cy="499560"/>
                </a:xfrm>
                <a:prstGeom prst="rect">
                  <a:avLst/>
                </a:prstGeom>
                <a:blipFill>
                  <a:blip r:embed="rId15"/>
                  <a:stretch>
                    <a:fillRect l="-966" t="-7500" r="-33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AAB6210-C4F3-6867-C773-747DC7A90775}"/>
                    </a:ext>
                  </a:extLst>
                </p:cNvPr>
                <p:cNvSpPr txBox="1"/>
                <p:nvPr/>
              </p:nvSpPr>
              <p:spPr>
                <a:xfrm>
                  <a:off x="5654433" y="6141480"/>
                  <a:ext cx="2173737" cy="499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600" b="1" i="1" dirty="0">
                      <a:solidFill>
                        <a:srgbClr val="FF0000"/>
                      </a:solidFill>
                    </a:rPr>
                    <a:t> : error</a:t>
                  </a: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AAB6210-C4F3-6867-C773-747DC7A90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4433" y="6141480"/>
                  <a:ext cx="2173737" cy="499560"/>
                </a:xfrm>
                <a:prstGeom prst="rect">
                  <a:avLst/>
                </a:prstGeom>
                <a:blipFill>
                  <a:blip r:embed="rId16"/>
                  <a:stretch>
                    <a:fillRect l="-1163" t="-7500" r="-4070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88950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A422-572D-DEFC-D3B2-BC9F8969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E10807-0346-A675-70A7-E4B40F37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/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F4DD92-F82F-589E-6D95-A1339FE1B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345" y="3869285"/>
                <a:ext cx="4193712" cy="1033296"/>
              </a:xfrm>
              <a:prstGeom prst="rect">
                <a:avLst/>
              </a:prstGeom>
              <a:blipFill>
                <a:blip r:embed="rId3"/>
                <a:stretch>
                  <a:fillRect l="-302" t="-140244" b="-187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CA1988F-DA64-91BF-019C-BAC8744B2E90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054CFC-8B6E-E67A-25B7-DDDA07EEA1CE}"/>
              </a:ext>
            </a:extLst>
          </p:cNvPr>
          <p:cNvGrpSpPr/>
          <p:nvPr/>
        </p:nvGrpSpPr>
        <p:grpSpPr>
          <a:xfrm>
            <a:off x="7429787" y="1350905"/>
            <a:ext cx="4563310" cy="5350348"/>
            <a:chOff x="7429787" y="1350905"/>
            <a:chExt cx="4563310" cy="535034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D7978AE7-34FC-2E49-208A-C59060F3DF25}"/>
                </a:ext>
              </a:extLst>
            </p:cNvPr>
            <p:cNvSpPr/>
            <p:nvPr/>
          </p:nvSpPr>
          <p:spPr>
            <a:xfrm>
              <a:off x="8410639" y="1350905"/>
              <a:ext cx="2660073" cy="380454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5BD4E-12C1-B3E1-5B2E-FE26F028794F}"/>
                </a:ext>
              </a:extLst>
            </p:cNvPr>
            <p:cNvSpPr/>
            <p:nvPr/>
          </p:nvSpPr>
          <p:spPr>
            <a:xfrm>
              <a:off x="8747354" y="1812403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719DAF-8E4C-1F1D-1F32-C07BED80A477}"/>
                </a:ext>
              </a:extLst>
            </p:cNvPr>
            <p:cNvSpPr/>
            <p:nvPr/>
          </p:nvSpPr>
          <p:spPr>
            <a:xfrm>
              <a:off x="8747354" y="2451691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DF6242-4DF9-AE26-38A3-1252B5D31C34}"/>
                </a:ext>
              </a:extLst>
            </p:cNvPr>
            <p:cNvSpPr/>
            <p:nvPr/>
          </p:nvSpPr>
          <p:spPr>
            <a:xfrm>
              <a:off x="8747354" y="3730267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67652ED-EF30-2555-D7CD-B19FC10ACCF9}"/>
                </a:ext>
              </a:extLst>
            </p:cNvPr>
            <p:cNvSpPr/>
            <p:nvPr/>
          </p:nvSpPr>
          <p:spPr>
            <a:xfrm>
              <a:off x="10289166" y="1781386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6CD5DD-21DE-C709-7AA5-BE960CAC6977}"/>
                </a:ext>
              </a:extLst>
            </p:cNvPr>
            <p:cNvSpPr/>
            <p:nvPr/>
          </p:nvSpPr>
          <p:spPr>
            <a:xfrm>
              <a:off x="10289166" y="242067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829012-BC90-760E-F972-89C69870F099}"/>
                </a:ext>
              </a:extLst>
            </p:cNvPr>
            <p:cNvSpPr/>
            <p:nvPr/>
          </p:nvSpPr>
          <p:spPr>
            <a:xfrm>
              <a:off x="10289166" y="369925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/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CC9ECE-B825-57FD-0339-BC98741E5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413" y="4403801"/>
                  <a:ext cx="1048107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3E33A7-9601-269D-C765-5BFD66A48083}"/>
                </a:ext>
              </a:extLst>
            </p:cNvPr>
            <p:cNvSpPr/>
            <p:nvPr/>
          </p:nvSpPr>
          <p:spPr>
            <a:xfrm>
              <a:off x="7429787" y="1816700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3ECA993-A315-CF83-6281-EFD6BE474473}"/>
                </a:ext>
              </a:extLst>
            </p:cNvPr>
            <p:cNvSpPr/>
            <p:nvPr/>
          </p:nvSpPr>
          <p:spPr>
            <a:xfrm>
              <a:off x="7429787" y="2455988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BF9A997-28D6-9EFD-9194-47C0C5259AB5}"/>
                </a:ext>
              </a:extLst>
            </p:cNvPr>
            <p:cNvSpPr/>
            <p:nvPr/>
          </p:nvSpPr>
          <p:spPr>
            <a:xfrm>
              <a:off x="7429787" y="3734564"/>
              <a:ext cx="391886" cy="3918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/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6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  <m:sup>
                            <m:r>
                              <a:rPr lang="en-US" sz="2600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en-US" sz="26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D16B96-0729-3435-6E47-011E720D0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1055" y="4403801"/>
                  <a:ext cx="1048107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2A1660A-EC5B-570C-A76D-75C4A738AE2C}"/>
                </a:ext>
              </a:extLst>
            </p:cNvPr>
            <p:cNvSpPr/>
            <p:nvPr/>
          </p:nvSpPr>
          <p:spPr>
            <a:xfrm>
              <a:off x="11601211" y="1781386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1B85B5-751A-86BC-E891-85173459AED9}"/>
                </a:ext>
              </a:extLst>
            </p:cNvPr>
            <p:cNvSpPr/>
            <p:nvPr/>
          </p:nvSpPr>
          <p:spPr>
            <a:xfrm>
              <a:off x="11601211" y="2420674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04DF84F-62CF-0047-43F0-B8880A7D85DB}"/>
                </a:ext>
              </a:extLst>
            </p:cNvPr>
            <p:cNvSpPr/>
            <p:nvPr/>
          </p:nvSpPr>
          <p:spPr>
            <a:xfrm>
              <a:off x="11601211" y="3699250"/>
              <a:ext cx="391886" cy="39188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380CC4E-2279-FD91-A4F7-F1C680443690}"/>
                </a:ext>
              </a:extLst>
            </p:cNvPr>
            <p:cNvCxnSpPr>
              <a:stCxn id="22" idx="6"/>
              <a:endCxn id="3" idx="2"/>
            </p:cNvCxnSpPr>
            <p:nvPr/>
          </p:nvCxnSpPr>
          <p:spPr>
            <a:xfrm>
              <a:off x="7821673" y="2012643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A8BE34-F6BA-BECB-EB50-6CFDE4EE0A6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7821673" y="2651931"/>
              <a:ext cx="925681" cy="0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7DFBFB-292C-202D-9121-7E379E031D29}"/>
                </a:ext>
              </a:extLst>
            </p:cNvPr>
            <p:cNvCxnSpPr>
              <a:stCxn id="24" idx="6"/>
              <a:endCxn id="2" idx="2"/>
            </p:cNvCxnSpPr>
            <p:nvPr/>
          </p:nvCxnSpPr>
          <p:spPr>
            <a:xfrm flipV="1">
              <a:off x="7821673" y="2008346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8247B91-91FF-11B4-33BD-75E6A8B49DEE}"/>
                </a:ext>
              </a:extLst>
            </p:cNvPr>
            <p:cNvCxnSpPr>
              <a:stCxn id="22" idx="6"/>
            </p:cNvCxnSpPr>
            <p:nvPr/>
          </p:nvCxnSpPr>
          <p:spPr>
            <a:xfrm>
              <a:off x="7821673" y="2012643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11003E7-0C97-AB41-7277-F5A7E0AA7345}"/>
                </a:ext>
              </a:extLst>
            </p:cNvPr>
            <p:cNvCxnSpPr>
              <a:stCxn id="24" idx="6"/>
            </p:cNvCxnSpPr>
            <p:nvPr/>
          </p:nvCxnSpPr>
          <p:spPr>
            <a:xfrm flipV="1">
              <a:off x="7821673" y="2647634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A624983-3DE0-DBDF-3CF9-4116CF5AD2C9}"/>
                </a:ext>
              </a:extLst>
            </p:cNvPr>
            <p:cNvCxnSpPr>
              <a:stCxn id="23" idx="6"/>
            </p:cNvCxnSpPr>
            <p:nvPr/>
          </p:nvCxnSpPr>
          <p:spPr>
            <a:xfrm>
              <a:off x="7821673" y="2651931"/>
              <a:ext cx="925681" cy="1252169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F385FE0-4A42-2347-3164-C4C61D7DA563}"/>
                </a:ext>
              </a:extLst>
            </p:cNvPr>
            <p:cNvCxnSpPr/>
            <p:nvPr/>
          </p:nvCxnSpPr>
          <p:spPr>
            <a:xfrm>
              <a:off x="10675530" y="1986236"/>
              <a:ext cx="925681" cy="63499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FE5D2AF-2D9C-9BA6-F264-102B91C92326}"/>
                </a:ext>
              </a:extLst>
            </p:cNvPr>
            <p:cNvCxnSpPr/>
            <p:nvPr/>
          </p:nvCxnSpPr>
          <p:spPr>
            <a:xfrm flipV="1">
              <a:off x="10675530" y="1981939"/>
              <a:ext cx="925681" cy="1922161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F62C0C8-A37D-F33D-95BD-EEFEA6512678}"/>
                </a:ext>
              </a:extLst>
            </p:cNvPr>
            <p:cNvCxnSpPr/>
            <p:nvPr/>
          </p:nvCxnSpPr>
          <p:spPr>
            <a:xfrm>
              <a:off x="10675530" y="1986236"/>
              <a:ext cx="925681" cy="1891457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C94E6B9-8564-2085-16FC-3F6F9C94BAB1}"/>
                </a:ext>
              </a:extLst>
            </p:cNvPr>
            <p:cNvCxnSpPr/>
            <p:nvPr/>
          </p:nvCxnSpPr>
          <p:spPr>
            <a:xfrm flipV="1">
              <a:off x="10675530" y="2621227"/>
              <a:ext cx="925681" cy="1282873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855BE35-58C7-227F-08B3-F06451D22EC6}"/>
                </a:ext>
              </a:extLst>
            </p:cNvPr>
            <p:cNvCxnSpPr/>
            <p:nvPr/>
          </p:nvCxnSpPr>
          <p:spPr>
            <a:xfrm>
              <a:off x="10675530" y="2625524"/>
              <a:ext cx="925681" cy="1252169"/>
            </a:xfrm>
            <a:prstGeom prst="line">
              <a:avLst/>
            </a:prstGeom>
            <a:ln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Graphic 48" descr="Stopwatch with solid fill">
              <a:extLst>
                <a:ext uri="{FF2B5EF4-FFF2-40B4-BE49-F238E27FC236}">
                  <a16:creationId xmlns:a16="http://schemas.microsoft.com/office/drawing/2014/main" id="{549711D8-B51F-B88B-F011-0130B69827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83475" y="5333578"/>
              <a:ext cx="914400" cy="914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/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sz="3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7AC62F9-6B76-CCB8-3B7F-3E516CB9B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5039" y="5529168"/>
                  <a:ext cx="439543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0E3D673-919D-4199-02DF-1FAE472C6A8D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9139240" y="2008346"/>
              <a:ext cx="1149926" cy="60827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7964CD5-3275-D235-E412-B56408EC0D06}"/>
                </a:ext>
              </a:extLst>
            </p:cNvPr>
            <p:cNvCxnSpPr>
              <a:stCxn id="3" idx="6"/>
            </p:cNvCxnSpPr>
            <p:nvPr/>
          </p:nvCxnSpPr>
          <p:spPr>
            <a:xfrm flipV="1">
              <a:off x="9139240" y="2008346"/>
              <a:ext cx="1149926" cy="639288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C86A605-6DEC-07E5-A9C7-6344C643AE11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 flipV="1">
              <a:off x="9139240" y="1977329"/>
              <a:ext cx="1149926" cy="1948881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E973C76-9C6E-B8B6-D58B-E89C516EBA49}"/>
                </a:ext>
              </a:extLst>
            </p:cNvPr>
            <p:cNvCxnSpPr>
              <a:endCxn id="12" idx="2"/>
            </p:cNvCxnSpPr>
            <p:nvPr/>
          </p:nvCxnSpPr>
          <p:spPr>
            <a:xfrm>
              <a:off x="9139240" y="2647634"/>
              <a:ext cx="1149926" cy="1247559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63232F9-F11A-EEA9-DC4B-B76EA39F83E9}"/>
                </a:ext>
              </a:extLst>
            </p:cNvPr>
            <p:cNvCxnSpPr>
              <a:cxnSpLocks/>
              <a:stCxn id="6" idx="6"/>
              <a:endCxn id="12" idx="2"/>
            </p:cNvCxnSpPr>
            <p:nvPr/>
          </p:nvCxnSpPr>
          <p:spPr>
            <a:xfrm flipV="1">
              <a:off x="9139240" y="3895193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1C312C1-79C5-E639-98A8-4959704FE107}"/>
                </a:ext>
              </a:extLst>
            </p:cNvPr>
            <p:cNvCxnSpPr>
              <a:endCxn id="10" idx="2"/>
            </p:cNvCxnSpPr>
            <p:nvPr/>
          </p:nvCxnSpPr>
          <p:spPr>
            <a:xfrm flipV="1">
              <a:off x="9139240" y="2616617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DB04A8B-C639-E3B3-7A5A-C5EF6F1EE014}"/>
                </a:ext>
              </a:extLst>
            </p:cNvPr>
            <p:cNvCxnSpPr>
              <a:stCxn id="2" idx="6"/>
              <a:endCxn id="9" idx="2"/>
            </p:cNvCxnSpPr>
            <p:nvPr/>
          </p:nvCxnSpPr>
          <p:spPr>
            <a:xfrm flipV="1">
              <a:off x="9139240" y="1977329"/>
              <a:ext cx="1149926" cy="31017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ight Arrow 67">
              <a:extLst>
                <a:ext uri="{FF2B5EF4-FFF2-40B4-BE49-F238E27FC236}">
                  <a16:creationId xmlns:a16="http://schemas.microsoft.com/office/drawing/2014/main" id="{915E8FC4-07B4-D138-FCAA-A54523F89FEF}"/>
                </a:ext>
              </a:extLst>
            </p:cNvPr>
            <p:cNvSpPr/>
            <p:nvPr/>
          </p:nvSpPr>
          <p:spPr>
            <a:xfrm>
              <a:off x="9099766" y="6283775"/>
              <a:ext cx="1385342" cy="407773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/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600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𝐭𝐢𝐦𝐞</m:t>
                        </m:r>
                      </m:oMath>
                    </m:oMathPara>
                  </a14:m>
                  <a:endParaRPr lang="en-US" sz="26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68AEBE4-6CDD-EB87-9823-D0D2514EE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4093" y="6208810"/>
                  <a:ext cx="970137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9A3A582-C9BF-2B24-6376-AEB412E5F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B0F8E59-ED89-C62E-44AA-DADAD916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F1B00C6E-E6FC-DD2C-39DD-A115676A52C6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/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F267D0D-DB3B-D4EB-F8B9-EDAD2DD3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5690549"/>
                <a:ext cx="3354573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7CED1C-0070-B0BF-A4AB-FF6EA810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3F192-01A0-629F-8241-90EB07556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62C5B0-2B1B-5A00-C8A8-9DEB660811CB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62C5B0-2B1B-5A00-C8A8-9DEB66081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15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59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4BF7B-DB94-A0D2-9B03-A6C42DC4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5D4CA5-2551-F8FE-83CE-B7742EB5A708}"/>
              </a:ext>
            </a:extLst>
          </p:cNvPr>
          <p:cNvSpPr/>
          <p:nvPr/>
        </p:nvSpPr>
        <p:spPr>
          <a:xfrm>
            <a:off x="8410639" y="1350905"/>
            <a:ext cx="2660073" cy="38045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BC35A-464F-493D-4E15-8429677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BP as a Neural Network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2549A6-A74F-F10A-5638-64041EF96D06}"/>
              </a:ext>
            </a:extLst>
          </p:cNvPr>
          <p:cNvSpPr/>
          <p:nvPr/>
        </p:nvSpPr>
        <p:spPr>
          <a:xfrm>
            <a:off x="8747354" y="1812403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76B239-493A-03C2-8355-1703DD1B4C2A}"/>
              </a:ext>
            </a:extLst>
          </p:cNvPr>
          <p:cNvSpPr/>
          <p:nvPr/>
        </p:nvSpPr>
        <p:spPr>
          <a:xfrm>
            <a:off x="8747354" y="2451691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B63448-11E9-EF57-2E05-D3D38845B1F4}"/>
              </a:ext>
            </a:extLst>
          </p:cNvPr>
          <p:cNvSpPr/>
          <p:nvPr/>
        </p:nvSpPr>
        <p:spPr>
          <a:xfrm>
            <a:off x="8747354" y="3730267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6627B3-DEBE-9EBA-B9BD-EAFA56B17E19}"/>
              </a:ext>
            </a:extLst>
          </p:cNvPr>
          <p:cNvSpPr/>
          <p:nvPr/>
        </p:nvSpPr>
        <p:spPr>
          <a:xfrm>
            <a:off x="10289166" y="1781386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EC7BAA-9666-4183-B509-6DB4380B6F4E}"/>
              </a:ext>
            </a:extLst>
          </p:cNvPr>
          <p:cNvSpPr/>
          <p:nvPr/>
        </p:nvSpPr>
        <p:spPr>
          <a:xfrm>
            <a:off x="10289166" y="242067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DE3C01-1C45-C0C3-D4F4-92CDE546E5E8}"/>
              </a:ext>
            </a:extLst>
          </p:cNvPr>
          <p:cNvSpPr/>
          <p:nvPr/>
        </p:nvSpPr>
        <p:spPr>
          <a:xfrm>
            <a:off x="10289166" y="369925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/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sz="2600" b="1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 sz="2600" b="1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600" b="1" i="1" smtClean="0">
                                      <a:solidFill>
                                        <a:schemeClr val="accent3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  <m:sup>
                              <m:r>
                                <a:rPr lang="en-US" sz="2600" b="1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75575F-B185-402C-B89C-416DE31F2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64" y="3823840"/>
                <a:ext cx="5900205" cy="1033296"/>
              </a:xfrm>
              <a:prstGeom prst="rect">
                <a:avLst/>
              </a:prstGeom>
              <a:blipFill>
                <a:blip r:embed="rId3"/>
                <a:stretch>
                  <a:fillRect t="-138554" b="-185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782ACF-9D61-2ECE-F686-CCAA6B57AA93}"/>
              </a:ext>
            </a:extLst>
          </p:cNvPr>
          <p:cNvSpPr/>
          <p:nvPr/>
        </p:nvSpPr>
        <p:spPr>
          <a:xfrm>
            <a:off x="209560" y="2547250"/>
            <a:ext cx="6605282" cy="2453824"/>
          </a:xfrm>
          <a:prstGeom prst="roundRect">
            <a:avLst/>
          </a:prstGeom>
          <a:noFill/>
          <a:ln w="571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/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1522A-3A69-C862-A77A-155932CDD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413" y="4403801"/>
                <a:ext cx="10481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>
            <a:extLst>
              <a:ext uri="{FF2B5EF4-FFF2-40B4-BE49-F238E27FC236}">
                <a16:creationId xmlns:a16="http://schemas.microsoft.com/office/drawing/2014/main" id="{77C28C68-9881-49A3-9F94-05CECDC7465A}"/>
              </a:ext>
            </a:extLst>
          </p:cNvPr>
          <p:cNvSpPr/>
          <p:nvPr/>
        </p:nvSpPr>
        <p:spPr>
          <a:xfrm>
            <a:off x="7429787" y="1816700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09F3B8-40B3-F6FA-4FCD-1851E6537D24}"/>
              </a:ext>
            </a:extLst>
          </p:cNvPr>
          <p:cNvSpPr/>
          <p:nvPr/>
        </p:nvSpPr>
        <p:spPr>
          <a:xfrm>
            <a:off x="7429787" y="2455988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1C8F51-D4C8-7298-20A2-02BDC7FF8D5B}"/>
              </a:ext>
            </a:extLst>
          </p:cNvPr>
          <p:cNvSpPr/>
          <p:nvPr/>
        </p:nvSpPr>
        <p:spPr>
          <a:xfrm>
            <a:off x="7429787" y="3734564"/>
            <a:ext cx="391886" cy="391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/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2388E3-8D7E-7B62-9FA4-7A2DC142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055" y="4403801"/>
                <a:ext cx="104810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EE68DBD-8F45-1A7A-3E54-13F9A7451794}"/>
              </a:ext>
            </a:extLst>
          </p:cNvPr>
          <p:cNvSpPr/>
          <p:nvPr/>
        </p:nvSpPr>
        <p:spPr>
          <a:xfrm>
            <a:off x="11601211" y="1781386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90B7FB-729D-BAC9-7AFC-3E7D24B95820}"/>
              </a:ext>
            </a:extLst>
          </p:cNvPr>
          <p:cNvSpPr/>
          <p:nvPr/>
        </p:nvSpPr>
        <p:spPr>
          <a:xfrm>
            <a:off x="11601211" y="2420674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7BF9188-40CA-069F-5EBB-005253F464A6}"/>
              </a:ext>
            </a:extLst>
          </p:cNvPr>
          <p:cNvSpPr/>
          <p:nvPr/>
        </p:nvSpPr>
        <p:spPr>
          <a:xfrm>
            <a:off x="11601211" y="3699250"/>
            <a:ext cx="391886" cy="3918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9668AE-A5EE-2083-C5AF-70FBB4C1640F}"/>
              </a:ext>
            </a:extLst>
          </p:cNvPr>
          <p:cNvCxnSpPr>
            <a:stCxn id="22" idx="6"/>
            <a:endCxn id="3" idx="2"/>
          </p:cNvCxnSpPr>
          <p:nvPr/>
        </p:nvCxnSpPr>
        <p:spPr>
          <a:xfrm>
            <a:off x="7821673" y="2012643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61D702-2E39-14DC-83EA-6CCD48534650}"/>
              </a:ext>
            </a:extLst>
          </p:cNvPr>
          <p:cNvCxnSpPr>
            <a:cxnSpLocks/>
            <a:stCxn id="23" idx="6"/>
          </p:cNvCxnSpPr>
          <p:nvPr/>
        </p:nvCxnSpPr>
        <p:spPr>
          <a:xfrm>
            <a:off x="7821673" y="2651931"/>
            <a:ext cx="925681" cy="0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3F3192-C6B4-FD10-E3F4-FBCD727FA3C9}"/>
              </a:ext>
            </a:extLst>
          </p:cNvPr>
          <p:cNvCxnSpPr>
            <a:stCxn id="24" idx="6"/>
            <a:endCxn id="2" idx="2"/>
          </p:cNvCxnSpPr>
          <p:nvPr/>
        </p:nvCxnSpPr>
        <p:spPr>
          <a:xfrm flipV="1">
            <a:off x="7821673" y="2008346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B5FB6A-AEA9-3ED8-C017-B195C8E0367A}"/>
              </a:ext>
            </a:extLst>
          </p:cNvPr>
          <p:cNvCxnSpPr>
            <a:stCxn id="22" idx="6"/>
          </p:cNvCxnSpPr>
          <p:nvPr/>
        </p:nvCxnSpPr>
        <p:spPr>
          <a:xfrm>
            <a:off x="7821673" y="2012643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ED75EE-3301-822C-F4AC-692F4C12D7E9}"/>
              </a:ext>
            </a:extLst>
          </p:cNvPr>
          <p:cNvCxnSpPr>
            <a:stCxn id="24" idx="6"/>
          </p:cNvCxnSpPr>
          <p:nvPr/>
        </p:nvCxnSpPr>
        <p:spPr>
          <a:xfrm flipV="1">
            <a:off x="7821673" y="2647634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A33F49-38E8-0ECB-6280-97435B17FF4B}"/>
              </a:ext>
            </a:extLst>
          </p:cNvPr>
          <p:cNvCxnSpPr>
            <a:stCxn id="23" idx="6"/>
          </p:cNvCxnSpPr>
          <p:nvPr/>
        </p:nvCxnSpPr>
        <p:spPr>
          <a:xfrm>
            <a:off x="7821673" y="2651931"/>
            <a:ext cx="925681" cy="125216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D09653-1166-BA7F-62C2-BB1FC621271A}"/>
              </a:ext>
            </a:extLst>
          </p:cNvPr>
          <p:cNvCxnSpPr/>
          <p:nvPr/>
        </p:nvCxnSpPr>
        <p:spPr>
          <a:xfrm>
            <a:off x="10675530" y="1986236"/>
            <a:ext cx="925681" cy="63499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D701104-F54A-23CF-93BC-03FF8C5FF547}"/>
              </a:ext>
            </a:extLst>
          </p:cNvPr>
          <p:cNvCxnSpPr/>
          <p:nvPr/>
        </p:nvCxnSpPr>
        <p:spPr>
          <a:xfrm flipV="1">
            <a:off x="10675530" y="1981939"/>
            <a:ext cx="925681" cy="1922161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61B4364-A3A3-8753-5EBE-6FE9F705354B}"/>
              </a:ext>
            </a:extLst>
          </p:cNvPr>
          <p:cNvCxnSpPr/>
          <p:nvPr/>
        </p:nvCxnSpPr>
        <p:spPr>
          <a:xfrm>
            <a:off x="10675530" y="1986236"/>
            <a:ext cx="925681" cy="1891457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76E0C41-A364-2521-8404-EB9829E85CF4}"/>
              </a:ext>
            </a:extLst>
          </p:cNvPr>
          <p:cNvCxnSpPr/>
          <p:nvPr/>
        </p:nvCxnSpPr>
        <p:spPr>
          <a:xfrm flipV="1">
            <a:off x="10675530" y="2621227"/>
            <a:ext cx="925681" cy="1282873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B7D80-15E0-2EDE-5D7B-63BEA34D3002}"/>
              </a:ext>
            </a:extLst>
          </p:cNvPr>
          <p:cNvCxnSpPr/>
          <p:nvPr/>
        </p:nvCxnSpPr>
        <p:spPr>
          <a:xfrm>
            <a:off x="10675530" y="2625524"/>
            <a:ext cx="925681" cy="1252169"/>
          </a:xfrm>
          <a:prstGeom prst="line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Graphic 48" descr="Stopwatch with solid fill">
            <a:extLst>
              <a:ext uri="{FF2B5EF4-FFF2-40B4-BE49-F238E27FC236}">
                <a16:creationId xmlns:a16="http://schemas.microsoft.com/office/drawing/2014/main" id="{906C837C-64A5-EFBF-BCED-CED738782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475" y="5333578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/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CFECDD8-3367-CD72-5949-68E76F1E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039" y="5529168"/>
                <a:ext cx="43954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0EDF23-CA79-CF17-4EBC-65246022E727}"/>
              </a:ext>
            </a:extLst>
          </p:cNvPr>
          <p:cNvCxnSpPr>
            <a:stCxn id="2" idx="6"/>
          </p:cNvCxnSpPr>
          <p:nvPr/>
        </p:nvCxnSpPr>
        <p:spPr>
          <a:xfrm>
            <a:off x="9139240" y="2008346"/>
            <a:ext cx="1149926" cy="60827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AA6E656-D342-733D-FF96-4B4F36F8797D}"/>
              </a:ext>
            </a:extLst>
          </p:cNvPr>
          <p:cNvCxnSpPr>
            <a:stCxn id="3" idx="6"/>
          </p:cNvCxnSpPr>
          <p:nvPr/>
        </p:nvCxnSpPr>
        <p:spPr>
          <a:xfrm flipV="1">
            <a:off x="9139240" y="2008346"/>
            <a:ext cx="1149926" cy="639288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C05CCF2-8973-D652-EDA3-079D08BAE9DA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9139240" y="1977329"/>
            <a:ext cx="1149926" cy="1948881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914177-6381-5FA5-5CCE-562FDBDC9D6B}"/>
              </a:ext>
            </a:extLst>
          </p:cNvPr>
          <p:cNvCxnSpPr>
            <a:endCxn id="12" idx="2"/>
          </p:cNvCxnSpPr>
          <p:nvPr/>
        </p:nvCxnSpPr>
        <p:spPr>
          <a:xfrm>
            <a:off x="9139240" y="2647634"/>
            <a:ext cx="1149926" cy="1247559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E083B8-32D3-8E3B-A918-44BF9364237A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9139240" y="3895193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9046E36-C639-1797-D1ED-22ECA6EABF34}"/>
              </a:ext>
            </a:extLst>
          </p:cNvPr>
          <p:cNvCxnSpPr>
            <a:endCxn id="10" idx="2"/>
          </p:cNvCxnSpPr>
          <p:nvPr/>
        </p:nvCxnSpPr>
        <p:spPr>
          <a:xfrm flipV="1">
            <a:off x="9139240" y="2616617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404A28-F7A6-4BC1-69A0-1AFDCD63C029}"/>
              </a:ext>
            </a:extLst>
          </p:cNvPr>
          <p:cNvCxnSpPr>
            <a:stCxn id="2" idx="6"/>
            <a:endCxn id="9" idx="2"/>
          </p:cNvCxnSpPr>
          <p:nvPr/>
        </p:nvCxnSpPr>
        <p:spPr>
          <a:xfrm flipV="1">
            <a:off x="9139240" y="1977329"/>
            <a:ext cx="1149926" cy="31017"/>
          </a:xfrm>
          <a:prstGeom prst="line">
            <a:avLst/>
          </a:prstGeom>
          <a:ln w="3810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ight Arrow 67">
            <a:extLst>
              <a:ext uri="{FF2B5EF4-FFF2-40B4-BE49-F238E27FC236}">
                <a16:creationId xmlns:a16="http://schemas.microsoft.com/office/drawing/2014/main" id="{87D94ECF-A01A-E1C5-1710-77C3801EC513}"/>
              </a:ext>
            </a:extLst>
          </p:cNvPr>
          <p:cNvSpPr/>
          <p:nvPr/>
        </p:nvSpPr>
        <p:spPr>
          <a:xfrm>
            <a:off x="9099766" y="6283775"/>
            <a:ext cx="1385342" cy="40777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/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𝐭𝐢𝐦𝐞</m:t>
                      </m:r>
                    </m:oMath>
                  </m:oMathPara>
                </a14:m>
                <a:endParaRPr lang="en-US" sz="26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9716015-02FF-766D-F180-094BE59A8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093" y="6208810"/>
                <a:ext cx="97013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/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600" dirty="0"/>
                  <a:t>Repeat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600" dirty="0"/>
                  <a:t> iterations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3C0CFBE-EA5E-AFF3-C088-BA4FAE5E4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516" y="1830010"/>
                <a:ext cx="3414012" cy="492443"/>
              </a:xfrm>
              <a:prstGeom prst="rect">
                <a:avLst/>
              </a:prstGeom>
              <a:blipFill>
                <a:blip r:embed="rId10"/>
                <a:stretch>
                  <a:fillRect l="-2963" t="-12821" r="-1111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/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Log Likelihood Ratio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7E4DE5C-CCBA-AF7D-DB86-C9C9AC66D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60" y="922869"/>
                <a:ext cx="5506700" cy="825034"/>
              </a:xfrm>
              <a:prstGeom prst="rect">
                <a:avLst/>
              </a:prstGeom>
              <a:blipFill>
                <a:blip r:embed="rId11"/>
                <a:stretch>
                  <a:fillRect l="-160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76FDD3B5-D342-0298-C398-B968A95E08AC}"/>
              </a:ext>
            </a:extLst>
          </p:cNvPr>
          <p:cNvSpPr txBox="1"/>
          <p:nvPr/>
        </p:nvSpPr>
        <p:spPr>
          <a:xfrm>
            <a:off x="1562516" y="5225871"/>
            <a:ext cx="365279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Compute refined beliefs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/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2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p>
                                    <m:sSupPr>
                                      <m:ctrlP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53E6637-9F94-4C37-5ABF-BCE965B98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3" y="5651381"/>
                <a:ext cx="4855881" cy="1114857"/>
              </a:xfrm>
              <a:prstGeom prst="rect">
                <a:avLst/>
              </a:prstGeom>
              <a:blipFill>
                <a:blip r:embed="rId12"/>
                <a:stretch>
                  <a:fillRect t="-124719" b="-169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/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no error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DA0F27A-1E0F-8CE9-797E-DCE0C9016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5621500"/>
                <a:ext cx="2624180" cy="499560"/>
              </a:xfrm>
              <a:prstGeom prst="rect">
                <a:avLst/>
              </a:prstGeom>
              <a:blipFill>
                <a:blip r:embed="rId13"/>
                <a:stretch>
                  <a:fillRect l="-966" t="-7500" r="-3382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/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600" b="1" i="1" dirty="0">
                    <a:solidFill>
                      <a:srgbClr val="FF0000"/>
                    </a:solidFill>
                  </a:rPr>
                  <a:t> : error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B9AFCE-DD36-05BB-5F25-93079B667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33" y="6141480"/>
                <a:ext cx="2173737" cy="499560"/>
              </a:xfrm>
              <a:prstGeom prst="rect">
                <a:avLst/>
              </a:prstGeom>
              <a:blipFill>
                <a:blip r:embed="rId14"/>
                <a:stretch>
                  <a:fillRect l="-1163" t="-7500" r="-407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/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B1F72-B535-330E-1A4C-6609E3D58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2570" y="859060"/>
                <a:ext cx="1391599" cy="582019"/>
              </a:xfrm>
              <a:prstGeom prst="rect">
                <a:avLst/>
              </a:prstGeom>
              <a:blipFill>
                <a:blip r:embed="rId15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/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190D96-D368-D54B-E877-2703B1ACD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615" y="1177878"/>
                <a:ext cx="1391599" cy="598562"/>
              </a:xfrm>
              <a:prstGeom prst="rect">
                <a:avLst/>
              </a:prstGeom>
              <a:blipFill>
                <a:blip r:embed="rId1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FBC5CCFD-F6DB-6A43-9A37-C0D192EE7DD6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7924612" y="1931242"/>
            <a:ext cx="558985" cy="249379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6015AE87-6082-556E-7AF1-CF44F1CF4C63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0753926" y="1825523"/>
            <a:ext cx="913858" cy="144970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88296F-59FD-C45E-3644-B9372ED6548A}"/>
                  </a:ext>
                </a:extLst>
              </p:cNvPr>
              <p:cNvSpPr txBox="1"/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𝐭𝐚𝐧𝐡</m:t>
                      </m:r>
                      <m:d>
                        <m:d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sub>
                                <m:sup>
                                  <m:r>
                                    <a:rPr lang="en-US" sz="21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sz="21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sub>
                        <m:sup/>
                        <m:e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sz="21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𝐭𝐚𝐧𝐡</m:t>
                          </m:r>
                          <m:d>
                            <m:dPr>
                              <m:ctrlPr>
                                <a:rPr lang="en-US" sz="21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p>
                                          <m:r>
                                            <a:rPr lang="en-US" sz="2100" b="1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en-US" sz="2100" b="1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1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sz="21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1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88296F-59FD-C45E-3644-B9372ED65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31" y="2740155"/>
                <a:ext cx="6605142" cy="885692"/>
              </a:xfrm>
              <a:prstGeom prst="rect">
                <a:avLst/>
              </a:prstGeom>
              <a:blipFill>
                <a:blip r:embed="rId17"/>
                <a:stretch>
                  <a:fillRect l="-1154" t="-127143" r="-1346" b="-17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53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3A1F-BB16-FDFC-60AB-0D4F8BFC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2C3E8FE-F9B7-F67B-6FEE-90CBE113BF16}"/>
              </a:ext>
            </a:extLst>
          </p:cNvPr>
          <p:cNvSpPr txBox="1">
            <a:spLocks/>
          </p:cNvSpPr>
          <p:nvPr/>
        </p:nvSpPr>
        <p:spPr>
          <a:xfrm>
            <a:off x="2493571" y="139495"/>
            <a:ext cx="7204858" cy="774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BP as a Neural Network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FF1E89-9F2C-3297-2AC9-C113FD13B2C2}"/>
              </a:ext>
            </a:extLst>
          </p:cNvPr>
          <p:cNvSpPr txBox="1"/>
          <p:nvPr/>
        </p:nvSpPr>
        <p:spPr>
          <a:xfrm>
            <a:off x="6850996" y="6451448"/>
            <a:ext cx="5206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Liu, Poulin, 2019. Phys. Rev. Lett. 122, 200501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6C06CA-767F-9641-CE9C-BBF4E5718795}"/>
              </a:ext>
            </a:extLst>
          </p:cNvPr>
          <p:cNvSpPr txBox="1"/>
          <p:nvPr/>
        </p:nvSpPr>
        <p:spPr>
          <a:xfrm>
            <a:off x="6850995" y="6088044"/>
            <a:ext cx="4376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Nachmani</a:t>
            </a:r>
            <a:r>
              <a:rPr lang="en-US" sz="2000" dirty="0"/>
              <a:t> et. al., 2016. IEEE (Allerton)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D6FB6B-0A74-3FDB-9225-EE182C240E7E}"/>
              </a:ext>
            </a:extLst>
          </p:cNvPr>
          <p:cNvGrpSpPr/>
          <p:nvPr/>
        </p:nvGrpSpPr>
        <p:grpSpPr>
          <a:xfrm>
            <a:off x="66150" y="5059145"/>
            <a:ext cx="3860416" cy="1591483"/>
            <a:chOff x="66150" y="5059145"/>
            <a:chExt cx="3860416" cy="1591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/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𝐭𝐚𝐧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24CE38F-2C43-C97C-9241-C3B5A728A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5549675"/>
                  <a:ext cx="3065711" cy="470000"/>
                </a:xfrm>
                <a:prstGeom prst="rect">
                  <a:avLst/>
                </a:prstGeom>
                <a:blipFill>
                  <a:blip r:embed="rId2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/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sz="2400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𝐭𝐚𝐧𝐡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1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1C9A220-E4C6-EB6F-AB7E-C121D2FB7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82" y="6188963"/>
                  <a:ext cx="321812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1E126E-A74D-AFD0-5424-1E48737731BB}"/>
                </a:ext>
              </a:extLst>
            </p:cNvPr>
            <p:cNvSpPr txBox="1"/>
            <p:nvPr/>
          </p:nvSpPr>
          <p:spPr>
            <a:xfrm>
              <a:off x="66150" y="5059145"/>
              <a:ext cx="38604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Activation function at layers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3CECCFF-4AED-265D-8472-2B10EA35480A}"/>
              </a:ext>
            </a:extLst>
          </p:cNvPr>
          <p:cNvGrpSpPr/>
          <p:nvPr/>
        </p:nvGrpSpPr>
        <p:grpSpPr>
          <a:xfrm>
            <a:off x="6603131" y="4916314"/>
            <a:ext cx="5537337" cy="1003203"/>
            <a:chOff x="6603131" y="4916314"/>
            <a:chExt cx="5537337" cy="100320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833F80-B2FD-58F6-D7D4-4DB2DC8A3BA9}"/>
                </a:ext>
              </a:extLst>
            </p:cNvPr>
            <p:cNvSpPr txBox="1"/>
            <p:nvPr/>
          </p:nvSpPr>
          <p:spPr>
            <a:xfrm>
              <a:off x="6649380" y="4916314"/>
              <a:ext cx="53789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Weights obtaining from training the NN: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/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p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1E8C666-0EE9-236C-B0D7-DC1D7E5C9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131" y="5488630"/>
                  <a:ext cx="2582182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/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US" sz="2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  <m:d>
                            <m:d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2200" dirty="0">
                      <a:solidFill>
                        <a:srgbClr val="0070C0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B8AFC224-1561-F087-9F7A-379DA9365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4291" y="5488629"/>
                  <a:ext cx="2896177" cy="430887"/>
                </a:xfrm>
                <a:prstGeom prst="rect">
                  <a:avLst/>
                </a:prstGeom>
                <a:blipFill>
                  <a:blip r:embed="rId5"/>
                  <a:stretch>
                    <a:fillRect t="-8571" r="-435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7DFA79-6434-0AC5-17EF-6712373546EB}"/>
              </a:ext>
            </a:extLst>
          </p:cNvPr>
          <p:cNvGrpSpPr/>
          <p:nvPr/>
        </p:nvGrpSpPr>
        <p:grpSpPr>
          <a:xfrm>
            <a:off x="11182335" y="1316350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7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040C4E6-4451-1682-38AC-6029D2652FAF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2A30859-934C-6195-4BB0-F1857B19A1DE}"/>
              </a:ext>
            </a:extLst>
          </p:cNvPr>
          <p:cNvGrpSpPr/>
          <p:nvPr/>
        </p:nvGrpSpPr>
        <p:grpSpPr>
          <a:xfrm>
            <a:off x="634446" y="1301667"/>
            <a:ext cx="1729650" cy="2913855"/>
            <a:chOff x="737087" y="1301667"/>
            <a:chExt cx="1729650" cy="291385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9992390-4410-4D85-7627-B07095BB588C}"/>
                </a:ext>
              </a:extLst>
            </p:cNvPr>
            <p:cNvGrpSpPr/>
            <p:nvPr/>
          </p:nvGrpSpPr>
          <p:grpSpPr>
            <a:xfrm>
              <a:off x="737087" y="1301667"/>
              <a:ext cx="1585562" cy="2913855"/>
              <a:chOff x="858390" y="1301667"/>
              <a:chExt cx="1585562" cy="2913855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D9C68FC-2037-664D-7809-5EB41D459D49}"/>
                  </a:ext>
                </a:extLst>
              </p:cNvPr>
              <p:cNvSpPr/>
              <p:nvPr/>
            </p:nvSpPr>
            <p:spPr>
              <a:xfrm>
                <a:off x="1965121" y="1867744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0B582EB-BC6D-DC2C-446B-66F9E27156E5}"/>
                  </a:ext>
                </a:extLst>
              </p:cNvPr>
              <p:cNvSpPr/>
              <p:nvPr/>
            </p:nvSpPr>
            <p:spPr>
              <a:xfrm>
                <a:off x="1965121" y="2507032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7459D0-C256-D87C-F903-FDA7D6F587CB}"/>
                  </a:ext>
                </a:extLst>
              </p:cNvPr>
              <p:cNvSpPr/>
              <p:nvPr/>
            </p:nvSpPr>
            <p:spPr>
              <a:xfrm>
                <a:off x="1965121" y="3785608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0C0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11BAC60-E236-D70B-B00F-2D2A12D390D4}"/>
                  </a:ext>
                </a:extLst>
              </p:cNvPr>
              <p:cNvSpPr txBox="1"/>
              <p:nvPr/>
            </p:nvSpPr>
            <p:spPr>
              <a:xfrm>
                <a:off x="858390" y="1301667"/>
                <a:ext cx="1585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Input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44E53E6-3875-1AF1-CBAE-8DBF44FF1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2" y="1879021"/>
                    <a:ext cx="481735" cy="43088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192180CF-884B-78A5-534D-74B528DC49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5061" y="2437492"/>
                    <a:ext cx="481735" cy="43088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26B84840-3A50-50A4-613E-E22E2CA262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605" y="3784635"/>
                    <a:ext cx="491352" cy="43088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8604082-811B-6D31-5358-BE2D096D9F38}"/>
                </a:ext>
              </a:extLst>
            </p:cNvPr>
            <p:cNvSpPr txBox="1"/>
            <p:nvPr/>
          </p:nvSpPr>
          <p:spPr>
            <a:xfrm rot="5400000">
              <a:off x="1862084" y="2954919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A0EFE34-8EF1-656C-8B49-67149D93AD5C}"/>
              </a:ext>
            </a:extLst>
          </p:cNvPr>
          <p:cNvGrpSpPr/>
          <p:nvPr/>
        </p:nvGrpSpPr>
        <p:grpSpPr>
          <a:xfrm>
            <a:off x="8072256" y="1301666"/>
            <a:ext cx="2695922" cy="2842201"/>
            <a:chOff x="8072256" y="1301666"/>
            <a:chExt cx="2695922" cy="28422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7AB071-6436-0358-D32B-8E15032623EA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D895B87-ADEA-CFAB-AC66-665609102F4F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1F1EFE-9968-7B40-F257-D2085BFCC932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5E0EA3-CBE7-EB9A-1481-5D59AC5A858C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19D4F50-807D-0561-56D3-7811F57332E4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0EFA850-A7FC-7830-9F7F-49C8A85280C5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8C12F26-061D-2346-3C65-598F9DBD399C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117F754-11BC-3CE2-8ADF-66B425920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AF443B89-9B5F-EDCC-B9F5-A667E16B9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B9A2052-6DF4-5E6F-067B-357D63844F35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545E2AD-A4C3-56BC-DB81-88DE4907C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61123E4-1F3D-D6B5-227A-BA5BE29ECF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3CCEF14-0102-5339-3EA2-814C547FD73E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FC33225-B665-AEAE-E81A-6260DDC25CF0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BD8FBE6-0224-04F5-0ECB-EB687C19151E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E4B925D-320F-B734-1747-354E60204B9E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1125452-3004-622A-EE5B-E46272AF7849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1C08771-838D-A0A1-9585-F455DF434997}"/>
              </a:ext>
            </a:extLst>
          </p:cNvPr>
          <p:cNvGrpSpPr/>
          <p:nvPr/>
        </p:nvGrpSpPr>
        <p:grpSpPr>
          <a:xfrm>
            <a:off x="2096916" y="914401"/>
            <a:ext cx="6336954" cy="3811554"/>
            <a:chOff x="2096916" y="914401"/>
            <a:chExt cx="6336954" cy="381155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2BF022F-2B4A-DC3A-3CE4-CFA2C933511E}"/>
                </a:ext>
              </a:extLst>
            </p:cNvPr>
            <p:cNvGrpSpPr/>
            <p:nvPr/>
          </p:nvGrpSpPr>
          <p:grpSpPr>
            <a:xfrm>
              <a:off x="2096916" y="914401"/>
              <a:ext cx="6060453" cy="3811554"/>
              <a:chOff x="2096916" y="914401"/>
              <a:chExt cx="6060453" cy="381155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D93E6B0-3685-275A-649A-5D5E538FDF19}"/>
                  </a:ext>
                </a:extLst>
              </p:cNvPr>
              <p:cNvGrpSpPr/>
              <p:nvPr/>
            </p:nvGrpSpPr>
            <p:grpSpPr>
              <a:xfrm>
                <a:off x="3547887" y="914401"/>
                <a:ext cx="4609482" cy="3811554"/>
                <a:chOff x="3547887" y="914401"/>
                <a:chExt cx="4609482" cy="3811554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29D4AF5-A14B-53DA-258A-F911AD721F1D}"/>
                    </a:ext>
                  </a:extLst>
                </p:cNvPr>
                <p:cNvSpPr/>
                <p:nvPr/>
              </p:nvSpPr>
              <p:spPr>
                <a:xfrm>
                  <a:off x="4911626" y="1867744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39F4EFF-E6C1-A2FF-48F4-2ACAE16943E9}"/>
                    </a:ext>
                  </a:extLst>
                </p:cNvPr>
                <p:cNvSpPr/>
                <p:nvPr/>
              </p:nvSpPr>
              <p:spPr>
                <a:xfrm>
                  <a:off x="4911626" y="2507032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ECDE54C-9260-75D4-3956-E4BBC0BB7572}"/>
                    </a:ext>
                  </a:extLst>
                </p:cNvPr>
                <p:cNvSpPr/>
                <p:nvPr/>
              </p:nvSpPr>
              <p:spPr>
                <a:xfrm>
                  <a:off x="4911626" y="3785608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5885968-C6A2-6152-4D23-F79CE9315B08}"/>
                    </a:ext>
                  </a:extLst>
                </p:cNvPr>
                <p:cNvSpPr/>
                <p:nvPr/>
              </p:nvSpPr>
              <p:spPr>
                <a:xfrm>
                  <a:off x="6453438" y="1836727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20128E3-AF25-074E-584B-F68AE2F420E3}"/>
                    </a:ext>
                  </a:extLst>
                </p:cNvPr>
                <p:cNvSpPr/>
                <p:nvPr/>
              </p:nvSpPr>
              <p:spPr>
                <a:xfrm>
                  <a:off x="6453438" y="247601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8C33DB27-88DE-7C2E-3574-F06C8907672D}"/>
                    </a:ext>
                  </a:extLst>
                </p:cNvPr>
                <p:cNvSpPr/>
                <p:nvPr/>
              </p:nvSpPr>
              <p:spPr>
                <a:xfrm>
                  <a:off x="6453438" y="375459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97B5EC2A-41B0-7702-CF3A-2A49A4582A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58685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A3E7134-0A50-83BF-7425-D5B0538F3E06}"/>
                    </a:ext>
                  </a:extLst>
                </p:cNvPr>
                <p:cNvSpPr/>
                <p:nvPr/>
              </p:nvSpPr>
              <p:spPr>
                <a:xfrm>
                  <a:off x="3594059" y="1872041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6995A82-6038-8FA7-7913-882369BE952A}"/>
                    </a:ext>
                  </a:extLst>
                </p:cNvPr>
                <p:cNvSpPr/>
                <p:nvPr/>
              </p:nvSpPr>
              <p:spPr>
                <a:xfrm>
                  <a:off x="3594059" y="2511329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C54C561-06F2-1191-F2DA-DF1D7FE91FE7}"/>
                    </a:ext>
                  </a:extLst>
                </p:cNvPr>
                <p:cNvSpPr/>
                <p:nvPr/>
              </p:nvSpPr>
              <p:spPr>
                <a:xfrm>
                  <a:off x="3594059" y="3789905"/>
                  <a:ext cx="391886" cy="39188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C7F73F4-230B-FA71-BE8F-97AABE031E2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327" y="4233512"/>
                      <a:ext cx="1048107" cy="49244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01747E4-BC04-16B1-FFDB-DDB2C7B249EF}"/>
                    </a:ext>
                  </a:extLst>
                </p:cNvPr>
                <p:cNvSpPr/>
                <p:nvPr/>
              </p:nvSpPr>
              <p:spPr>
                <a:xfrm>
                  <a:off x="7765483" y="1836727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4C492887-3EEA-620A-CA0C-01C20404B02F}"/>
                    </a:ext>
                  </a:extLst>
                </p:cNvPr>
                <p:cNvSpPr/>
                <p:nvPr/>
              </p:nvSpPr>
              <p:spPr>
                <a:xfrm>
                  <a:off x="7765483" y="2476015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55F8FE67-CE0E-96D9-7E75-EED16EC62446}"/>
                    </a:ext>
                  </a:extLst>
                </p:cNvPr>
                <p:cNvSpPr/>
                <p:nvPr/>
              </p:nvSpPr>
              <p:spPr>
                <a:xfrm>
                  <a:off x="7765483" y="3754591"/>
                  <a:ext cx="391886" cy="391886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1ABFE7DE-BF8E-384A-7329-EE32058C9479}"/>
                    </a:ext>
                  </a:extLst>
                </p:cNvPr>
                <p:cNvCxnSpPr>
                  <a:stCxn id="14" idx="6"/>
                  <a:endCxn id="8" idx="2"/>
                </p:cNvCxnSpPr>
                <p:nvPr/>
              </p:nvCxnSpPr>
              <p:spPr>
                <a:xfrm>
                  <a:off x="3985945" y="2067984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E9ED3FD-6DE5-43B1-EA74-E7924613F99F}"/>
                    </a:ext>
                  </a:extLst>
                </p:cNvPr>
                <p:cNvCxnSpPr>
                  <a:cxnSpLocks/>
                  <a:stCxn id="15" idx="6"/>
                </p:cNvCxnSpPr>
                <p:nvPr/>
              </p:nvCxnSpPr>
              <p:spPr>
                <a:xfrm>
                  <a:off x="3985945" y="2707272"/>
                  <a:ext cx="925681" cy="0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0809394E-7436-260F-D5A5-6C255BD6AD25}"/>
                    </a:ext>
                  </a:extLst>
                </p:cNvPr>
                <p:cNvCxnSpPr>
                  <a:stCxn id="16" idx="6"/>
                  <a:endCxn id="7" idx="2"/>
                </p:cNvCxnSpPr>
                <p:nvPr/>
              </p:nvCxnSpPr>
              <p:spPr>
                <a:xfrm flipV="1">
                  <a:off x="3985945" y="2063687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FA43F23-E1C0-5C3E-660E-30D8B745F72C}"/>
                    </a:ext>
                  </a:extLst>
                </p:cNvPr>
                <p:cNvCxnSpPr>
                  <a:stCxn id="14" idx="6"/>
                </p:cNvCxnSpPr>
                <p:nvPr/>
              </p:nvCxnSpPr>
              <p:spPr>
                <a:xfrm>
                  <a:off x="3985945" y="2067984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B2CA11C1-B4E8-C7D2-6EE8-4BC6D5F7478A}"/>
                    </a:ext>
                  </a:extLst>
                </p:cNvPr>
                <p:cNvCxnSpPr>
                  <a:stCxn id="16" idx="6"/>
                </p:cNvCxnSpPr>
                <p:nvPr/>
              </p:nvCxnSpPr>
              <p:spPr>
                <a:xfrm flipV="1">
                  <a:off x="3985945" y="2702975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506B40E4-2B7F-1A4C-BFD0-84101E3D9B2E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>
                  <a:off x="3985945" y="2707272"/>
                  <a:ext cx="925681" cy="1252169"/>
                </a:xfrm>
                <a:prstGeom prst="line">
                  <a:avLst/>
                </a:prstGeom>
                <a:ln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031ABDB-2578-28BB-4E0C-692449B66572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63499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3AE1A59C-BE17-7DDA-4FE6-6211B19C1261}"/>
                    </a:ext>
                  </a:extLst>
                </p:cNvPr>
                <p:cNvCxnSpPr/>
                <p:nvPr/>
              </p:nvCxnSpPr>
              <p:spPr>
                <a:xfrm flipV="1">
                  <a:off x="6839802" y="2037280"/>
                  <a:ext cx="925681" cy="1922161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D0622D2-9D6B-00C3-EC8D-F70AB45590DB}"/>
                    </a:ext>
                  </a:extLst>
                </p:cNvPr>
                <p:cNvCxnSpPr/>
                <p:nvPr/>
              </p:nvCxnSpPr>
              <p:spPr>
                <a:xfrm>
                  <a:off x="6839802" y="2041577"/>
                  <a:ext cx="925681" cy="1891457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4570D12-593A-A190-00A9-ECDABBAF5103}"/>
                    </a:ext>
                  </a:extLst>
                </p:cNvPr>
                <p:cNvCxnSpPr/>
                <p:nvPr/>
              </p:nvCxnSpPr>
              <p:spPr>
                <a:xfrm flipV="1">
                  <a:off x="6839802" y="2676568"/>
                  <a:ext cx="925681" cy="1282873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D9D48FC-0268-303A-024B-59E0A9B21E2B}"/>
                    </a:ext>
                  </a:extLst>
                </p:cNvPr>
                <p:cNvCxnSpPr/>
                <p:nvPr/>
              </p:nvCxnSpPr>
              <p:spPr>
                <a:xfrm>
                  <a:off x="6839802" y="2680865"/>
                  <a:ext cx="925681" cy="1252169"/>
                </a:xfrm>
                <a:prstGeom prst="line">
                  <a:avLst/>
                </a:prstGeom>
                <a:ln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96AC470B-5A0A-5DE7-4767-95BADE375713}"/>
                    </a:ext>
                  </a:extLst>
                </p:cNvPr>
                <p:cNvCxnSpPr>
                  <a:stCxn id="7" idx="6"/>
                </p:cNvCxnSpPr>
                <p:nvPr/>
              </p:nvCxnSpPr>
              <p:spPr>
                <a:xfrm>
                  <a:off x="5303512" y="2063687"/>
                  <a:ext cx="1149926" cy="60827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77663CD-863E-1EA1-5765-FE08E40D6FAC}"/>
                    </a:ext>
                  </a:extLst>
                </p:cNvPr>
                <p:cNvCxnSpPr>
                  <a:stCxn id="8" idx="6"/>
                </p:cNvCxnSpPr>
                <p:nvPr/>
              </p:nvCxnSpPr>
              <p:spPr>
                <a:xfrm flipV="1">
                  <a:off x="5303512" y="2063687"/>
                  <a:ext cx="1149926" cy="639288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5E985854-D5B4-9F0A-A5E9-B15F196BC0D8}"/>
                    </a:ext>
                  </a:extLst>
                </p:cNvPr>
                <p:cNvCxnSpPr>
                  <a:stCxn id="9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1948881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8631171-0B0A-0EBA-E784-62BD4A574989}"/>
                    </a:ext>
                  </a:extLst>
                </p:cNvPr>
                <p:cNvCxnSpPr>
                  <a:endCxn id="12" idx="2"/>
                </p:cNvCxnSpPr>
                <p:nvPr/>
              </p:nvCxnSpPr>
              <p:spPr>
                <a:xfrm>
                  <a:off x="5303512" y="2702975"/>
                  <a:ext cx="1149926" cy="12475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5C1AB39-2EBA-5A6E-A807-4230083B0E87}"/>
                    </a:ext>
                  </a:extLst>
                </p:cNvPr>
                <p:cNvCxnSpPr>
                  <a:cxnSpLocks/>
                  <a:stCxn id="9" idx="6"/>
                  <a:endCxn id="12" idx="2"/>
                </p:cNvCxnSpPr>
                <p:nvPr/>
              </p:nvCxnSpPr>
              <p:spPr>
                <a:xfrm flipV="1">
                  <a:off x="5303512" y="3950534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68A2ACC6-D574-E40B-A284-53F41CBB8A5F}"/>
                    </a:ext>
                  </a:extLst>
                </p:cNvPr>
                <p:cNvCxnSpPr>
                  <a:endCxn id="11" idx="2"/>
                </p:cNvCxnSpPr>
                <p:nvPr/>
              </p:nvCxnSpPr>
              <p:spPr>
                <a:xfrm flipV="1">
                  <a:off x="5303512" y="2671958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0E806DF-7F4A-AB24-47A4-04A11D662DEE}"/>
                    </a:ext>
                  </a:extLst>
                </p:cNvPr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5303512" y="2032670"/>
                  <a:ext cx="1149926" cy="31017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  <a:prstDash val="sysDash"/>
                  <a:headEnd type="none" w="med" len="med"/>
                  <a:tailEnd type="arrow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DE702DE-4F29-7086-2378-D33AE9A6AA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06842" y="914401"/>
                      <a:ext cx="1391599" cy="58201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sSup>
                                  <m:sSupPr>
                                    <m:ctrlP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p>
                                    <m:r>
                                      <a:rPr lang="en-US" sz="26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  <m:sup>
                                <m:r>
                                  <a:rPr lang="en-US" sz="2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sz="26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038AEF71-ABC2-F614-F732-5C17A33A45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7887" y="1233219"/>
                      <a:ext cx="1391599" cy="59856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Curved Connector 40">
                  <a:extLst>
                    <a:ext uri="{FF2B5EF4-FFF2-40B4-BE49-F238E27FC236}">
                      <a16:creationId xmlns:a16="http://schemas.microsoft.com/office/drawing/2014/main" id="{107BB534-A328-D94A-A8D1-D95DCF8F3330}"/>
                    </a:ext>
                  </a:extLst>
                </p:cNvPr>
                <p:cNvCxnSpPr>
                  <a:cxnSpLocks/>
                  <a:stCxn id="40" idx="2"/>
                </p:cNvCxnSpPr>
                <p:nvPr/>
              </p:nvCxnSpPr>
              <p:spPr>
                <a:xfrm rot="16200000" flipH="1">
                  <a:off x="4088884" y="1986583"/>
                  <a:ext cx="558985" cy="249379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urved Connector 41">
                  <a:extLst>
                    <a:ext uri="{FF2B5EF4-FFF2-40B4-BE49-F238E27FC236}">
                      <a16:creationId xmlns:a16="http://schemas.microsoft.com/office/drawing/2014/main" id="{2B40289E-149C-5EDF-525D-E95529B39797}"/>
                    </a:ext>
                  </a:extLst>
                </p:cNvPr>
                <p:cNvCxnSpPr>
                  <a:cxnSpLocks/>
                  <a:stCxn id="39" idx="2"/>
                </p:cNvCxnSpPr>
                <p:nvPr/>
              </p:nvCxnSpPr>
              <p:spPr>
                <a:xfrm rot="16200000" flipH="1">
                  <a:off x="6918198" y="1880864"/>
                  <a:ext cx="913858" cy="144970"/>
                </a:xfrm>
                <a:prstGeom prst="curved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B6A0F1C-7216-839B-4E3F-6296FFF4ECD9}"/>
                  </a:ext>
                </a:extLst>
              </p:cNvPr>
              <p:cNvSpPr txBox="1"/>
              <p:nvPr/>
            </p:nvSpPr>
            <p:spPr>
              <a:xfrm>
                <a:off x="2529805" y="2657393"/>
                <a:ext cx="5629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F3F2B3D-9054-9201-D8F6-9384574E7E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401" y="2063687"/>
                <a:ext cx="414185" cy="44334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DC6A464-1A1A-1AB7-6951-E950975341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8520" y="2161659"/>
                <a:ext cx="475071" cy="49127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35925D2D-AB30-1977-AD36-C5C53C5D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8012" y="2705260"/>
                <a:ext cx="462027" cy="476832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A97662B6-AFEE-A093-DB22-A6FED9835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6916" y="3384386"/>
                <a:ext cx="467676" cy="370205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7F8B4EC-6567-EC95-35B0-858D427CBF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9907" y="3306949"/>
                <a:ext cx="424827" cy="649936"/>
              </a:xfrm>
              <a:prstGeom prst="straightConnector1">
                <a:avLst/>
              </a:prstGeom>
              <a:ln>
                <a:solidFill>
                  <a:srgbClr val="0432FF"/>
                </a:solidFill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F1BBAE0-020F-3992-5D27-6A4F57189189}"/>
                  </a:ext>
                </a:extLst>
              </p:cNvPr>
              <p:cNvGrpSpPr/>
              <p:nvPr/>
            </p:nvGrpSpPr>
            <p:grpSpPr>
              <a:xfrm>
                <a:off x="2941677" y="2067984"/>
                <a:ext cx="1282959" cy="1932094"/>
                <a:chOff x="2941677" y="2067984"/>
                <a:chExt cx="1282959" cy="1932094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93F3BBB1-A095-2D91-CCCD-350BA82FC194}"/>
                    </a:ext>
                  </a:extLst>
                </p:cNvPr>
                <p:cNvCxnSpPr>
                  <a:cxnSpLocks/>
                  <a:endCxn id="14" idx="2"/>
                </p:cNvCxnSpPr>
                <p:nvPr/>
              </p:nvCxnSpPr>
              <p:spPr>
                <a:xfrm flipV="1">
                  <a:off x="2968016" y="2067984"/>
                  <a:ext cx="626043" cy="681929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A1AD7662-F46D-1FD6-60AB-47939778798D}"/>
                    </a:ext>
                  </a:extLst>
                </p:cNvPr>
                <p:cNvCxnSpPr>
                  <a:cxnSpLocks/>
                  <a:endCxn id="15" idx="2"/>
                </p:cNvCxnSpPr>
                <p:nvPr/>
              </p:nvCxnSpPr>
              <p:spPr>
                <a:xfrm>
                  <a:off x="2941677" y="2177704"/>
                  <a:ext cx="652382" cy="529568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2C9A08EC-2205-1C4E-287E-65ADCBD8A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70109" y="2823199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52376468-11A6-F50B-F78A-C999A1BB1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6033" y="3580233"/>
                  <a:ext cx="584687" cy="419845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B5FF594-0EE4-D554-B880-73DF3D706573}"/>
                    </a:ext>
                  </a:extLst>
                </p:cNvPr>
                <p:cNvSpPr txBox="1"/>
                <p:nvPr/>
              </p:nvSpPr>
              <p:spPr>
                <a:xfrm rot="5400000">
                  <a:off x="3619983" y="2958831"/>
                  <a:ext cx="56297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 dirty="0">
                      <a:solidFill>
                        <a:schemeClr val="accent2"/>
                      </a:solidFill>
                    </a:rPr>
                    <a:t>…</a:t>
                  </a:r>
                </a:p>
              </p:txBody>
            </p: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506C3855-CAB1-04AE-D7D0-46A9C361F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5680" y="3346365"/>
                  <a:ext cx="584687" cy="10431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0A9A18A-6406-F840-4F05-FE541413CD1E}"/>
                </a:ext>
              </a:extLst>
            </p:cNvPr>
            <p:cNvSpPr txBox="1"/>
            <p:nvPr/>
          </p:nvSpPr>
          <p:spPr>
            <a:xfrm rot="5400000">
              <a:off x="7829217" y="293626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chemeClr val="accent3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257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63804-F34D-0AC3-9FDF-D11ED98A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DDEE2-9F33-0E44-4B7E-6C6AA4F7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Adding CER inputs to BP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32A8E3-2A4D-5FBD-C114-B4A6041F3F77}"/>
              </a:ext>
            </a:extLst>
          </p:cNvPr>
          <p:cNvSpPr/>
          <p:nvPr/>
        </p:nvSpPr>
        <p:spPr>
          <a:xfrm>
            <a:off x="3587604" y="1391503"/>
            <a:ext cx="616894" cy="81883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4AC1-2575-179F-28E8-EF4C2CA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068" y="1483859"/>
            <a:ext cx="3405145" cy="818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/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Pauli decay rates: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b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21AB1-CC1A-04B8-7736-423D526D6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98" y="2428980"/>
                <a:ext cx="3728136" cy="477888"/>
              </a:xfrm>
              <a:prstGeom prst="rect">
                <a:avLst/>
              </a:prstGeom>
              <a:blipFill>
                <a:blip r:embed="rId4"/>
                <a:stretch>
                  <a:fillRect l="-2373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DCB94BC-0BBE-55F6-4B8D-0FFFAC947309}"/>
              </a:ext>
            </a:extLst>
          </p:cNvPr>
          <p:cNvCxnSpPr>
            <a:cxnSpLocks/>
            <a:stCxn id="2" idx="4"/>
            <a:endCxn id="6" idx="3"/>
          </p:cNvCxnSpPr>
          <p:nvPr/>
        </p:nvCxnSpPr>
        <p:spPr>
          <a:xfrm rot="16200000" flipH="1">
            <a:off x="3709099" y="2397288"/>
            <a:ext cx="457587" cy="83683"/>
          </a:xfrm>
          <a:prstGeom prst="curvedConnector4">
            <a:avLst>
              <a:gd name="adj1" fmla="val 23891"/>
              <a:gd name="adj2" fmla="val 641764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28B5A89-1426-B258-A2FC-3F9EDAE1264A}"/>
              </a:ext>
            </a:extLst>
          </p:cNvPr>
          <p:cNvGrpSpPr/>
          <p:nvPr/>
        </p:nvGrpSpPr>
        <p:grpSpPr>
          <a:xfrm>
            <a:off x="2115666" y="1340434"/>
            <a:ext cx="8994167" cy="2783517"/>
            <a:chOff x="2115666" y="1340434"/>
            <a:chExt cx="8994167" cy="278351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4CF4BCA-4476-142E-FD1F-0E4B2DEA14AB}"/>
                </a:ext>
              </a:extLst>
            </p:cNvPr>
            <p:cNvSpPr/>
            <p:nvPr/>
          </p:nvSpPr>
          <p:spPr>
            <a:xfrm>
              <a:off x="6774523" y="2852200"/>
              <a:ext cx="4335310" cy="127175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DA30873-81A7-B895-9A2D-0E6E943988C7}"/>
                </a:ext>
              </a:extLst>
            </p:cNvPr>
            <p:cNvSpPr/>
            <p:nvPr/>
          </p:nvSpPr>
          <p:spPr>
            <a:xfrm>
              <a:off x="6774524" y="1340434"/>
              <a:ext cx="4315905" cy="127175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CAB3B-3350-FAF5-D0E5-E1F0136256A0}"/>
                </a:ext>
              </a:extLst>
            </p:cNvPr>
            <p:cNvSpPr txBox="1"/>
            <p:nvPr/>
          </p:nvSpPr>
          <p:spPr>
            <a:xfrm>
              <a:off x="6942690" y="1462468"/>
              <a:ext cx="29289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Single qubit error rates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3FAD71-2C6C-E450-1EAA-BFB2E81AF3BF}"/>
                </a:ext>
              </a:extLst>
            </p:cNvPr>
            <p:cNvSpPr txBox="1"/>
            <p:nvPr/>
          </p:nvSpPr>
          <p:spPr>
            <a:xfrm>
              <a:off x="6942690" y="2998113"/>
              <a:ext cx="27062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Two-qubit error rates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/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each qubit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1B8499-9606-CA3A-84D8-2BC7071D39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1983281"/>
                  <a:ext cx="3975832" cy="445699"/>
                </a:xfrm>
                <a:prstGeom prst="rect">
                  <a:avLst/>
                </a:prstGeom>
                <a:blipFill>
                  <a:blip r:embed="rId5"/>
                  <a:stretch>
                    <a:fillRect t="-5556" r="-95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/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𝐼𝐼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𝑍𝑍</m:t>
                          </m:r>
                        </m:sub>
                      </m:sSub>
                    </m:oMath>
                  </a14:m>
                  <a:r>
                    <a:rPr lang="en-US" sz="2200" dirty="0"/>
                    <a:t> : on qubit pairs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5504FB5-6A03-9CD3-819D-C758427E7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690" y="3429000"/>
                  <a:ext cx="4147739" cy="458011"/>
                </a:xfrm>
                <a:prstGeom prst="rect">
                  <a:avLst/>
                </a:prstGeom>
                <a:blipFill>
                  <a:blip r:embed="rId6"/>
                  <a:stretch>
                    <a:fillRect t="-8108" r="-915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7F4719C8-C702-2DF4-AC0B-78D93BA349B3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5400000" flipH="1" flipV="1">
              <a:off x="3979816" y="112160"/>
              <a:ext cx="930558" cy="4658858"/>
            </a:xfrm>
            <a:prstGeom prst="curvedConnector4">
              <a:avLst>
                <a:gd name="adj1" fmla="val -24566"/>
                <a:gd name="adj2" fmla="val 70006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5649F97-F8D2-D906-8C8C-CFE41238D5A6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5297213" y="2667923"/>
              <a:ext cx="1477310" cy="820153"/>
            </a:xfrm>
            <a:prstGeom prst="curved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7317C6-6E44-2CD5-F451-66805CAA5112}"/>
              </a:ext>
            </a:extLst>
          </p:cNvPr>
          <p:cNvGrpSpPr/>
          <p:nvPr/>
        </p:nvGrpSpPr>
        <p:grpSpPr>
          <a:xfrm>
            <a:off x="142681" y="4030345"/>
            <a:ext cx="8123634" cy="1802630"/>
            <a:chOff x="142681" y="4030345"/>
            <a:chExt cx="8123634" cy="1802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/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ts val="7240"/>
                    </a:lnSpc>
                  </a:pPr>
                  <a:r>
                    <a:rPr lang="en-US" sz="2200" dirty="0"/>
                    <a:t>Weights in Neural BP: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2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a14:m>
                  <a:r>
                    <a:rPr lang="en-US" sz="2200" dirty="0"/>
                    <a:t> : minimize Loss per sample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9C12A6-9B16-6342-C425-2A190881D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681" y="4030345"/>
                  <a:ext cx="8123634" cy="888833"/>
                </a:xfrm>
                <a:prstGeom prst="rect">
                  <a:avLst/>
                </a:prstGeom>
                <a:blipFill>
                  <a:blip r:embed="rId9"/>
                  <a:stretch>
                    <a:fillRect l="-938"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/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/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  <m:d>
                                          <m:dPr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FE4569-1010-293D-3EDF-86570B6E1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5" y="4919070"/>
                  <a:ext cx="3110204" cy="913905"/>
                </a:xfrm>
                <a:prstGeom prst="rect">
                  <a:avLst/>
                </a:prstGeom>
                <a:blipFill>
                  <a:blip r:embed="rId10"/>
                  <a:stretch>
                    <a:fillRect l="-26829" t="-127397" b="-176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9032839-11F3-5A16-FB63-DD2E9A08D691}"/>
              </a:ext>
            </a:extLst>
          </p:cNvPr>
          <p:cNvGrpSpPr/>
          <p:nvPr/>
        </p:nvGrpSpPr>
        <p:grpSpPr>
          <a:xfrm>
            <a:off x="86695" y="4940288"/>
            <a:ext cx="12105305" cy="1678559"/>
            <a:chOff x="86695" y="4940288"/>
            <a:chExt cx="12105305" cy="167855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9C8AA0-D272-CE24-F806-674FF826A336}"/>
                </a:ext>
              </a:extLst>
            </p:cNvPr>
            <p:cNvSpPr/>
            <p:nvPr/>
          </p:nvSpPr>
          <p:spPr>
            <a:xfrm>
              <a:off x="4616971" y="4963364"/>
              <a:ext cx="3110172" cy="8334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092D860-68B0-B110-E2E2-F96E49580D76}"/>
                </a:ext>
              </a:extLst>
            </p:cNvPr>
            <p:cNvSpPr/>
            <p:nvPr/>
          </p:nvSpPr>
          <p:spPr>
            <a:xfrm>
              <a:off x="3802088" y="5539567"/>
              <a:ext cx="1082565" cy="42041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5ECDF65B-39C7-5177-E258-6F44BEF4F250}"/>
                </a:ext>
              </a:extLst>
            </p:cNvPr>
            <p:cNvCxnSpPr>
              <a:stCxn id="18" idx="4"/>
            </p:cNvCxnSpPr>
            <p:nvPr/>
          </p:nvCxnSpPr>
          <p:spPr>
            <a:xfrm rot="5400000">
              <a:off x="3841503" y="5920567"/>
              <a:ext cx="462455" cy="541283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465DBC-A46C-E806-4A84-DF09AC5FF821}"/>
                </a:ext>
              </a:extLst>
            </p:cNvPr>
            <p:cNvSpPr txBox="1"/>
            <p:nvPr/>
          </p:nvSpPr>
          <p:spPr>
            <a:xfrm>
              <a:off x="86695" y="6187960"/>
              <a:ext cx="38352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Connectivity graph (hardware)</a:t>
              </a:r>
            </a:p>
          </p:txBody>
        </p: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916754D1-95A9-6DE9-D394-6E84D8A1527F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V="1">
              <a:off x="6411310" y="5416541"/>
              <a:ext cx="1418897" cy="360714"/>
            </a:xfrm>
            <a:prstGeom prst="curvedConnector3">
              <a:avLst>
                <a:gd name="adj1" fmla="val 89444"/>
              </a:avLst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/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Penalize configurations where error</a:t>
                  </a:r>
                </a:p>
                <a:p>
                  <a:r>
                    <a:rPr lang="en-US" sz="2200" dirty="0">
                      <a:solidFill>
                        <a:schemeClr val="accent2"/>
                      </a:solidFill>
                    </a:rPr>
                    <a:t>occurs on qubit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 and no error on </a:t>
                  </a:r>
                  <a14:m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2200" dirty="0">
                      <a:solidFill>
                        <a:schemeClr val="accent2"/>
                      </a:solidFill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F60C495-EE68-64BF-1D59-DAA5F7432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8345" y="5062512"/>
                  <a:ext cx="4453655" cy="769441"/>
                </a:xfrm>
                <a:prstGeom prst="rect">
                  <a:avLst/>
                </a:prstGeom>
                <a:blipFill>
                  <a:blip r:embed="rId9"/>
                  <a:stretch>
                    <a:fillRect l="-1705" t="-4839" r="-568" b="-145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17F4E50-72B6-A976-121C-6D78D8A08904}"/>
                    </a:ext>
                  </a:extLst>
                </p:cNvPr>
                <p:cNvSpPr txBox="1"/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17F4E50-72B6-A976-121C-6D78D8A08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255" y="4940288"/>
                  <a:ext cx="4280952" cy="952505"/>
                </a:xfrm>
                <a:prstGeom prst="rect">
                  <a:avLst/>
                </a:prstGeom>
                <a:blipFill>
                  <a:blip r:embed="rId11"/>
                  <a:stretch>
                    <a:fillRect l="-7988" t="-119481" b="-16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9A370FE-1021-889A-5A74-65B77AC8C088}"/>
              </a:ext>
            </a:extLst>
          </p:cNvPr>
          <p:cNvSpPr txBox="1"/>
          <p:nvPr/>
        </p:nvSpPr>
        <p:spPr>
          <a:xfrm>
            <a:off x="420415" y="3304062"/>
            <a:ext cx="5349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Two-qubit correlations: spatial cross-talk, frequency coupling (imperfect two-qubit gates)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99DB3-FBDC-276B-F662-6795A9470444}"/>
              </a:ext>
            </a:extLst>
          </p:cNvPr>
          <p:cNvSpPr txBox="1"/>
          <p:nvPr/>
        </p:nvSpPr>
        <p:spPr>
          <a:xfrm>
            <a:off x="6566647" y="6028765"/>
            <a:ext cx="5478208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Fazio et al 2026. Phys. Rev. X 16, 011030</a:t>
            </a:r>
          </a:p>
          <a:p>
            <a:pPr>
              <a:lnSpc>
                <a:spcPts val="2560"/>
              </a:lnSpc>
            </a:pPr>
            <a:r>
              <a:rPr lang="en-CA" dirty="0">
                <a:solidFill>
                  <a:schemeClr val="accent4"/>
                </a:solidFill>
              </a:rPr>
              <a:t>Harper and Flammia, 2023 . PRXQuantum.4.040311</a:t>
            </a:r>
          </a:p>
          <a:p>
            <a:pPr>
              <a:lnSpc>
                <a:spcPts val="2560"/>
              </a:lnSpc>
            </a:pPr>
            <a:endParaRPr lang="en-CA" dirty="0">
              <a:solidFill>
                <a:schemeClr val="accent4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F6AD9F-B813-5B5A-17B1-0C01BC43333B}"/>
              </a:ext>
            </a:extLst>
          </p:cNvPr>
          <p:cNvSpPr txBox="1"/>
          <p:nvPr/>
        </p:nvSpPr>
        <p:spPr>
          <a:xfrm>
            <a:off x="251598" y="981305"/>
            <a:ext cx="20756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Memory noise: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11EABF-02BC-69CF-8D44-903ED4CA5964}"/>
              </a:ext>
            </a:extLst>
          </p:cNvPr>
          <p:cNvGrpSpPr/>
          <p:nvPr/>
        </p:nvGrpSpPr>
        <p:grpSpPr>
          <a:xfrm>
            <a:off x="4748800" y="5576691"/>
            <a:ext cx="1568506" cy="1064232"/>
            <a:chOff x="4748800" y="5576691"/>
            <a:chExt cx="1568506" cy="10642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936A34-CF5D-390E-E1C9-202288A6739A}"/>
                </a:ext>
              </a:extLst>
            </p:cNvPr>
            <p:cNvSpPr txBox="1"/>
            <p:nvPr/>
          </p:nvSpPr>
          <p:spPr>
            <a:xfrm>
              <a:off x="4748800" y="6179258"/>
              <a:ext cx="15685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FF0000"/>
                  </a:solidFill>
                </a:rPr>
                <a:t>From CER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4701DD3-422C-5260-14D3-BABFCC90B9D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5100175" y="5576691"/>
              <a:ext cx="432878" cy="60256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0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84C15993-707F-00FE-689E-7C9342983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Other additions to Loss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A05D68-D330-C383-1471-D174E1380775}"/>
              </a:ext>
            </a:extLst>
          </p:cNvPr>
          <p:cNvGrpSpPr/>
          <p:nvPr/>
        </p:nvGrpSpPr>
        <p:grpSpPr>
          <a:xfrm>
            <a:off x="3951305" y="2415575"/>
            <a:ext cx="978666" cy="2832512"/>
            <a:chOff x="11182335" y="1316350"/>
            <a:chExt cx="978666" cy="28325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94262C1-6F85-BDB2-6222-04243589CD63}"/>
                    </a:ext>
                  </a:extLst>
                </p:cNvPr>
                <p:cNvSpPr txBox="1"/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D72B06C-3841-AF53-5FCA-59633C99F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1807365"/>
                  <a:ext cx="969048" cy="430887"/>
                </a:xfrm>
                <a:prstGeom prst="rect">
                  <a:avLst/>
                </a:prstGeom>
                <a:blipFill>
                  <a:blip r:embed="rId6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68C4F52-DD2C-2EFA-F790-DB5DB8E6CE80}"/>
                    </a:ext>
                  </a:extLst>
                </p:cNvPr>
                <p:cNvSpPr txBox="1"/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9691AD3-966B-EEB2-7657-460B84EF4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2365424"/>
                  <a:ext cx="969048" cy="430887"/>
                </a:xfrm>
                <a:prstGeom prst="rect">
                  <a:avLst/>
                </a:prstGeom>
                <a:blipFill>
                  <a:blip r:embed="rId7"/>
                  <a:stretch>
                    <a:fillRect r="-129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D61C53B-A4CE-6408-2086-F9C549FF6293}"/>
                    </a:ext>
                  </a:extLst>
                </p:cNvPr>
                <p:cNvSpPr txBox="1"/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CA1712-4BDA-AAE6-2BE5-FD2B75063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2335" y="3717975"/>
                  <a:ext cx="978666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1282" b="-1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A81B31-E34F-35A3-7806-1549F81892A8}"/>
                </a:ext>
              </a:extLst>
            </p:cNvPr>
            <p:cNvSpPr txBox="1"/>
            <p:nvPr/>
          </p:nvSpPr>
          <p:spPr>
            <a:xfrm>
              <a:off x="11209374" y="1316350"/>
              <a:ext cx="8753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rgbClr val="0070C0"/>
                  </a:solidFill>
                </a:rPr>
                <a:t>Error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4CD863-9FC4-AD15-3BD2-7733CA2FE77B}"/>
              </a:ext>
            </a:extLst>
          </p:cNvPr>
          <p:cNvGrpSpPr/>
          <p:nvPr/>
        </p:nvGrpSpPr>
        <p:grpSpPr>
          <a:xfrm>
            <a:off x="841226" y="2400891"/>
            <a:ext cx="2695922" cy="2842201"/>
            <a:chOff x="8072256" y="1301666"/>
            <a:chExt cx="2695922" cy="28422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D9E3995-7C06-960F-EB51-4012E9828754}"/>
                </a:ext>
              </a:extLst>
            </p:cNvPr>
            <p:cNvGrpSpPr/>
            <p:nvPr/>
          </p:nvGrpSpPr>
          <p:grpSpPr>
            <a:xfrm>
              <a:off x="9167098" y="1301666"/>
              <a:ext cx="1601080" cy="2842201"/>
              <a:chOff x="8980478" y="1301666"/>
              <a:chExt cx="1601080" cy="2842201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BF4EC0D-3CC5-2C94-1462-C845DC514ACA}"/>
                  </a:ext>
                </a:extLst>
              </p:cNvPr>
              <p:cNvSpPr/>
              <p:nvPr/>
            </p:nvSpPr>
            <p:spPr>
              <a:xfrm>
                <a:off x="9365922" y="1830799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F9FAF17-B1BF-A4B1-0E79-ECD566EDDB65}"/>
                  </a:ext>
                </a:extLst>
              </p:cNvPr>
              <p:cNvSpPr/>
              <p:nvPr/>
            </p:nvSpPr>
            <p:spPr>
              <a:xfrm>
                <a:off x="9365922" y="2470087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3027CB0-6240-C6B6-43CE-F5B144C666D5}"/>
                  </a:ext>
                </a:extLst>
              </p:cNvPr>
              <p:cNvSpPr/>
              <p:nvPr/>
            </p:nvSpPr>
            <p:spPr>
              <a:xfrm>
                <a:off x="9365922" y="3748663"/>
                <a:ext cx="391886" cy="391886"/>
              </a:xfrm>
              <a:prstGeom prst="ellipse">
                <a:avLst/>
              </a:prstGeom>
              <a:solidFill>
                <a:srgbClr val="043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5886E0-9E89-B49E-21E7-1566C6312105}"/>
                  </a:ext>
                </a:extLst>
              </p:cNvPr>
              <p:cNvSpPr txBox="1"/>
              <p:nvPr/>
            </p:nvSpPr>
            <p:spPr>
              <a:xfrm>
                <a:off x="8980478" y="1301666"/>
                <a:ext cx="15359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Final layer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9E92791-1726-0F62-4049-991E5600248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4D4E55A-D8D5-27F3-46BE-C712FAB4FC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1" y="1807366"/>
                    <a:ext cx="557076" cy="43088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4BC6DEA-8494-6C24-1ACB-BE9B3513C93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437AC2E4-E6AA-CD8F-7378-F9E37A6A10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20" y="2365837"/>
                    <a:ext cx="557076" cy="43088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864188F-5A40-FA8A-1974-CDB9C399C027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sz="22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B3E097C-B99E-2144-A8EE-437D139E90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4864" y="3712980"/>
                    <a:ext cx="566694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7BDA57-0766-2896-40B5-2871F36DBD83}"/>
                </a:ext>
              </a:extLst>
            </p:cNvPr>
            <p:cNvSpPr txBox="1"/>
            <p:nvPr/>
          </p:nvSpPr>
          <p:spPr>
            <a:xfrm>
              <a:off x="8487660" y="2632013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F683F36-E657-B04E-A0CD-7F87920FA3AE}"/>
                </a:ext>
              </a:extLst>
            </p:cNvPr>
            <p:cNvCxnSpPr>
              <a:cxnSpLocks/>
            </p:cNvCxnSpPr>
            <p:nvPr/>
          </p:nvCxnSpPr>
          <p:spPr>
            <a:xfrm>
              <a:off x="8072256" y="2038307"/>
              <a:ext cx="414185" cy="44334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54FCCAE-B456-6081-43C0-A8C41E937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3030" y="2136279"/>
              <a:ext cx="475071" cy="49127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22C9854-0D6E-CD2D-A5FB-C014F7F0C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2522" y="2679880"/>
              <a:ext cx="462027" cy="476832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C25DA04-2656-BFAC-4CB9-142BC1AC37FD}"/>
                </a:ext>
              </a:extLst>
            </p:cNvPr>
            <p:cNvCxnSpPr>
              <a:cxnSpLocks/>
            </p:cNvCxnSpPr>
            <p:nvPr/>
          </p:nvCxnSpPr>
          <p:spPr>
            <a:xfrm>
              <a:off x="8101426" y="3359006"/>
              <a:ext cx="467676" cy="370205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39FA641-A3EA-81D2-BA24-08CFD16373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54417" y="3281569"/>
              <a:ext cx="424827" cy="649936"/>
            </a:xfrm>
            <a:prstGeom prst="straightConnector1">
              <a:avLst/>
            </a:prstGeom>
            <a:ln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79EE588-A291-986E-BB56-CD3E169F68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5871" y="2042604"/>
              <a:ext cx="626043" cy="681929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3C7E7AF-395E-422A-1EAE-6775A2E765CF}"/>
                </a:ext>
              </a:extLst>
            </p:cNvPr>
            <p:cNvCxnSpPr>
              <a:cxnSpLocks/>
            </p:cNvCxnSpPr>
            <p:nvPr/>
          </p:nvCxnSpPr>
          <p:spPr>
            <a:xfrm>
              <a:off x="8899532" y="2152324"/>
              <a:ext cx="652382" cy="529568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1FECDE-62DE-CA31-DB63-A230AADF10C7}"/>
                </a:ext>
              </a:extLst>
            </p:cNvPr>
            <p:cNvCxnSpPr>
              <a:cxnSpLocks/>
            </p:cNvCxnSpPr>
            <p:nvPr/>
          </p:nvCxnSpPr>
          <p:spPr>
            <a:xfrm>
              <a:off x="8927964" y="2797819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7F6D4A7-B905-B22A-B601-B5C1CD066CE5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88" y="3554853"/>
              <a:ext cx="584687" cy="419845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6DF2C8-6445-AA8A-7778-AF21D45B8B72}"/>
                </a:ext>
              </a:extLst>
            </p:cNvPr>
            <p:cNvSpPr txBox="1"/>
            <p:nvPr/>
          </p:nvSpPr>
          <p:spPr>
            <a:xfrm rot="5400000">
              <a:off x="9577838" y="2933451"/>
              <a:ext cx="5629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432FF"/>
                  </a:solidFill>
                </a:rPr>
                <a:t>…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4CA9B93-217F-6700-D0EB-549B337715AE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35" y="3320985"/>
              <a:ext cx="584687" cy="104310"/>
            </a:xfrm>
            <a:prstGeom prst="straightConnector1">
              <a:avLst/>
            </a:prstGeom>
            <a:ln w="19050">
              <a:solidFill>
                <a:srgbClr val="0432FF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6F4726B-4484-9C8D-3D0B-AB7492F43AA5}"/>
              </a:ext>
            </a:extLst>
          </p:cNvPr>
          <p:cNvSpPr txBox="1"/>
          <p:nvPr/>
        </p:nvSpPr>
        <p:spPr>
          <a:xfrm>
            <a:off x="201008" y="3731238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BCB19-4E3F-FBF5-9110-15DA07C88E05}"/>
              </a:ext>
            </a:extLst>
          </p:cNvPr>
          <p:cNvSpPr txBox="1"/>
          <p:nvPr/>
        </p:nvSpPr>
        <p:spPr>
          <a:xfrm>
            <a:off x="254813" y="1118813"/>
            <a:ext cx="9685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added two more considerations to the Loss function to encourage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D6D492-80A3-F0A5-6585-AE8B9FD3BAE7}"/>
                  </a:ext>
                </a:extLst>
              </p:cNvPr>
              <p:cNvSpPr txBox="1"/>
              <p:nvPr/>
            </p:nvSpPr>
            <p:spPr>
              <a:xfrm>
                <a:off x="5846323" y="1919464"/>
                <a:ext cx="5846324" cy="2032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 b="1" i="1" dirty="0"/>
                  <a:t>Certainty</a:t>
                </a:r>
                <a:r>
                  <a:rPr lang="en-US" sz="2200" dirty="0"/>
                  <a:t> : Want confidence on the bit value,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≫0</m:t>
                    </m:r>
                  </m:oMath>
                </a14:m>
                <a:r>
                  <a:rPr lang="en-US" sz="2200" dirty="0"/>
                  <a:t>. Penalize LLRs near 0.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br>
                  <a:rPr lang="en-US" sz="2200" dirty="0"/>
                </a:br>
                <a:r>
                  <a:rPr lang="en-US" sz="2200" dirty="0"/>
                  <a:t>where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200" dirty="0"/>
                  <a:t> : Binary entropy function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D6D492-80A3-F0A5-6585-AE8B9FD3B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323" y="1919464"/>
                <a:ext cx="5846324" cy="2032159"/>
              </a:xfrm>
              <a:prstGeom prst="rect">
                <a:avLst/>
              </a:prstGeom>
              <a:blipFill>
                <a:blip r:embed="rId15"/>
                <a:stretch>
                  <a:fillRect l="-1085" t="-19876" b="-63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1445E9-A2CC-1D66-70D2-230D86E90769}"/>
                  </a:ext>
                </a:extLst>
              </p:cNvPr>
              <p:cNvSpPr txBox="1"/>
              <p:nvPr/>
            </p:nvSpPr>
            <p:spPr>
              <a:xfrm>
                <a:off x="5846323" y="4303941"/>
                <a:ext cx="5846324" cy="2370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b="1" i="1" dirty="0"/>
                  <a:t>Sparsity</a:t>
                </a:r>
                <a:r>
                  <a:rPr lang="en-US" sz="2200" dirty="0"/>
                  <a:t> : Prefer low weight solutions (more likely) before high-weight ones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br>
                  <a:rPr lang="en-US" sz="2200" dirty="0"/>
                </a:br>
                <a:r>
                  <a:rPr lang="en-US" sz="2200" dirty="0"/>
                  <a:t>Likelihood of #1s in inferred error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/>
                  <a:t>) is minimized.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B1445E9-A2CC-1D66-70D2-230D86E90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323" y="4303941"/>
                <a:ext cx="5846324" cy="2370714"/>
              </a:xfrm>
              <a:prstGeom prst="rect">
                <a:avLst/>
              </a:prstGeom>
              <a:blipFill>
                <a:blip r:embed="rId16"/>
                <a:stretch>
                  <a:fillRect l="-1085" t="-16489" b="-40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3CD840-09CB-AE3C-A785-652E08BCBC64}"/>
                  </a:ext>
                </a:extLst>
              </p:cNvPr>
              <p:cNvSpPr txBox="1"/>
              <p:nvPr/>
            </p:nvSpPr>
            <p:spPr>
              <a:xfrm>
                <a:off x="1457878" y="5715760"/>
                <a:ext cx="2340833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3CD840-09CB-AE3C-A785-652E08BCB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878" y="5715760"/>
                <a:ext cx="2340833" cy="792396"/>
              </a:xfrm>
              <a:prstGeom prst="rect">
                <a:avLst/>
              </a:prstGeom>
              <a:blipFill>
                <a:blip r:embed="rId1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99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1330-FF8B-21DD-D349-9CBCDA27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5D89A-B289-41A1-E49A-9C882436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A2C8C-6227-BB8E-CDC2-A3A183931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410" y="914401"/>
            <a:ext cx="7522590" cy="501506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A9C2F49-2E2A-F34C-51B8-C4E00D0872E2}"/>
              </a:ext>
            </a:extLst>
          </p:cNvPr>
          <p:cNvSpPr txBox="1"/>
          <p:nvPr/>
        </p:nvSpPr>
        <p:spPr>
          <a:xfrm>
            <a:off x="151009" y="1026770"/>
            <a:ext cx="4402317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correlated error models. (Monte Carlo)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450267-AC99-632B-A722-A6631E0DBEAF}"/>
              </a:ext>
            </a:extLst>
          </p:cNvPr>
          <p:cNvSpPr txBox="1"/>
          <p:nvPr/>
        </p:nvSpPr>
        <p:spPr>
          <a:xfrm>
            <a:off x="7082375" y="6501707"/>
            <a:ext cx="497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Roffe et. al. Phys. Rev. Research 2, 043423, 2020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7066D0-9179-6EF1-412B-A8908FE0C355}"/>
              </a:ext>
            </a:extLst>
          </p:cNvPr>
          <p:cNvSpPr txBox="1"/>
          <p:nvPr/>
        </p:nvSpPr>
        <p:spPr>
          <a:xfrm>
            <a:off x="137174" y="6364188"/>
            <a:ext cx="453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3"/>
                </a:solidFill>
              </a:rPr>
              <a:t>Code:</a:t>
            </a:r>
            <a:r>
              <a:rPr lang="en-US" b="1" i="1" dirty="0"/>
              <a:t> HGP of Hamming Codes: [[58,16,9]]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76E2C9-AC45-9A2A-4791-22077FC68361}"/>
              </a:ext>
            </a:extLst>
          </p:cNvPr>
          <p:cNvGrpSpPr/>
          <p:nvPr/>
        </p:nvGrpSpPr>
        <p:grpSpPr>
          <a:xfrm>
            <a:off x="151009" y="1908333"/>
            <a:ext cx="4402317" cy="4296432"/>
            <a:chOff x="151009" y="1908333"/>
            <a:chExt cx="4402317" cy="42964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D51FCF-DA6F-11A6-A921-731D6A50961F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8CC716-9139-BECE-3692-018336531609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E4F7E5-010B-E507-E310-B3EB76C05CD4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77B75F-E9E9-19E1-D7C4-6F0C170401AF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DB1CA48-E10D-B43A-EB77-45BD7877AB25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605EC5-5EA0-C485-B84E-A9533816A19D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CFDF85-9182-5C96-35A1-847F5DF60168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E17B6-8EB8-5973-5338-C7EA50FABFA7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628E96-B260-2CF5-1834-118D672EACA2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41EE7C-97FA-77BD-2322-9C8642416A6C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44B251-DC32-E39E-E59A-A1740C745C30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A71D476-2E12-E677-6534-49B776CD89B3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26707DC-4506-E22C-2E43-9EEE7E5E008E}"/>
                </a:ext>
              </a:extLst>
            </p:cNvPr>
            <p:cNvCxnSpPr>
              <a:endCxn id="8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F09B83-B97C-C4BF-4899-EE14B1932308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928EC71-6C08-20A2-C571-C6E2FB9945C9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D02819-FAAE-2AF6-9CE9-B93E3058C5FA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7C3440-F0CA-A36C-7D4B-8A08C0FB0C2F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377579-1221-C28F-AFFC-47199A18CD72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1F0AA2C-9866-C458-8B1C-EB1E0A4F4D45}"/>
                </a:ext>
              </a:extLst>
            </p:cNvPr>
            <p:cNvCxnSpPr>
              <a:stCxn id="7" idx="4"/>
              <a:endCxn id="14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3C4F01D-DF25-B2E9-78F1-6CAE714DCAEC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03B2FB-2A0F-AF10-64E6-10B129F124E2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AF3952D-164C-148F-1E76-A03B257A90AC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6B9530F-EBAE-5F1C-E73E-B30193F7858F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58D399-0B15-430C-791D-15A3F0362B0E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D0372E-0AE3-0F7A-9C88-CEA80B823484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CF9AC07-44A0-1560-2921-D4C5570000BC}"/>
                </a:ext>
              </a:extLst>
            </p:cNvPr>
            <p:cNvGrpSpPr/>
            <p:nvPr/>
          </p:nvGrpSpPr>
          <p:grpSpPr>
            <a:xfrm>
              <a:off x="151009" y="1908333"/>
              <a:ext cx="4402317" cy="2032136"/>
              <a:chOff x="151009" y="1908333"/>
              <a:chExt cx="4402317" cy="203213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299257-6862-DC7F-DD85-7AB932D6ABC1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independently undergoes an error (X/Z) with probability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dirty="0"/>
                      <a:t> has an error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dirty="0"/>
                      <a:t> each connected qubit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  <a:r>
                      <a:rPr lang="en-US" dirty="0"/>
                      <a:t> has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93356F3-DF8C-4748-87D9-79E17143A2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160986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53" r="-1441" b="-39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641100-F8EB-24FE-3062-0B903494D2FD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9EF218-3FBB-55A7-C282-16C58E77E5CE}"/>
                </a:ext>
              </a:extLst>
            </p:cNvPr>
            <p:cNvSpPr txBox="1"/>
            <p:nvPr/>
          </p:nvSpPr>
          <p:spPr>
            <a:xfrm>
              <a:off x="152743" y="5835433"/>
              <a:ext cx="3803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CER provides two qubit marginals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/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60"/>
                  </a:lnSpc>
                </a:pPr>
                <a:r>
                  <a:rPr lang="en-US" b="1" i="1" dirty="0"/>
                  <a:t>Training</a:t>
                </a:r>
                <a:r>
                  <a:rPr lang="en-US" dirty="0"/>
                  <a:t> NN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100 layers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CER marginals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>
                  <a:lnSpc>
                    <a:spcPts val="2360"/>
                  </a:lnSpc>
                </a:pPr>
                <a:r>
                  <a:rPr lang="en-US" b="1" i="1" dirty="0"/>
                  <a:t>Testing</a:t>
                </a:r>
                <a:r>
                  <a:rPr lang="en-US" dirty="0"/>
                  <a:t> with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 samples</a:t>
                </a:r>
              </a:p>
              <a:p>
                <a:pPr marL="285750" indent="-285750">
                  <a:lnSpc>
                    <a:spcPts val="236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gain</a:t>
                </a:r>
                <a:r>
                  <a:rPr lang="en-US" dirty="0"/>
                  <a:t>.</a:t>
                </a:r>
              </a:p>
              <a:p>
                <a:pPr>
                  <a:lnSpc>
                    <a:spcPts val="236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7D269-80E1-F97B-C061-B1DB8B138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373" y="3457066"/>
                <a:ext cx="2004767" cy="2541530"/>
              </a:xfrm>
              <a:prstGeom prst="rect">
                <a:avLst/>
              </a:prstGeom>
              <a:blipFill>
                <a:blip r:embed="rId16"/>
                <a:stretch>
                  <a:fillRect l="-3145" t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C30944-6B4F-927B-CC4A-5AEA1428D5D0}"/>
              </a:ext>
            </a:extLst>
          </p:cNvPr>
          <p:cNvSpPr/>
          <p:nvPr/>
        </p:nvSpPr>
        <p:spPr>
          <a:xfrm>
            <a:off x="10185373" y="3421931"/>
            <a:ext cx="1869453" cy="2413502"/>
          </a:xfrm>
          <a:custGeom>
            <a:avLst/>
            <a:gdLst>
              <a:gd name="csX0" fmla="*/ 0 w 1869453"/>
              <a:gd name="csY0" fmla="*/ 311582 h 2413502"/>
              <a:gd name="csX1" fmla="*/ 311582 w 1869453"/>
              <a:gd name="csY1" fmla="*/ 0 h 2413502"/>
              <a:gd name="csX2" fmla="*/ 751937 w 1869453"/>
              <a:gd name="csY2" fmla="*/ 0 h 2413502"/>
              <a:gd name="csX3" fmla="*/ 1154904 w 1869453"/>
              <a:gd name="csY3" fmla="*/ 0 h 2413502"/>
              <a:gd name="csX4" fmla="*/ 1557871 w 1869453"/>
              <a:gd name="csY4" fmla="*/ 0 h 2413502"/>
              <a:gd name="csX5" fmla="*/ 1869453 w 1869453"/>
              <a:gd name="csY5" fmla="*/ 311582 h 2413502"/>
              <a:gd name="csX6" fmla="*/ 1869453 w 1869453"/>
              <a:gd name="csY6" fmla="*/ 872555 h 2413502"/>
              <a:gd name="csX7" fmla="*/ 1869453 w 1869453"/>
              <a:gd name="csY7" fmla="*/ 1433527 h 2413502"/>
              <a:gd name="csX8" fmla="*/ 1869453 w 1869453"/>
              <a:gd name="csY8" fmla="*/ 2101920 h 2413502"/>
              <a:gd name="csX9" fmla="*/ 1557871 w 1869453"/>
              <a:gd name="csY9" fmla="*/ 2413502 h 2413502"/>
              <a:gd name="csX10" fmla="*/ 1142441 w 1869453"/>
              <a:gd name="csY10" fmla="*/ 2413502 h 2413502"/>
              <a:gd name="csX11" fmla="*/ 739475 w 1869453"/>
              <a:gd name="csY11" fmla="*/ 2413502 h 2413502"/>
              <a:gd name="csX12" fmla="*/ 311582 w 1869453"/>
              <a:gd name="csY12" fmla="*/ 2413502 h 2413502"/>
              <a:gd name="csX13" fmla="*/ 0 w 1869453"/>
              <a:gd name="csY13" fmla="*/ 2101920 h 2413502"/>
              <a:gd name="csX14" fmla="*/ 0 w 1869453"/>
              <a:gd name="csY14" fmla="*/ 1505141 h 2413502"/>
              <a:gd name="csX15" fmla="*/ 0 w 1869453"/>
              <a:gd name="csY15" fmla="*/ 872555 h 2413502"/>
              <a:gd name="csX16" fmla="*/ 0 w 1869453"/>
              <a:gd name="csY16" fmla="*/ 311582 h 2413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869453" h="2413502" extrusionOk="0">
                <a:moveTo>
                  <a:pt x="0" y="311582"/>
                </a:moveTo>
                <a:cubicBezTo>
                  <a:pt x="-8804" y="134069"/>
                  <a:pt x="127244" y="4600"/>
                  <a:pt x="311582" y="0"/>
                </a:cubicBezTo>
                <a:cubicBezTo>
                  <a:pt x="489340" y="-24109"/>
                  <a:pt x="628131" y="22406"/>
                  <a:pt x="751937" y="0"/>
                </a:cubicBezTo>
                <a:cubicBezTo>
                  <a:pt x="875743" y="-22406"/>
                  <a:pt x="1049971" y="30156"/>
                  <a:pt x="1154904" y="0"/>
                </a:cubicBezTo>
                <a:cubicBezTo>
                  <a:pt x="1259837" y="-30156"/>
                  <a:pt x="1407784" y="46681"/>
                  <a:pt x="1557871" y="0"/>
                </a:cubicBezTo>
                <a:cubicBezTo>
                  <a:pt x="1722261" y="-24776"/>
                  <a:pt x="1878424" y="106305"/>
                  <a:pt x="1869453" y="311582"/>
                </a:cubicBezTo>
                <a:cubicBezTo>
                  <a:pt x="1908479" y="514719"/>
                  <a:pt x="1838886" y="620678"/>
                  <a:pt x="1869453" y="872555"/>
                </a:cubicBezTo>
                <a:cubicBezTo>
                  <a:pt x="1900020" y="1124432"/>
                  <a:pt x="1803157" y="1238607"/>
                  <a:pt x="1869453" y="1433527"/>
                </a:cubicBezTo>
                <a:cubicBezTo>
                  <a:pt x="1935749" y="1628447"/>
                  <a:pt x="1794734" y="1955852"/>
                  <a:pt x="1869453" y="2101920"/>
                </a:cubicBezTo>
                <a:cubicBezTo>
                  <a:pt x="1892234" y="2279479"/>
                  <a:pt x="1706388" y="2409691"/>
                  <a:pt x="1557871" y="2413502"/>
                </a:cubicBezTo>
                <a:cubicBezTo>
                  <a:pt x="1447037" y="2455247"/>
                  <a:pt x="1246062" y="2398882"/>
                  <a:pt x="1142441" y="2413502"/>
                </a:cubicBezTo>
                <a:cubicBezTo>
                  <a:pt x="1038820" y="2428122"/>
                  <a:pt x="886604" y="2410016"/>
                  <a:pt x="739475" y="2413502"/>
                </a:cubicBezTo>
                <a:cubicBezTo>
                  <a:pt x="592346" y="2416988"/>
                  <a:pt x="436458" y="2382498"/>
                  <a:pt x="311582" y="2413502"/>
                </a:cubicBezTo>
                <a:cubicBezTo>
                  <a:pt x="152970" y="2396780"/>
                  <a:pt x="-42116" y="2257721"/>
                  <a:pt x="0" y="2101920"/>
                </a:cubicBezTo>
                <a:cubicBezTo>
                  <a:pt x="-71216" y="1943478"/>
                  <a:pt x="69239" y="1747452"/>
                  <a:pt x="0" y="1505141"/>
                </a:cubicBezTo>
                <a:cubicBezTo>
                  <a:pt x="-69239" y="1262830"/>
                  <a:pt x="7201" y="1176689"/>
                  <a:pt x="0" y="872555"/>
                </a:cubicBezTo>
                <a:cubicBezTo>
                  <a:pt x="-7201" y="568421"/>
                  <a:pt x="39673" y="451378"/>
                  <a:pt x="0" y="311582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AAC93-0D7D-CB47-26E5-968B7E25DDF7}"/>
              </a:ext>
            </a:extLst>
          </p:cNvPr>
          <p:cNvSpPr txBox="1"/>
          <p:nvPr/>
        </p:nvSpPr>
        <p:spPr>
          <a:xfrm>
            <a:off x="8092203" y="6132375"/>
            <a:ext cx="396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Nickerson and Brown, 2019, Quantum</a:t>
            </a:r>
          </a:p>
        </p:txBody>
      </p:sp>
    </p:spTree>
    <p:extLst>
      <p:ext uri="{BB962C8B-B14F-4D97-AF65-F5344CB8AC3E}">
        <p14:creationId xmlns:p14="http://schemas.microsoft.com/office/powerpoint/2010/main" val="52635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2F00E89C-6D14-6296-F94B-90C0AA94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Numerical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679C8-745C-0CF4-70C2-D6AF0562DE54}"/>
              </a:ext>
            </a:extLst>
          </p:cNvPr>
          <p:cNvSpPr txBox="1"/>
          <p:nvPr/>
        </p:nvSpPr>
        <p:spPr>
          <a:xfrm>
            <a:off x="296929" y="1026770"/>
            <a:ext cx="4547451" cy="78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US" b="1" i="1" dirty="0"/>
              <a:t>Neural BP decoder</a:t>
            </a:r>
            <a:r>
              <a:rPr lang="en-US" dirty="0"/>
              <a:t> vs. </a:t>
            </a:r>
            <a:r>
              <a:rPr lang="en-US" i="1" dirty="0"/>
              <a:t>BP-OSD decoder</a:t>
            </a:r>
            <a:r>
              <a:rPr lang="en-US" dirty="0"/>
              <a:t> for Ballistic error model (gain for each sample)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564EAD0-8D8F-09C2-DAB4-0FAFF695EAE8}"/>
              </a:ext>
            </a:extLst>
          </p:cNvPr>
          <p:cNvGrpSpPr/>
          <p:nvPr/>
        </p:nvGrpSpPr>
        <p:grpSpPr>
          <a:xfrm>
            <a:off x="296929" y="2024266"/>
            <a:ext cx="5944991" cy="4386084"/>
            <a:chOff x="151009" y="2024266"/>
            <a:chExt cx="5944991" cy="438608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32FDFC0-0702-C988-8FA7-CBCA0A6502ED}"/>
                </a:ext>
              </a:extLst>
            </p:cNvPr>
            <p:cNvSpPr/>
            <p:nvPr/>
          </p:nvSpPr>
          <p:spPr>
            <a:xfrm>
              <a:off x="889585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982F9C4-9772-7CAC-EC6B-B5BAEB4F19BD}"/>
                </a:ext>
              </a:extLst>
            </p:cNvPr>
            <p:cNvSpPr/>
            <p:nvPr/>
          </p:nvSpPr>
          <p:spPr>
            <a:xfrm>
              <a:off x="1518824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5DE36F-6ED2-8CFF-49F9-F3378D67C700}"/>
                </a:ext>
              </a:extLst>
            </p:cNvPr>
            <p:cNvSpPr/>
            <p:nvPr/>
          </p:nvSpPr>
          <p:spPr>
            <a:xfrm>
              <a:off x="2148063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1C6675-0E1C-A5A2-3257-70D85185F7AF}"/>
                </a:ext>
              </a:extLst>
            </p:cNvPr>
            <p:cNvSpPr/>
            <p:nvPr/>
          </p:nvSpPr>
          <p:spPr>
            <a:xfrm>
              <a:off x="2777302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F9D394-C9A0-DA85-9721-F7D7186047AE}"/>
                </a:ext>
              </a:extLst>
            </p:cNvPr>
            <p:cNvSpPr/>
            <p:nvPr/>
          </p:nvSpPr>
          <p:spPr>
            <a:xfrm>
              <a:off x="4035780" y="374329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A9BAF6-94CD-3D79-1B3C-E37B25885B87}"/>
                </a:ext>
              </a:extLst>
            </p:cNvPr>
            <p:cNvSpPr txBox="1"/>
            <p:nvPr/>
          </p:nvSpPr>
          <p:spPr>
            <a:xfrm>
              <a:off x="3261801" y="3481689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A701-0BED-5C6F-7665-58FB12C0E78A}"/>
                </a:ext>
              </a:extLst>
            </p:cNvPr>
            <p:cNvSpPr/>
            <p:nvPr/>
          </p:nvSpPr>
          <p:spPr>
            <a:xfrm>
              <a:off x="889585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FC6C125-9FDC-1559-30D6-5FB148027B41}"/>
                </a:ext>
              </a:extLst>
            </p:cNvPr>
            <p:cNvSpPr/>
            <p:nvPr/>
          </p:nvSpPr>
          <p:spPr>
            <a:xfrm>
              <a:off x="1518824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E5D6711-0400-0321-09FF-F25447E57788}"/>
                </a:ext>
              </a:extLst>
            </p:cNvPr>
            <p:cNvSpPr/>
            <p:nvPr/>
          </p:nvSpPr>
          <p:spPr>
            <a:xfrm>
              <a:off x="2148063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511F0D-E2FA-6153-3068-E081F35790CC}"/>
                </a:ext>
              </a:extLst>
            </p:cNvPr>
            <p:cNvSpPr/>
            <p:nvPr/>
          </p:nvSpPr>
          <p:spPr>
            <a:xfrm>
              <a:off x="2777302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D85B9B-688B-C004-05A7-9A464422DC72}"/>
                </a:ext>
              </a:extLst>
            </p:cNvPr>
            <p:cNvSpPr/>
            <p:nvPr/>
          </p:nvSpPr>
          <p:spPr>
            <a:xfrm>
              <a:off x="4035780" y="4478589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9F63C7-80DE-1D71-1493-54D8C930767A}"/>
                </a:ext>
              </a:extLst>
            </p:cNvPr>
            <p:cNvSpPr txBox="1"/>
            <p:nvPr/>
          </p:nvSpPr>
          <p:spPr>
            <a:xfrm>
              <a:off x="3261801" y="4216979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605371A-1209-DC3E-4CCE-A504C09A986C}"/>
                </a:ext>
              </a:extLst>
            </p:cNvPr>
            <p:cNvCxnSpPr>
              <a:endCxn id="11" idx="2"/>
            </p:cNvCxnSpPr>
            <p:nvPr/>
          </p:nvCxnSpPr>
          <p:spPr>
            <a:xfrm>
              <a:off x="1078121" y="383756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B4E07B-006B-229C-8EAD-6809BC639760}"/>
                </a:ext>
              </a:extLst>
            </p:cNvPr>
            <p:cNvCxnSpPr/>
            <p:nvPr/>
          </p:nvCxnSpPr>
          <p:spPr>
            <a:xfrm>
              <a:off x="1707360" y="383756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AA2427-FB11-3567-84D9-A13E08963F8C}"/>
                </a:ext>
              </a:extLst>
            </p:cNvPr>
            <p:cNvCxnSpPr/>
            <p:nvPr/>
          </p:nvCxnSpPr>
          <p:spPr>
            <a:xfrm>
              <a:off x="1078121" y="457442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61AE9AC-DCC5-7ADD-9026-1A51D6DF7042}"/>
                </a:ext>
              </a:extLst>
            </p:cNvPr>
            <p:cNvCxnSpPr/>
            <p:nvPr/>
          </p:nvCxnSpPr>
          <p:spPr>
            <a:xfrm>
              <a:off x="1707360" y="457442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C65849F-0D52-E877-2466-D98EB49D6FE5}"/>
                </a:ext>
              </a:extLst>
            </p:cNvPr>
            <p:cNvCxnSpPr/>
            <p:nvPr/>
          </p:nvCxnSpPr>
          <p:spPr>
            <a:xfrm>
              <a:off x="2336599" y="383913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78735B2-968D-A1D7-6959-3142E4C26AA5}"/>
                </a:ext>
              </a:extLst>
            </p:cNvPr>
            <p:cNvCxnSpPr/>
            <p:nvPr/>
          </p:nvCxnSpPr>
          <p:spPr>
            <a:xfrm>
              <a:off x="2336599" y="4574429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F0B9228-B140-D4B4-8F7F-B538C9E8E53E}"/>
                </a:ext>
              </a:extLst>
            </p:cNvPr>
            <p:cNvCxnSpPr>
              <a:stCxn id="10" idx="4"/>
              <a:endCxn id="16" idx="0"/>
            </p:cNvCxnSpPr>
            <p:nvPr/>
          </p:nvCxnSpPr>
          <p:spPr>
            <a:xfrm>
              <a:off x="983853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71E5E4-DAD0-E878-C876-B8CB01093B11}"/>
                </a:ext>
              </a:extLst>
            </p:cNvPr>
            <p:cNvCxnSpPr/>
            <p:nvPr/>
          </p:nvCxnSpPr>
          <p:spPr>
            <a:xfrm>
              <a:off x="1617020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7F937AA-6D0D-FA49-78B4-1BB681DEDB91}"/>
                </a:ext>
              </a:extLst>
            </p:cNvPr>
            <p:cNvCxnSpPr/>
            <p:nvPr/>
          </p:nvCxnSpPr>
          <p:spPr>
            <a:xfrm>
              <a:off x="2250187" y="3943602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E1206E1-8433-0CBE-299E-A948F71A8A25}"/>
                </a:ext>
              </a:extLst>
            </p:cNvPr>
            <p:cNvCxnSpPr/>
            <p:nvPr/>
          </p:nvCxnSpPr>
          <p:spPr>
            <a:xfrm>
              <a:off x="2873927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5EE0160-4920-8B3D-5EA1-01FB73F894E6}"/>
                </a:ext>
              </a:extLst>
            </p:cNvPr>
            <p:cNvCxnSpPr/>
            <p:nvPr/>
          </p:nvCxnSpPr>
          <p:spPr>
            <a:xfrm>
              <a:off x="4129263" y="3931835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7807E5-E454-5A88-B9F3-4413A4C0F465}"/>
                </a:ext>
              </a:extLst>
            </p:cNvPr>
            <p:cNvCxnSpPr>
              <a:cxnSpLocks/>
            </p:cNvCxnSpPr>
            <p:nvPr/>
          </p:nvCxnSpPr>
          <p:spPr>
            <a:xfrm>
              <a:off x="2965838" y="3837567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53B4F9-DD79-EEF6-F7C4-3F53BB2A74CF}"/>
                </a:ext>
              </a:extLst>
            </p:cNvPr>
            <p:cNvCxnSpPr>
              <a:cxnSpLocks/>
            </p:cNvCxnSpPr>
            <p:nvPr/>
          </p:nvCxnSpPr>
          <p:spPr>
            <a:xfrm>
              <a:off x="2965838" y="4576001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2C85249-5307-F065-2FD6-A751E6EF8473}"/>
                </a:ext>
              </a:extLst>
            </p:cNvPr>
            <p:cNvGrpSpPr/>
            <p:nvPr/>
          </p:nvGrpSpPr>
          <p:grpSpPr>
            <a:xfrm>
              <a:off x="151009" y="2024266"/>
              <a:ext cx="4402317" cy="1262695"/>
              <a:chOff x="151009" y="1908333"/>
              <a:chExt cx="4402317" cy="126269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0530D1-A9B8-155E-6C63-1CF44EA2DC25}"/>
                  </a:ext>
                </a:extLst>
              </p:cNvPr>
              <p:cNvSpPr txBox="1"/>
              <p:nvPr/>
            </p:nvSpPr>
            <p:spPr>
              <a:xfrm>
                <a:off x="151009" y="1908333"/>
                <a:ext cx="4402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solidFill>
                      <a:schemeClr val="accent3"/>
                    </a:solidFill>
                  </a:rPr>
                  <a:t>Error model:</a:t>
                </a:r>
                <a:r>
                  <a:rPr lang="en-US" b="1" i="1" dirty="0"/>
                  <a:t> Ballistic Error Model </a:t>
                </a:r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C06EBB1-39E4-BE7E-E5ED-4AD3366C4B02}"/>
                      </a:ext>
                    </a:extLst>
                  </p:cNvPr>
                  <p:cNvSpPr txBox="1"/>
                  <p:nvPr/>
                </p:nvSpPr>
                <p:spPr>
                  <a:xfrm>
                    <a:off x="151009" y="2330605"/>
                    <a:ext cx="4402317" cy="8404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/>
                      <a:t>Each qubit error with probability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  <a:p>
                    <a:pPr marL="285750" indent="-285750">
                      <a:lnSpc>
                        <a:spcPts val="296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dirty="0" err="1"/>
                      <a:t>Neighbouring</a:t>
                    </a:r>
                    <a:r>
                      <a:rPr lang="en-US" dirty="0"/>
                      <a:t> qubit error with prob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en-US" dirty="0"/>
                      <a:t>.</a:t>
                    </a: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C06EBB1-39E4-BE7E-E5ED-4AD3366C4B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009" y="2330605"/>
                    <a:ext cx="4402317" cy="84042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862" b="-89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D6AD210-813E-B511-7E03-47B879EC5462}"/>
                    </a:ext>
                  </a:extLst>
                </p:cNvPr>
                <p:cNvSpPr txBox="1"/>
                <p:nvPr/>
              </p:nvSpPr>
              <p:spPr>
                <a:xfrm>
                  <a:off x="419030" y="4004909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D6AD210-813E-B511-7E03-47B879EC54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30" y="4004909"/>
                  <a:ext cx="466626" cy="391646"/>
                </a:xfrm>
                <a:prstGeom prst="rect">
                  <a:avLst/>
                </a:prstGeom>
                <a:blipFill>
                  <a:blip r:embed="rId3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B79A8C-AD99-CA35-2BB5-7DF8AD088FC9}"/>
                    </a:ext>
                  </a:extLst>
                </p:cNvPr>
                <p:cNvSpPr txBox="1"/>
                <p:nvPr/>
              </p:nvSpPr>
              <p:spPr>
                <a:xfrm>
                  <a:off x="1099937" y="4004909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B79A8C-AD99-CA35-2BB5-7DF8AD088F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937" y="4004909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85F3624-4F05-7331-30CB-A4DC0F716F38}"/>
                    </a:ext>
                  </a:extLst>
                </p:cNvPr>
                <p:cNvSpPr txBox="1"/>
                <p:nvPr/>
              </p:nvSpPr>
              <p:spPr>
                <a:xfrm>
                  <a:off x="551007" y="3598151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85F3624-4F05-7331-30CB-A4DC0F716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07" y="3598151"/>
                  <a:ext cx="4666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01D2720-FE08-052D-ECB7-BA911F11A531}"/>
                    </a:ext>
                  </a:extLst>
                </p:cNvPr>
                <p:cNvSpPr txBox="1"/>
                <p:nvPr/>
              </p:nvSpPr>
              <p:spPr>
                <a:xfrm>
                  <a:off x="552980" y="4514237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01D2720-FE08-052D-ECB7-BA911F11A5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80" y="4514237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E9715A3-1296-939A-1D03-AF8642EA68DA}"/>
                    </a:ext>
                  </a:extLst>
                </p:cNvPr>
                <p:cNvSpPr txBox="1"/>
                <p:nvPr/>
              </p:nvSpPr>
              <p:spPr>
                <a:xfrm>
                  <a:off x="1371727" y="3429000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E9715A3-1296-939A-1D03-AF8642EA6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727" y="3429000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902F72A-D30F-9B15-4965-A7A154894CEA}"/>
                    </a:ext>
                  </a:extLst>
                </p:cNvPr>
                <p:cNvSpPr txBox="1"/>
                <p:nvPr/>
              </p:nvSpPr>
              <p:spPr>
                <a:xfrm>
                  <a:off x="1371727" y="4664724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902F72A-D30F-9B15-4965-A7A154894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1727" y="4664724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8503DF3-7E9F-22CA-8A9D-25242A521A5D}"/>
                    </a:ext>
                  </a:extLst>
                </p:cNvPr>
                <p:cNvSpPr txBox="1"/>
                <p:nvPr/>
              </p:nvSpPr>
              <p:spPr>
                <a:xfrm>
                  <a:off x="2004893" y="3429000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8503DF3-7E9F-22CA-8A9D-25242A521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893" y="3429000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000CF02-E1C9-B368-3D28-B5EA806DDD89}"/>
                    </a:ext>
                  </a:extLst>
                </p:cNvPr>
                <p:cNvSpPr txBox="1"/>
                <p:nvPr/>
              </p:nvSpPr>
              <p:spPr>
                <a:xfrm>
                  <a:off x="2004893" y="4664724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000CF02-E1C9-B368-3D28-B5EA806DD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4893" y="4664724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B35337D-D998-61D4-2477-86217F286BB7}"/>
                    </a:ext>
                  </a:extLst>
                </p:cNvPr>
                <p:cNvSpPr txBox="1"/>
                <p:nvPr/>
              </p:nvSpPr>
              <p:spPr>
                <a:xfrm>
                  <a:off x="2638839" y="3429000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B35337D-D998-61D4-2477-86217F286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839" y="3429000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188A982-6EC0-5530-32EB-07988C4772CD}"/>
                    </a:ext>
                  </a:extLst>
                </p:cNvPr>
                <p:cNvSpPr txBox="1"/>
                <p:nvPr/>
              </p:nvSpPr>
              <p:spPr>
                <a:xfrm>
                  <a:off x="2638839" y="4664724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188A982-6EC0-5530-32EB-07988C4772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8839" y="4664724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0EB9F77-007C-4093-FBFF-30C3098C5956}"/>
                    </a:ext>
                  </a:extLst>
                </p:cNvPr>
                <p:cNvSpPr txBox="1"/>
                <p:nvPr/>
              </p:nvSpPr>
              <p:spPr>
                <a:xfrm>
                  <a:off x="1033344" y="4536620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0EB9F77-007C-4093-FBFF-30C3098C5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344" y="4536620"/>
                  <a:ext cx="466626" cy="391646"/>
                </a:xfrm>
                <a:prstGeom prst="rect">
                  <a:avLst/>
                </a:prstGeom>
                <a:blipFill>
                  <a:blip r:embed="rId13"/>
                  <a:stretch>
                    <a:fillRect r="-5263"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CBDABA-CD80-F156-0521-870BC46241A4}"/>
                    </a:ext>
                  </a:extLst>
                </p:cNvPr>
                <p:cNvSpPr txBox="1"/>
                <p:nvPr/>
              </p:nvSpPr>
              <p:spPr>
                <a:xfrm>
                  <a:off x="1034915" y="3454409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CBDABA-CD80-F156-0521-870BC4624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915" y="3454409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405"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C573529-82A4-299F-DF4A-2258A1B7B06E}"/>
                </a:ext>
              </a:extLst>
            </p:cNvPr>
            <p:cNvSpPr txBox="1"/>
            <p:nvPr/>
          </p:nvSpPr>
          <p:spPr>
            <a:xfrm>
              <a:off x="1697739" y="3897859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726656-ECC8-F825-B806-A147D5BCCB67}"/>
                    </a:ext>
                  </a:extLst>
                </p:cNvPr>
                <p:cNvSpPr txBox="1"/>
                <p:nvPr/>
              </p:nvSpPr>
              <p:spPr>
                <a:xfrm>
                  <a:off x="223575" y="5034056"/>
                  <a:ext cx="4854263" cy="455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ts val="2960"/>
                    </a:lnSpc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Sample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dirty="0"/>
                    <a:t> from Gaussian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,0.1)</m:t>
                      </m:r>
                    </m:oMath>
                  </a14:m>
                  <a:r>
                    <a:rPr lang="en-US" dirty="0"/>
                    <a:t>.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726656-ECC8-F825-B806-A147D5BCC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75" y="5034056"/>
                  <a:ext cx="4854263" cy="455702"/>
                </a:xfrm>
                <a:prstGeom prst="rect">
                  <a:avLst/>
                </a:prstGeom>
                <a:blipFill>
                  <a:blip r:embed="rId15"/>
                  <a:stretch>
                    <a:fillRect l="-1044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A98536D-1458-7116-78E0-3B720D0BEBB0}"/>
                    </a:ext>
                  </a:extLst>
                </p:cNvPr>
                <p:cNvSpPr txBox="1"/>
                <p:nvPr/>
              </p:nvSpPr>
              <p:spPr>
                <a:xfrm>
                  <a:off x="223575" y="5635762"/>
                  <a:ext cx="4854263" cy="455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ts val="2960"/>
                    </a:lnSpc>
                    <a:buFont typeface="Arial" panose="020B0604020202020204" pitchFamily="34" charset="0"/>
                    <a:buChar char="•"/>
                  </a:pPr>
                  <a:r>
                    <a:rPr lang="en-US" dirty="0"/>
                    <a:t>Bicycle Bivariate codes: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72,10,6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n-US" dirty="0"/>
                    <a:t> .</a:t>
                  </a: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A98536D-1458-7116-78E0-3B720D0BE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75" y="5635762"/>
                  <a:ext cx="4854263" cy="455702"/>
                </a:xfrm>
                <a:prstGeom prst="rect">
                  <a:avLst/>
                </a:prstGeom>
                <a:blipFill>
                  <a:blip r:embed="rId16"/>
                  <a:stretch>
                    <a:fillRect l="-1044" b="-19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C24506D-B550-FB78-DCA6-848D9F8B0295}"/>
                </a:ext>
              </a:extLst>
            </p:cNvPr>
            <p:cNvSpPr txBox="1"/>
            <p:nvPr/>
          </p:nvSpPr>
          <p:spPr>
            <a:xfrm>
              <a:off x="529476" y="6041018"/>
              <a:ext cx="5566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https://</a:t>
              </a:r>
              <a:r>
                <a:rPr lang="en-US" dirty="0" err="1">
                  <a:solidFill>
                    <a:srgbClr val="00B0F0"/>
                  </a:solidFill>
                </a:rPr>
                <a:t>www.nature.com</a:t>
              </a:r>
              <a:r>
                <a:rPr lang="en-US" dirty="0">
                  <a:solidFill>
                    <a:srgbClr val="00B0F0"/>
                  </a:solidFill>
                </a:rPr>
                <a:t>/articles/s41586-024-07107-7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8EFCFD0-55BF-2CCD-2A1E-1FC6601F9970}"/>
              </a:ext>
            </a:extLst>
          </p:cNvPr>
          <p:cNvGrpSpPr/>
          <p:nvPr/>
        </p:nvGrpSpPr>
        <p:grpSpPr>
          <a:xfrm>
            <a:off x="5321034" y="1162453"/>
            <a:ext cx="6446196" cy="5247897"/>
            <a:chOff x="5175114" y="1162453"/>
            <a:chExt cx="6446196" cy="52478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7DB994-C44E-A937-295D-82A0B118A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75114" y="1162453"/>
              <a:ext cx="6446196" cy="4834647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03EE003-740D-2E64-ACDA-16F03374542E}"/>
                </a:ext>
              </a:extLst>
            </p:cNvPr>
            <p:cNvSpPr txBox="1"/>
            <p:nvPr/>
          </p:nvSpPr>
          <p:spPr>
            <a:xfrm>
              <a:off x="6096000" y="5979463"/>
              <a:ext cx="523899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200" b="1" dirty="0">
                  <a:solidFill>
                    <a:srgbClr val="C00000"/>
                  </a:solidFill>
                </a:rPr>
                <a:t>Typically ~30x gains over state of the 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757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C3E5F8B8-B6C0-269D-9146-BBB487E7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Modelling cross-talk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E37B06-82BF-2804-9B3C-6DE946190E4B}"/>
              </a:ext>
            </a:extLst>
          </p:cNvPr>
          <p:cNvGrpSpPr/>
          <p:nvPr/>
        </p:nvGrpSpPr>
        <p:grpSpPr>
          <a:xfrm>
            <a:off x="466833" y="2305744"/>
            <a:ext cx="3805286" cy="1605056"/>
            <a:chOff x="420764" y="4106718"/>
            <a:chExt cx="3805286" cy="160505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0967D1C-EBBB-9BCE-72EC-7FAFAF0E7DBF}"/>
                </a:ext>
              </a:extLst>
            </p:cNvPr>
            <p:cNvSpPr/>
            <p:nvPr/>
          </p:nvSpPr>
          <p:spPr>
            <a:xfrm>
              <a:off x="891319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A89B184-C3DF-179D-5E84-2F94D98D0E9F}"/>
                </a:ext>
              </a:extLst>
            </p:cNvPr>
            <p:cNvSpPr/>
            <p:nvPr/>
          </p:nvSpPr>
          <p:spPr>
            <a:xfrm>
              <a:off x="1520558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000BD8F-EC1D-E8C4-3AED-0A4B18E5FAD0}"/>
                </a:ext>
              </a:extLst>
            </p:cNvPr>
            <p:cNvSpPr/>
            <p:nvPr/>
          </p:nvSpPr>
          <p:spPr>
            <a:xfrm>
              <a:off x="2149797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BDF9EDD-BB83-F1A8-6299-433C11C93D60}"/>
                </a:ext>
              </a:extLst>
            </p:cNvPr>
            <p:cNvSpPr/>
            <p:nvPr/>
          </p:nvSpPr>
          <p:spPr>
            <a:xfrm>
              <a:off x="2779036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D99C52-04CC-89A2-3601-E0AA67D4B6E6}"/>
                </a:ext>
              </a:extLst>
            </p:cNvPr>
            <p:cNvSpPr/>
            <p:nvPr/>
          </p:nvSpPr>
          <p:spPr>
            <a:xfrm>
              <a:off x="4037514" y="442101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9FDAF7-FA9E-92FB-A2E7-D9CF1E14DC11}"/>
                </a:ext>
              </a:extLst>
            </p:cNvPr>
            <p:cNvSpPr txBox="1"/>
            <p:nvPr/>
          </p:nvSpPr>
          <p:spPr>
            <a:xfrm>
              <a:off x="3263535" y="415940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CE9467-44FE-947B-2487-262D5C06D0BF}"/>
                </a:ext>
              </a:extLst>
            </p:cNvPr>
            <p:cNvSpPr/>
            <p:nvPr/>
          </p:nvSpPr>
          <p:spPr>
            <a:xfrm>
              <a:off x="891319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0251EA-7874-A965-FEE8-D47B0B1B063A}"/>
                </a:ext>
              </a:extLst>
            </p:cNvPr>
            <p:cNvSpPr/>
            <p:nvPr/>
          </p:nvSpPr>
          <p:spPr>
            <a:xfrm>
              <a:off x="1520558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65A497E-E9A0-03AB-3091-7953106EC31D}"/>
                </a:ext>
              </a:extLst>
            </p:cNvPr>
            <p:cNvSpPr/>
            <p:nvPr/>
          </p:nvSpPr>
          <p:spPr>
            <a:xfrm>
              <a:off x="2149797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23873F8-EA59-1273-E352-F267E3010997}"/>
                </a:ext>
              </a:extLst>
            </p:cNvPr>
            <p:cNvSpPr/>
            <p:nvPr/>
          </p:nvSpPr>
          <p:spPr>
            <a:xfrm>
              <a:off x="2779036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01C254-2C5D-2362-FAB7-A2C420CE32D2}"/>
                </a:ext>
              </a:extLst>
            </p:cNvPr>
            <p:cNvSpPr/>
            <p:nvPr/>
          </p:nvSpPr>
          <p:spPr>
            <a:xfrm>
              <a:off x="4037514" y="5156307"/>
              <a:ext cx="188536" cy="18853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E41AE7-382A-AAFE-3B2A-2AA5BE664A9A}"/>
                </a:ext>
              </a:extLst>
            </p:cNvPr>
            <p:cNvSpPr txBox="1"/>
            <p:nvPr/>
          </p:nvSpPr>
          <p:spPr>
            <a:xfrm>
              <a:off x="3263535" y="489469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4622E26-3EED-14CF-74BD-34A5AAFDD00D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1079855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09171-CBAD-A4D2-F599-3748E5A99203}"/>
                </a:ext>
              </a:extLst>
            </p:cNvPr>
            <p:cNvCxnSpPr/>
            <p:nvPr/>
          </p:nvCxnSpPr>
          <p:spPr>
            <a:xfrm>
              <a:off x="1709094" y="4515285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ACCF136-7766-DF2F-5334-85403C73DB72}"/>
                </a:ext>
              </a:extLst>
            </p:cNvPr>
            <p:cNvCxnSpPr/>
            <p:nvPr/>
          </p:nvCxnSpPr>
          <p:spPr>
            <a:xfrm>
              <a:off x="1079855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AAD0F86-16A1-9B44-14CC-9D222777C1FE}"/>
                </a:ext>
              </a:extLst>
            </p:cNvPr>
            <p:cNvCxnSpPr/>
            <p:nvPr/>
          </p:nvCxnSpPr>
          <p:spPr>
            <a:xfrm>
              <a:off x="1709094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7576A4-9315-69E7-BC85-0E6FCB25E4A6}"/>
                </a:ext>
              </a:extLst>
            </p:cNvPr>
            <p:cNvCxnSpPr/>
            <p:nvPr/>
          </p:nvCxnSpPr>
          <p:spPr>
            <a:xfrm>
              <a:off x="2338333" y="451685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C1AF58-356A-8CAA-2844-9B89AE3DBDA3}"/>
                </a:ext>
              </a:extLst>
            </p:cNvPr>
            <p:cNvCxnSpPr/>
            <p:nvPr/>
          </p:nvCxnSpPr>
          <p:spPr>
            <a:xfrm>
              <a:off x="2338333" y="5252147"/>
              <a:ext cx="4407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5A98DE-9282-323B-D827-B23E4EF89B5B}"/>
                </a:ext>
              </a:extLst>
            </p:cNvPr>
            <p:cNvCxnSpPr>
              <a:stCxn id="5" idx="4"/>
              <a:endCxn id="11" idx="0"/>
            </p:cNvCxnSpPr>
            <p:nvPr/>
          </p:nvCxnSpPr>
          <p:spPr>
            <a:xfrm>
              <a:off x="98558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4FCF436-C4AC-7D3C-7A29-5A193C764599}"/>
                </a:ext>
              </a:extLst>
            </p:cNvPr>
            <p:cNvCxnSpPr/>
            <p:nvPr/>
          </p:nvCxnSpPr>
          <p:spPr>
            <a:xfrm>
              <a:off x="1618754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1F0B11-6549-0F32-78F8-B0A08F134E03}"/>
                </a:ext>
              </a:extLst>
            </p:cNvPr>
            <p:cNvCxnSpPr/>
            <p:nvPr/>
          </p:nvCxnSpPr>
          <p:spPr>
            <a:xfrm>
              <a:off x="2251921" y="4621320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7C35A88-8878-5DE1-4914-60281CDF174A}"/>
                </a:ext>
              </a:extLst>
            </p:cNvPr>
            <p:cNvCxnSpPr/>
            <p:nvPr/>
          </p:nvCxnSpPr>
          <p:spPr>
            <a:xfrm>
              <a:off x="2875661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1CD1361-4B1A-776D-F834-7D0C89FA6766}"/>
                </a:ext>
              </a:extLst>
            </p:cNvPr>
            <p:cNvCxnSpPr/>
            <p:nvPr/>
          </p:nvCxnSpPr>
          <p:spPr>
            <a:xfrm>
              <a:off x="4130997" y="4609553"/>
              <a:ext cx="0" cy="5467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FDD4E6-2441-CC1F-BB1B-ADA5259EA5FF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4515285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389163F-6122-BD6F-C2C6-2205AE47D88A}"/>
                </a:ext>
              </a:extLst>
            </p:cNvPr>
            <p:cNvCxnSpPr>
              <a:cxnSpLocks/>
            </p:cNvCxnSpPr>
            <p:nvPr/>
          </p:nvCxnSpPr>
          <p:spPr>
            <a:xfrm>
              <a:off x="2967572" y="5253719"/>
              <a:ext cx="2119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F02562B-05C8-1CA3-3FCD-24BFB9F42FFE}"/>
                    </a:ext>
                  </a:extLst>
                </p:cNvPr>
                <p:cNvSpPr txBox="1"/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7574CB4-09D2-7D92-78C6-81B0D7400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764" y="4682627"/>
                  <a:ext cx="466626" cy="391646"/>
                </a:xfrm>
                <a:prstGeom prst="rect">
                  <a:avLst/>
                </a:prstGeom>
                <a:blipFill>
                  <a:blip r:embed="rId4"/>
                  <a:stretch>
                    <a:fillRect r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257B659-8359-DD22-0AE0-A3A44CDCE594}"/>
                    </a:ext>
                  </a:extLst>
                </p:cNvPr>
                <p:cNvSpPr txBox="1"/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54F8591-DBE6-579C-7047-87A69CC7E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671" y="4682627"/>
                  <a:ext cx="466626" cy="391646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640AF46-AEF4-C991-EFC6-0BADE5AFA486}"/>
                    </a:ext>
                  </a:extLst>
                </p:cNvPr>
                <p:cNvSpPr txBox="1"/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27D2DE2-1533-5684-56F1-903C24EF3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741" y="4275869"/>
                  <a:ext cx="4666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D99F9CA-02F1-5C8B-B066-E3F233DA0E24}"/>
                    </a:ext>
                  </a:extLst>
                </p:cNvPr>
                <p:cNvSpPr txBox="1"/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A0673674-F9BA-1C41-0D42-0E063E66A2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14" y="5191955"/>
                  <a:ext cx="46662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C6D050E-092B-3E28-3742-08CA1A388D74}"/>
                    </a:ext>
                  </a:extLst>
                </p:cNvPr>
                <p:cNvSpPr txBox="1"/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A0E0757-B8FA-EDC9-6E24-CEB3FC3A0F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4106718"/>
                  <a:ext cx="46662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6E1A5C0-11C9-3FAB-B8FA-8FFAA5BDBC48}"/>
                    </a:ext>
                  </a:extLst>
                </p:cNvPr>
                <p:cNvSpPr txBox="1"/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816AC6C-D92B-0D8D-393C-5C0148B94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3461" y="5342442"/>
                  <a:ext cx="46662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91DAF00-24AD-BA57-5EA0-AF46ABD0D16D}"/>
                    </a:ext>
                  </a:extLst>
                </p:cNvPr>
                <p:cNvSpPr txBox="1"/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1B1EE85-E8A8-408D-0448-9DCB4926E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4106718"/>
                  <a:ext cx="46662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84C248A-051F-746C-31AE-F2159CB54111}"/>
                    </a:ext>
                  </a:extLst>
                </p:cNvPr>
                <p:cNvSpPr txBox="1"/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348C5BC-CE11-095C-D713-36136AF62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627" y="5342442"/>
                  <a:ext cx="4666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693EB84-9F33-E43D-B378-28457207B996}"/>
                    </a:ext>
                  </a:extLst>
                </p:cNvPr>
                <p:cNvSpPr txBox="1"/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6DEE9E-EF90-8B83-134F-6BD85C7FB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4106718"/>
                  <a:ext cx="4666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7222302-8EE9-CC36-14F9-D23098D3B9D6}"/>
                    </a:ext>
                  </a:extLst>
                </p:cNvPr>
                <p:cNvSpPr txBox="1"/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E48E5F06-893E-18C6-F825-982B80657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573" y="5342442"/>
                  <a:ext cx="4666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9DB9E72-7CA1-03F6-0973-5E62126C067C}"/>
                    </a:ext>
                  </a:extLst>
                </p:cNvPr>
                <p:cNvSpPr txBox="1"/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BFC6547-7324-FD88-161A-3D4AAC55A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078" y="5214338"/>
                  <a:ext cx="466626" cy="391646"/>
                </a:xfrm>
                <a:prstGeom prst="rect">
                  <a:avLst/>
                </a:prstGeom>
                <a:blipFill>
                  <a:blip r:embed="rId14"/>
                  <a:stretch>
                    <a:fillRect r="-5263" b="-3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FAD2F80-83CB-3DAF-6F02-A19171731B65}"/>
                    </a:ext>
                  </a:extLst>
                </p:cNvPr>
                <p:cNvSpPr txBox="1"/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034C9A2-E009-71DE-3BAC-32DC70BFB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49" y="4132127"/>
                  <a:ext cx="466626" cy="391646"/>
                </a:xfrm>
                <a:prstGeom prst="rect">
                  <a:avLst/>
                </a:prstGeom>
                <a:blipFill>
                  <a:blip r:embed="rId1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0B66FA-A7F4-68A7-7D67-D3B41B31C0F7}"/>
                </a:ext>
              </a:extLst>
            </p:cNvPr>
            <p:cNvSpPr txBox="1"/>
            <p:nvPr/>
          </p:nvSpPr>
          <p:spPr>
            <a:xfrm>
              <a:off x="1699473" y="4575577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E84131-6E0D-5AB6-DDC8-EF738B6FA506}"/>
                  </a:ext>
                </a:extLst>
              </p:cNvPr>
              <p:cNvSpPr txBox="1"/>
              <p:nvPr/>
            </p:nvSpPr>
            <p:spPr>
              <a:xfrm>
                <a:off x="323869" y="780232"/>
                <a:ext cx="9374560" cy="1404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6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Single qubit errors occur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and two qubit errors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 marL="342900" indent="-342900">
                  <a:lnSpc>
                    <a:spcPts val="3460"/>
                  </a:lnSpc>
                  <a:buFont typeface="Arial" panose="020B0604020202020204" pitchFamily="34" charset="0"/>
                  <a:buChar char="•"/>
                </a:pPr>
                <a:r>
                  <a:rPr lang="en-US" sz="2200" i="1" dirty="0"/>
                  <a:t>Derived from an Ising model with transverse magnetic field (</a:t>
                </a:r>
                <a:r>
                  <a:rPr lang="en-US" sz="2200" i="1" dirty="0" err="1"/>
                  <a:t>Debankan</a:t>
                </a:r>
                <a:r>
                  <a:rPr lang="en-US" sz="2200" i="1" dirty="0"/>
                  <a:t>)</a:t>
                </a:r>
              </a:p>
              <a:p>
                <a:pPr marL="342900" indent="-342900">
                  <a:lnSpc>
                    <a:spcPts val="346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72-qubit Bicycle Bivariate Code</a:t>
                </a:r>
                <a:r>
                  <a:rPr lang="en-US" sz="2200" i="1" dirty="0"/>
                  <a:t>.</a:t>
                </a: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E84131-6E0D-5AB6-DDC8-EF738B6F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9" y="780232"/>
                <a:ext cx="9374560" cy="1404808"/>
              </a:xfrm>
              <a:prstGeom prst="rect">
                <a:avLst/>
              </a:prstGeom>
              <a:blipFill>
                <a:blip r:embed="rId16"/>
                <a:stretch>
                  <a:fillRect l="-677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E8AEDE4-B417-9F6B-01C1-9367D8C45A9E}"/>
                  </a:ext>
                </a:extLst>
              </p:cNvPr>
              <p:cNvSpPr txBox="1"/>
              <p:nvPr/>
            </p:nvSpPr>
            <p:spPr>
              <a:xfrm>
                <a:off x="725309" y="3946232"/>
                <a:ext cx="3286734" cy="411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E8AEDE4-B417-9F6B-01C1-9367D8C45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09" y="3946232"/>
                <a:ext cx="3286734" cy="411395"/>
              </a:xfrm>
              <a:prstGeom prst="rect">
                <a:avLst/>
              </a:prstGeom>
              <a:blipFill>
                <a:blip r:embed="rId17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5B521B32-DEFA-795F-41B7-31AF177E80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23" y="4564411"/>
            <a:ext cx="2955497" cy="221662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34988B5-62B1-66CC-ECAE-85982CD3DB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6361" y="2526976"/>
            <a:ext cx="4265246" cy="319893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B4A02B7-51E3-560B-39FB-18EC7990573E}"/>
              </a:ext>
            </a:extLst>
          </p:cNvPr>
          <p:cNvSpPr txBox="1"/>
          <p:nvPr/>
        </p:nvSpPr>
        <p:spPr>
          <a:xfrm>
            <a:off x="6096000" y="6077441"/>
            <a:ext cx="5642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Small training instance: 100-layer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83584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9032-2EA5-F93E-835A-A75CB2DF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B00A66-BED3-CAB6-6F63-DF316236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571" y="139495"/>
            <a:ext cx="7204858" cy="77490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Conclusions and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FA6DB5-366E-65E2-7D7D-F1DE4E864FCD}"/>
                  </a:ext>
                </a:extLst>
              </p:cNvPr>
              <p:cNvSpPr txBox="1"/>
              <p:nvPr/>
            </p:nvSpPr>
            <p:spPr>
              <a:xfrm>
                <a:off x="430924" y="1173959"/>
                <a:ext cx="10982174" cy="2255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we have demonstrated performance gains over </a:t>
                </a:r>
                <a:r>
                  <a:rPr lang="en-US" sz="2400" b="1" dirty="0"/>
                  <a:t>BP-OSD </a:t>
                </a:r>
                <a:r>
                  <a:rPr lang="en-US" sz="2400" dirty="0"/>
                  <a:t>of: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Hypergraph Product Code under Ballistic Error Model Noise.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72-qubit Bivariate Bicycle (BB) code under Ballistic Error Model.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2400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gain for 72-qubit Bivariate Bicycle (BB) code under Cross-Talk model.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FA6DB5-366E-65E2-7D7D-F1DE4E864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4" y="1173959"/>
                <a:ext cx="10982174" cy="2255041"/>
              </a:xfrm>
              <a:prstGeom prst="rect">
                <a:avLst/>
              </a:prstGeom>
              <a:blipFill>
                <a:blip r:embed="rId2"/>
                <a:stretch>
                  <a:fillRect l="-809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EF18154-681B-0BE1-86DA-8F92DE07BBC0}"/>
              </a:ext>
            </a:extLst>
          </p:cNvPr>
          <p:cNvSpPr txBox="1"/>
          <p:nvPr/>
        </p:nvSpPr>
        <p:spPr>
          <a:xfrm>
            <a:off x="1593101" y="3536433"/>
            <a:ext cx="865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https://</a:t>
            </a:r>
            <a:r>
              <a:rPr lang="en-US" sz="2400" b="1" dirty="0" err="1">
                <a:solidFill>
                  <a:srgbClr val="00B0F0"/>
                </a:solidFill>
              </a:rPr>
              <a:t>github.com</a:t>
            </a:r>
            <a:r>
              <a:rPr lang="en-US" sz="2400" b="1" dirty="0">
                <a:solidFill>
                  <a:srgbClr val="00B0F0"/>
                </a:solidFill>
              </a:rPr>
              <a:t>/</a:t>
            </a:r>
            <a:r>
              <a:rPr lang="en-US" sz="2400" b="1" dirty="0" err="1">
                <a:solidFill>
                  <a:srgbClr val="00B0F0"/>
                </a:solidFill>
              </a:rPr>
              <a:t>paviudes</a:t>
            </a:r>
            <a:r>
              <a:rPr lang="en-US" sz="2400" b="1" dirty="0">
                <a:solidFill>
                  <a:srgbClr val="00B0F0"/>
                </a:solidFill>
              </a:rPr>
              <a:t>/</a:t>
            </a:r>
            <a:r>
              <a:rPr lang="en-US" sz="2400" b="1" dirty="0" err="1">
                <a:solidFill>
                  <a:srgbClr val="00B0F0"/>
                </a:solidFill>
              </a:rPr>
              <a:t>CorrelatedBPDecoderWithCER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A8159-8C9F-8B5C-26A8-16B8CFE70B36}"/>
              </a:ext>
            </a:extLst>
          </p:cNvPr>
          <p:cNvSpPr txBox="1"/>
          <p:nvPr/>
        </p:nvSpPr>
        <p:spPr>
          <a:xfrm>
            <a:off x="430924" y="4309812"/>
            <a:ext cx="10271402" cy="1701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We are currently trying to demonstrate performance gains with: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A larger code in a family: 90-qubit BB code or 288 qubit HGP.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Trying to show numerical evidence for a threshold (better than BP-OSD)</a:t>
            </a:r>
          </a:p>
        </p:txBody>
      </p:sp>
    </p:spTree>
    <p:extLst>
      <p:ext uri="{BB962C8B-B14F-4D97-AF65-F5344CB8AC3E}">
        <p14:creationId xmlns:p14="http://schemas.microsoft.com/office/powerpoint/2010/main" val="268629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D888-E83F-D276-D783-25193B49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07" y="2766218"/>
            <a:ext cx="5683385" cy="1325563"/>
          </a:xfrm>
        </p:spPr>
        <p:txBody>
          <a:bodyPr/>
          <a:lstStyle/>
          <a:p>
            <a:r>
              <a:rPr lang="en-US" b="1" dirty="0"/>
              <a:t>Supplementary Slides</a:t>
            </a:r>
          </a:p>
        </p:txBody>
      </p:sp>
    </p:spTree>
    <p:extLst>
      <p:ext uri="{BB962C8B-B14F-4D97-AF65-F5344CB8AC3E}">
        <p14:creationId xmlns:p14="http://schemas.microsoft.com/office/powerpoint/2010/main" val="26903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6DFA5-2A1A-3CDB-6227-71B09228E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31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7B17-57A9-40D6-E3B7-7BB756B6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2A815-C746-E6E6-0324-EF7D191A1118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7B8BB4-A117-3A56-AA12-28E3EE7C3ECA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12B28D-5711-7335-71A1-47E6BA6FBC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5F486B3-F7D6-E6FA-8C10-BF00DE6B22DC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20BB84-D5D7-4B23-A563-AC35663EFEDF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1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A615-DF7F-1F3C-E476-0DD31D582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89EF7-2C22-82E4-8BB0-EDF64802993A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7B43F0-55F0-F2B2-7193-70931144AACD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84DB474-25E5-7CAD-3279-D39F084876A4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5FFEADD-6753-223C-E7C0-DAC61B3567A1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51CC31-84AE-66A0-2CCF-21A6AA205B5E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160CB9-25C9-1DFC-14C0-7378296D9BBD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4EA58B-51CC-A226-8F8B-8C5EE444A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4B8005-6BAA-18E5-2D66-DB7322031814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03E8E9-9537-11D1-C09A-4673AD617B53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9D36D93-3320-3524-1AA2-AB3A9288C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DE36D59-60B7-9F58-2D0D-8D4DAB898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6F0264-6B62-6D0B-C338-CEEDA59B4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1C37DBE-0281-07DE-488A-87040135F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6354C7-2B1E-2D72-B30D-17EB0805C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655F69-41D7-BEC0-C7E1-D8021A571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0DAFF2C-C36B-23FE-22E2-1102BFF52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636A879-B21D-2468-1884-C20DDA88D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D410138-EB62-2791-07F9-A6A4E6E37F14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D93EE83-FC73-F428-AED2-2823F7F5A9BE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F4E5122-C15D-5DCC-498A-93347BA17149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621C11F-E978-BD55-8275-5FA745D23A7B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586B3DD-7EBA-CC0F-8632-71C4924E6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1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7775A67-1C61-2B18-B20F-01294DDDE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E894C1-85E4-6AD7-6BBA-5F5EE8F1D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1029FEB-25C4-D2A8-632D-D1CE5E8D2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101AEE1-1B86-6342-BFA1-7F88B8E75B19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E8C15C-ABAF-CB11-911E-A0A9A0A30A26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267C7AF-311F-9DEF-EC44-493D17BD58B6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124EE4D-FB2B-BA43-9EC4-AA25FDA6FC8F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18681-7DD4-903F-E053-508DA5B1BB0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2CBD5EC-94C9-9BF9-4887-A35A7CE1D100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CEC4F31-2D1D-1D8C-9D62-9C4956D35F7B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CFB9D5F-2162-BA04-DBE1-EF3E9397ECC1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2F71C5-7908-96C5-9DE2-973A1B533265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47EEED4-DF5D-0214-9006-D4084F5D01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9249E5E4-C9A3-DEA6-CD62-687C7D9366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458DCFC-83B2-6F56-00D7-C7B29FCCA652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B209AAB-EBD4-E55B-306E-DA55D0C7446B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8B30EB-5E3B-1084-1457-B33BAEF2FF74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3D474B2-7B9D-893E-2045-127AB2270046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BEA4D51-0AC6-9826-3160-FF5E43F9CD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D2746B0-7EF8-EF3D-4501-EA69E4D710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7BB928F-627B-6125-B184-0EC29A727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750659F-1C08-E384-8017-2906D99E7D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359897A-CCE3-1FFF-8FBF-4999D59D07AF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623FFA5-CBFD-624C-11AB-63D8A483CCF7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C8A49AA-A3FB-6419-1B59-654303834D43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D86FAE6-5313-B2D5-C1E7-5AA46BE4F7F5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CA196331-BB13-0B95-8598-DFB8DA45ED3B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75CEC258-1A84-5A60-680E-98449BD0DAEC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EB04191C-4D25-F4B5-AB26-4558AFAEA906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B4C8170-9939-C5AE-E42F-A37415C81FB0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A7015A4-4552-3DFF-D9CF-BA3D6418E143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61369E0-095D-4FDC-AE34-3D3E9F470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69418459-EE8F-80C0-BDED-26AC2A3ADF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80D60EFB-E217-F3D7-70B4-597CC630C73B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467CA6B2-BD18-0D5A-CC5D-2D7C92CBE339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B01BA079-A17C-C404-8AB2-4A46AB55A597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BEAB37D-9CA7-E1CA-4B1F-D357885D75A1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F271C430-33CB-7986-4554-6D432DC665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B3D5EAF7-91A8-72C4-FDE7-0ABB84BF62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CAA11B04-8354-98D7-8918-D5353DB31D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711E0C26-3D6A-1A89-6345-6290B624E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2433B595-E1CA-03FC-25C7-E426EF5637C3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FF5CA00-4DC7-23E7-05EA-E5D872AE9275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F504E01D-5F1F-FBDF-7DE8-FA004205284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FE0C8D9C-BFA9-C294-0E46-21F999B34D29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116E6EDB-9EF9-4C47-C3DB-295CB46AA9C2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951C51AE-2110-F064-04CD-7FA7FA0DA9F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9331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C5C7-8ECC-A398-7A99-B977C458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F40A2F-F7CB-DF07-D472-CE266B1BB851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A43FC5-E9C7-60D5-2C8D-5DD80D0B7617}"/>
              </a:ext>
            </a:extLst>
          </p:cNvPr>
          <p:cNvGrpSpPr/>
          <p:nvPr/>
        </p:nvGrpSpPr>
        <p:grpSpPr>
          <a:xfrm>
            <a:off x="0" y="1054564"/>
            <a:ext cx="11230831" cy="728664"/>
            <a:chOff x="0" y="1054564"/>
            <a:chExt cx="11230831" cy="7286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5D06C2-B844-4904-0502-1ED42CF81826}"/>
                </a:ext>
              </a:extLst>
            </p:cNvPr>
            <p:cNvSpPr/>
            <p:nvPr/>
          </p:nvSpPr>
          <p:spPr>
            <a:xfrm>
              <a:off x="8726744" y="1054564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422B199-9C39-DC5D-5452-B1FB1CCB23BF}"/>
                </a:ext>
              </a:extLst>
            </p:cNvPr>
            <p:cNvSpPr/>
            <p:nvPr/>
          </p:nvSpPr>
          <p:spPr>
            <a:xfrm>
              <a:off x="2629974" y="1054565"/>
              <a:ext cx="1527689" cy="72866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5C4F66D-77B2-6542-CF37-1BC8A1186687}"/>
                </a:ext>
              </a:extLst>
            </p:cNvPr>
            <p:cNvSpPr txBox="1"/>
            <p:nvPr/>
          </p:nvSpPr>
          <p:spPr>
            <a:xfrm>
              <a:off x="0" y="1157287"/>
              <a:ext cx="112308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Combine two classical binary linear codes to obtain a quantum code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5D31FE3-46E3-B55E-3CD1-A566DC1698E7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B1E7A61-CF84-6B25-A821-A70DBB450E3F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3EAE2EF-F6C2-215D-510B-D46AA09F968E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ADDA740-567D-6A6B-BF12-9080C9BB8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2953388-90B2-B555-06DC-9186201CB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A248EA4-44C5-70F1-644A-62AA08743928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1D6A937E-38EE-F589-B68E-B87808D75BF8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BB4A8F3-FCE8-90F2-AD78-CD2249D41CD1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B460087-8FEE-FB85-5B24-4538DEE050F2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4ACBBC4-47FB-A631-1619-B573CA8D9A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2BFC1F-40B6-344E-7942-6D21086A4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7CFE028-4B8E-6760-DD75-29A35F53D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C964E29-F5FA-A133-DF22-FFFD6EB9F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773AE8E-4EDC-2DB8-C255-929BB91A487E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8F8EEBA-F0BB-FE01-D0F2-B3F6A0245F59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563DF38-7994-1397-480B-69349203B36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FC1CBFE-F7EA-EB48-39F0-07AFD12A3F7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464ABA80-A99B-5145-4405-8DEE8837D445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7457CB52-67CC-E8CF-D1BA-C90CEE0622A7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64FDB29-2A04-68C2-7222-316F8B13A3DB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2F6666-C163-BDE9-F0C6-BBBD5D1B65ED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F45957E-317A-26F4-78A0-43573EAAB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5460559-EB58-DB67-B301-E87809A10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20ACDF2-909E-A4C6-50A0-E17233107D8E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3FCBDD4F-0D99-CFED-C166-A93AD6B03D4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8D80D4D6-71F4-A421-02AE-213B34E185C5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8EDF1B8-6477-D51C-D299-DBDEC6511B70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8D2DCAD-1038-DE8C-128D-E1DAF311F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43215139-DDC4-4627-E5C2-60BDA0610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7D155461-B79A-818A-FDEF-CA3878C7D8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C9E8B46-73C0-4D62-AAD9-FCEA4A5B7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65F4592-CB11-0AA9-6CDE-15864660B50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EAD8171-C092-E252-7109-1D424117A515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8A91D6A-9D21-D4F9-9DB5-4F3994F0210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B785B87-E2C3-01D5-6B09-C4FBA8470294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C3FDB076-120F-8B39-AA1E-77041A6619B0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CEFE1DC7-6511-C29B-65C0-09B4AAD4A8C3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DB26C2-7C7F-11EE-1D19-B9FDD0C66D09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6D4B987-E8FC-53C7-E12A-5EB377BF1C59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F6F51F3-E0CA-E484-B3FD-B68AAC832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8203D53-3724-F521-9CAC-FFAFDCE98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BF2327E-7912-1ED5-E8B4-47D95263378B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408209C-8CC8-3871-D3A4-EC728FB864D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C14C5D0-AF09-5D37-AE89-8A54F7D26D1E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F518CD0-2960-4BB3-A87A-1784D0356803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1E08ECB8-60FD-3BAE-D519-48A1A1E673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1A29E5D-D8DF-4966-BF2A-E57DE7765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C399A9F6-3144-86B5-5995-FBCADA312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C5522BA-E1A4-1387-3406-345DF7591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B6488B71-3E23-82ED-E80F-F79890BDE818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9C1D307-3177-94AE-302E-E77FF4530F5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64D9446-1E23-66DB-EEB6-A740B1216FE1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A951FD2-2354-4F83-335C-CDD3B062B59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DB0CA36-3E7B-910D-C06A-95806AE7991C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F0DD8914-01B8-F829-315D-E7B9DC073D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B4B0FD8-C7D3-3169-1EC8-75E4FA9C47D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786FC1B-A3CE-DED5-937A-B26A2097BEBB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660750C-4958-EEF7-945A-83E87ECBE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F35619E-A78E-C6A8-4C77-9EE8CA932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30F22415-4A0C-1FEE-291E-596EE257715C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C0A433D-746A-70C8-6E58-D823A6AC4A98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DCA4F37-0BDD-A5BB-0158-DB5BC08A7420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73BA253-EF3F-12AF-97B1-013652D80AA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EE6A3C4B-12F7-6B44-2FE9-3450E6EE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9114751B-1D22-7A91-CB69-05CB102C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C0FFEF8-752B-932C-3508-217ADD522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0EA0FCBF-A6DA-3D7B-5E02-8A65F1317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D9DB3CAC-4CA7-CB92-9A8F-D79E3A385967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D145561-FD6C-F751-02F3-D7458228C5F7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89A3DD06-3138-E01E-2543-09CCBD702FC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A6DABE9-CB2E-B7BE-87AF-5EDECE18305D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ACF160BB-1E4F-50AF-9F85-D7099AA56F2C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D8505FBE-E448-280B-8492-0D4E33BF9D37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F4A6E6A-5B05-1406-EA80-150DE1D39F60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1400954-039A-EEE3-94D4-E498C5E87447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CEE7502-BF24-993D-2E3A-7E27094130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E8A2D5CD-E593-3D31-22BC-C08CE4487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6A5BEEE-FA3A-DF58-176A-C726275B32FE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5F0988D-6ECE-5950-A31B-36CB3AE9D480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40B91347-83E2-F7AD-6B30-4257760B974A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7E171E8-9A09-2785-95FD-6CEBBEF43E8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E956E6E-131B-C3A3-27B2-08EED7E8C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B27E39D0-6CCA-F439-2896-A8E5C74F0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5EB4C04-DFA9-5153-BDFE-7AC82C11E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7AE7DE46-5CD3-4F25-E873-94289D58A7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DD3BE86-8737-E442-5184-59224A5F8A83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6C08C10A-4764-F2E5-58B0-178BC1F7E91B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6A7A640-633B-C921-61F2-9B684A5700D0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1D7C111-6709-EB26-8C04-05CBC9A9822F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4A7195F1-D263-4DBC-0FB9-1D10858950C7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C8414106-A1DF-DB03-341F-D806E33CB5A2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A48805-0330-0001-1F04-D091947D456F}"/>
              </a:ext>
            </a:extLst>
          </p:cNvPr>
          <p:cNvGrpSpPr/>
          <p:nvPr/>
        </p:nvGrpSpPr>
        <p:grpSpPr>
          <a:xfrm>
            <a:off x="155825" y="2068350"/>
            <a:ext cx="11481079" cy="4687973"/>
            <a:chOff x="155825" y="2068350"/>
            <a:chExt cx="11481079" cy="4687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898C75-F7B4-5730-35C8-727E3B97F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14371" y="2671136"/>
              <a:ext cx="3294995" cy="99536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B599CB-D028-8400-1796-4883E865EE0F}"/>
                </a:ext>
              </a:extLst>
            </p:cNvPr>
            <p:cNvSpPr/>
            <p:nvPr/>
          </p:nvSpPr>
          <p:spPr>
            <a:xfrm>
              <a:off x="1533558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340BCC-BADB-8DCD-C6DA-DD8CB610DAAD}"/>
                </a:ext>
              </a:extLst>
            </p:cNvPr>
            <p:cNvSpPr/>
            <p:nvPr/>
          </p:nvSpPr>
          <p:spPr>
            <a:xfrm>
              <a:off x="2891571" y="4661860"/>
              <a:ext cx="528310" cy="5283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/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A139750-F5FC-3CF2-4479-F2A4A74646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1" y="2671136"/>
                  <a:ext cx="426847" cy="430887"/>
                </a:xfrm>
                <a:prstGeom prst="rect">
                  <a:avLst/>
                </a:prstGeom>
                <a:blipFill>
                  <a:blip r:embed="rId34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/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38FBEC-5A98-D7ED-745B-FCE4159A6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9570" y="3168817"/>
                  <a:ext cx="426847" cy="430887"/>
                </a:xfrm>
                <a:prstGeom prst="rect">
                  <a:avLst/>
                </a:prstGeom>
                <a:blipFill>
                  <a:blip r:embed="rId35"/>
                  <a:stretch>
                    <a:fillRect l="-11429" r="-8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/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BB19C69-D6D0-ABC9-14C9-5599A14CD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558" y="3666499"/>
                  <a:ext cx="46051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/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4608DA7-0D0A-2127-8620-6F2677DBA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868" y="3666499"/>
                  <a:ext cx="460511" cy="430887"/>
                </a:xfrm>
                <a:prstGeom prst="rect">
                  <a:avLst/>
                </a:prstGeom>
                <a:blipFill>
                  <a:blip r:embed="rId37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/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21503F4-3C1C-1AA2-844F-1715F8B04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215" y="3666498"/>
                  <a:ext cx="46051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514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/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1C3E460-3D65-BEEA-1048-9D7266014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855" y="3666497"/>
                  <a:ext cx="460511" cy="430887"/>
                </a:xfrm>
                <a:prstGeom prst="rect">
                  <a:avLst/>
                </a:prstGeom>
                <a:blipFill>
                  <a:blip r:embed="rId39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/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113246E-FC73-13C9-7492-DC18EB568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4684837"/>
                  <a:ext cx="426847" cy="430887"/>
                </a:xfrm>
                <a:prstGeom prst="rect">
                  <a:avLst/>
                </a:prstGeom>
                <a:blipFill>
                  <a:blip r:embed="rId40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/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81A2A0F-FC3D-0C77-8C66-280DC8DF4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3034" y="4661859"/>
                  <a:ext cx="426847" cy="430887"/>
                </a:xfrm>
                <a:prstGeom prst="rect">
                  <a:avLst/>
                </a:prstGeom>
                <a:blipFill>
                  <a:blip r:embed="rId41"/>
                  <a:stretch>
                    <a:fillRect l="-11429" r="-857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40DCBA-E166-B0A3-4CC7-D825DA3A32B5}"/>
                </a:ext>
              </a:extLst>
            </p:cNvPr>
            <p:cNvSpPr/>
            <p:nvPr/>
          </p:nvSpPr>
          <p:spPr>
            <a:xfrm>
              <a:off x="155825" y="5823787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9D3FAF-62DE-4043-F47C-0AAC892C6FD0}"/>
                </a:ext>
              </a:extLst>
            </p:cNvPr>
            <p:cNvSpPr/>
            <p:nvPr/>
          </p:nvSpPr>
          <p:spPr>
            <a:xfrm>
              <a:off x="1552689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D3A5AB9-8D9B-85B4-CE93-B3C354BFA004}"/>
                </a:ext>
              </a:extLst>
            </p:cNvPr>
            <p:cNvSpPr/>
            <p:nvPr/>
          </p:nvSpPr>
          <p:spPr>
            <a:xfrm>
              <a:off x="2949553" y="5823789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9E28624-2881-0490-38A7-C75B9EC34919}"/>
                </a:ext>
              </a:extLst>
            </p:cNvPr>
            <p:cNvSpPr/>
            <p:nvPr/>
          </p:nvSpPr>
          <p:spPr>
            <a:xfrm>
              <a:off x="4346417" y="5823788"/>
              <a:ext cx="528637" cy="52863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/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9F70C8A-04F8-C6EB-3B4D-664A301D3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951" y="5823787"/>
                  <a:ext cx="46051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0811" r="-1081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/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E9D5D94-F515-1688-BC9A-B14F8988D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021" y="5823786"/>
                  <a:ext cx="460511" cy="430887"/>
                </a:xfrm>
                <a:prstGeom prst="rect">
                  <a:avLst/>
                </a:prstGeom>
                <a:blipFill>
                  <a:blip r:embed="rId43"/>
                  <a:stretch>
                    <a:fillRect l="-10526" r="-526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/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84AC29F-73D8-FE2E-ED11-282D77856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473" y="5823787"/>
                  <a:ext cx="460511" cy="430887"/>
                </a:xfrm>
                <a:prstGeom prst="rect">
                  <a:avLst/>
                </a:prstGeom>
                <a:blipFill>
                  <a:blip r:embed="rId44"/>
                  <a:stretch>
                    <a:fillRect l="-10811" r="-8108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/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528AD0F-D433-97FE-4A17-6BC149849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43" y="5823786"/>
                  <a:ext cx="460511" cy="430887"/>
                </a:xfrm>
                <a:prstGeom prst="rect">
                  <a:avLst/>
                </a:prstGeom>
                <a:blipFill>
                  <a:blip r:embed="rId45"/>
                  <a:stretch>
                    <a:fillRect l="-10811" r="-8108"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82CF253-436F-76E3-3E0B-DAA5747FC7CB}"/>
                </a:ext>
              </a:extLst>
            </p:cNvPr>
            <p:cNvCxnSpPr>
              <a:stCxn id="25" idx="0"/>
              <a:endCxn id="11" idx="2"/>
            </p:cNvCxnSpPr>
            <p:nvPr/>
          </p:nvCxnSpPr>
          <p:spPr>
            <a:xfrm flipV="1">
              <a:off x="454207" y="5190170"/>
              <a:ext cx="1343506" cy="633617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C94DBE3-B14B-A738-51F8-341D1D23000B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797713" y="5190170"/>
              <a:ext cx="67564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ACFADA-5520-037E-F748-53EC0F9B5315}"/>
                </a:ext>
              </a:extLst>
            </p:cNvPr>
            <p:cNvCxnSpPr>
              <a:stCxn id="11" idx="2"/>
              <a:endCxn id="27" idx="0"/>
            </p:cNvCxnSpPr>
            <p:nvPr/>
          </p:nvCxnSpPr>
          <p:spPr>
            <a:xfrm>
              <a:off x="1797713" y="5190170"/>
              <a:ext cx="1436016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0C49A0B-708D-C514-1051-D1013DA2885B}"/>
                </a:ext>
              </a:extLst>
            </p:cNvPr>
            <p:cNvCxnSpPr>
              <a:stCxn id="12" idx="2"/>
              <a:endCxn id="26" idx="0"/>
            </p:cNvCxnSpPr>
            <p:nvPr/>
          </p:nvCxnSpPr>
          <p:spPr>
            <a:xfrm flipH="1">
              <a:off x="1865277" y="5190170"/>
              <a:ext cx="1290449" cy="6336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90C5E6-F497-51BB-FDDF-4F8A1BCB3695}"/>
                </a:ext>
              </a:extLst>
            </p:cNvPr>
            <p:cNvCxnSpPr>
              <a:stCxn id="12" idx="2"/>
              <a:endCxn id="27" idx="0"/>
            </p:cNvCxnSpPr>
            <p:nvPr/>
          </p:nvCxnSpPr>
          <p:spPr>
            <a:xfrm>
              <a:off x="3155726" y="5190170"/>
              <a:ext cx="78003" cy="6336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EA2F13-10BE-F819-5984-8085986C7EDF}"/>
                </a:ext>
              </a:extLst>
            </p:cNvPr>
            <p:cNvCxnSpPr>
              <a:stCxn id="12" idx="2"/>
              <a:endCxn id="24" idx="0"/>
            </p:cNvCxnSpPr>
            <p:nvPr/>
          </p:nvCxnSpPr>
          <p:spPr>
            <a:xfrm>
              <a:off x="3155726" y="5190170"/>
              <a:ext cx="1455010" cy="6336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7B71E94C-2C1C-B680-7478-159E697FD238}"/>
                </a:ext>
              </a:extLst>
            </p:cNvPr>
            <p:cNvGrpSpPr/>
            <p:nvPr/>
          </p:nvGrpSpPr>
          <p:grpSpPr>
            <a:xfrm>
              <a:off x="6663808" y="2068350"/>
              <a:ext cx="4973096" cy="512746"/>
              <a:chOff x="6663808" y="2068350"/>
              <a:chExt cx="4973096" cy="512746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98D2919-F0DF-AFFE-47B0-D970B0D7EC1A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A9CF4A2-99CF-4550-20B3-C07D15D8F559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9163655-83BA-F277-600B-C1ADD05741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DD41CBF6-A0B8-5260-60C3-1BF2CDCD21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l="-13636" r="-9091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99D8BB2-3328-B7CA-1CB0-972F0116055D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E0A46B0-E482-0326-0E46-9EF353B4CF04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F50F645-92F1-1E9A-BFA0-B32AC5C3DDA0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3718EB0-8EFA-A69D-4FDB-7CD17187F6B5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97F7EBB4-DF68-E161-56C2-0A3B941830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D82E0B2-836A-C551-B334-2A67C26DD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l="-3448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F589BD6-8145-A335-871E-07451C346F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1A639F8-920E-68F5-7D42-69D8BCA43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8333" r="-8333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1BB9B9A-ED00-D016-534B-4EC234D58EEC}"/>
                  </a:ext>
                </a:extLst>
              </p:cNvPr>
              <p:cNvCxnSpPr>
                <a:cxnSpLocks/>
                <a:stCxn id="49" idx="3"/>
                <a:endCxn id="41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0BDD891-2FEF-9AB5-FC8B-18BF70C34396}"/>
                  </a:ext>
                </a:extLst>
              </p:cNvPr>
              <p:cNvCxnSpPr>
                <a:cxnSpLocks/>
                <a:stCxn id="43" idx="3"/>
                <a:endCxn id="46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7A71A93-EFB7-3AC2-7318-127A8B7EE5D4}"/>
                  </a:ext>
                </a:extLst>
              </p:cNvPr>
              <p:cNvCxnSpPr>
                <a:cxnSpLocks/>
                <a:stCxn id="51" idx="3"/>
                <a:endCxn id="42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EF54C811-A0EA-18D2-14D4-70BFA160E20C}"/>
                  </a:ext>
                </a:extLst>
              </p:cNvPr>
              <p:cNvCxnSpPr>
                <a:stCxn id="44" idx="3"/>
                <a:endCxn id="48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urved Connector 81">
                <a:extLst>
                  <a:ext uri="{FF2B5EF4-FFF2-40B4-BE49-F238E27FC236}">
                    <a16:creationId xmlns:a16="http://schemas.microsoft.com/office/drawing/2014/main" id="{ABA20AFC-781A-7B9D-1F69-BEA345055D04}"/>
                  </a:ext>
                </a:extLst>
              </p:cNvPr>
              <p:cNvCxnSpPr>
                <a:cxnSpLocks/>
                <a:stCxn id="41" idx="0"/>
                <a:endCxn id="51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urved Connector 85">
                <a:extLst>
                  <a:ext uri="{FF2B5EF4-FFF2-40B4-BE49-F238E27FC236}">
                    <a16:creationId xmlns:a16="http://schemas.microsoft.com/office/drawing/2014/main" id="{324CF85E-892C-0E9B-6AA0-662ACE692A63}"/>
                  </a:ext>
                </a:extLst>
              </p:cNvPr>
              <p:cNvCxnSpPr>
                <a:stCxn id="46" idx="0"/>
                <a:endCxn id="44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01E03CBA-D4CB-DD0D-636C-AC4791028F20}"/>
                </a:ext>
              </a:extLst>
            </p:cNvPr>
            <p:cNvGrpSpPr/>
            <p:nvPr/>
          </p:nvGrpSpPr>
          <p:grpSpPr>
            <a:xfrm rot="16200000">
              <a:off x="3773117" y="4255449"/>
              <a:ext cx="4534248" cy="467499"/>
              <a:chOff x="6663808" y="2068350"/>
              <a:chExt cx="4973096" cy="512746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6E9A404-8E84-2953-AF63-783F14D37C7B}"/>
                  </a:ext>
                </a:extLst>
              </p:cNvPr>
              <p:cNvSpPr/>
              <p:nvPr/>
            </p:nvSpPr>
            <p:spPr>
              <a:xfrm>
                <a:off x="7604158" y="214492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A32378C9-B283-5EFB-BE76-424A0D98AB40}"/>
                  </a:ext>
                </a:extLst>
              </p:cNvPr>
              <p:cNvSpPr/>
              <p:nvPr/>
            </p:nvSpPr>
            <p:spPr>
              <a:xfrm>
                <a:off x="10327479" y="2109590"/>
                <a:ext cx="405822" cy="40582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/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C5CCE44C-BF7C-F4C7-3826-3AEE00A7DC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2097" y="2162569"/>
                    <a:ext cx="327883" cy="276999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t="-4167" r="-3000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92D693E-13AA-293B-EDE0-4BE57100F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05418" y="2109589"/>
                    <a:ext cx="274049" cy="276999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t="-14286" r="-23810" b="-190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A4081DAA-F6D9-FC2F-CBB8-212B83722ABA}"/>
                  </a:ext>
                </a:extLst>
              </p:cNvPr>
              <p:cNvSpPr/>
              <p:nvPr/>
            </p:nvSpPr>
            <p:spPr>
              <a:xfrm>
                <a:off x="6663808" y="2175023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55E2AEBE-A526-8A6C-E40A-2AA70064C228}"/>
                  </a:ext>
                </a:extLst>
              </p:cNvPr>
              <p:cNvSpPr/>
              <p:nvPr/>
            </p:nvSpPr>
            <p:spPr>
              <a:xfrm>
                <a:off x="8540182" y="2128617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470D44FC-EC37-E3D3-2A5F-44D552BB30DC}"/>
                  </a:ext>
                </a:extLst>
              </p:cNvPr>
              <p:cNvSpPr/>
              <p:nvPr/>
            </p:nvSpPr>
            <p:spPr>
              <a:xfrm>
                <a:off x="9433830" y="2142096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784BD29E-2FCD-1FC0-1C71-F2136C765410}"/>
                  </a:ext>
                </a:extLst>
              </p:cNvPr>
              <p:cNvSpPr/>
              <p:nvPr/>
            </p:nvSpPr>
            <p:spPr>
              <a:xfrm>
                <a:off x="11230831" y="2068350"/>
                <a:ext cx="406073" cy="406073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/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CEDF7E3E-4C28-4621-3ABF-44AD6C33CB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6139" y="2217887"/>
                    <a:ext cx="353742" cy="276999"/>
                  </a:xfrm>
                  <a:prstGeom prst="rect">
                    <a:avLst/>
                  </a:prstGeom>
                  <a:blipFill>
                    <a:blip r:embed="rId54"/>
                    <a:stretch>
                      <a:fillRect t="-4000" r="-30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/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6BD759BD-CCEB-F5E6-7EB1-F4CC8C66DC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3426" y="2157191"/>
                    <a:ext cx="353742" cy="276999"/>
                  </a:xfrm>
                  <a:prstGeom prst="rect">
                    <a:avLst/>
                  </a:prstGeom>
                  <a:blipFill>
                    <a:blip r:embed="rId55"/>
                    <a:stretch>
                      <a:fillRect t="-3846" r="-28571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/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7C375F6F-DE44-E629-0971-E4ACB8EB29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75249" y="2170670"/>
                    <a:ext cx="353742" cy="276999"/>
                  </a:xfrm>
                  <a:prstGeom prst="rect">
                    <a:avLst/>
                  </a:prstGeom>
                  <a:blipFill>
                    <a:blip r:embed="rId56"/>
                    <a:stretch>
                      <a:fillRect t="-3704" r="-28571" b="-370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/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CA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EF4D537-53D1-543F-1181-FBAB12A187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11738" y="2096924"/>
                    <a:ext cx="294889" cy="276999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t="-13636" r="-23810"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86EBB773-7CF0-BBA6-82D7-99029279A9CF}"/>
                  </a:ext>
                </a:extLst>
              </p:cNvPr>
              <p:cNvCxnSpPr>
                <a:cxnSpLocks/>
                <a:stCxn id="225" idx="3"/>
                <a:endCxn id="217" idx="1"/>
              </p:cNvCxnSpPr>
              <p:nvPr/>
            </p:nvCxnSpPr>
            <p:spPr>
              <a:xfrm flipV="1">
                <a:off x="7069881" y="2347831"/>
                <a:ext cx="534277" cy="855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EABCDCD-552E-D797-0C75-E493816A12B9}"/>
                  </a:ext>
                </a:extLst>
              </p:cNvPr>
              <p:cNvCxnSpPr>
                <a:cxnSpLocks/>
                <a:stCxn id="219" idx="3"/>
                <a:endCxn id="222" idx="2"/>
              </p:cNvCxnSpPr>
              <p:nvPr/>
            </p:nvCxnSpPr>
            <p:spPr>
              <a:xfrm>
                <a:off x="8009980" y="2301069"/>
                <a:ext cx="530202" cy="3058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8A7D71A8-EFB8-25EF-EAB5-6895A680C33E}"/>
                  </a:ext>
                </a:extLst>
              </p:cNvPr>
              <p:cNvCxnSpPr>
                <a:cxnSpLocks/>
                <a:stCxn id="227" idx="3"/>
                <a:endCxn id="218" idx="1"/>
              </p:cNvCxnSpPr>
              <p:nvPr/>
            </p:nvCxnSpPr>
            <p:spPr>
              <a:xfrm>
                <a:off x="9828991" y="2309170"/>
                <a:ext cx="498488" cy="3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3021DC9-D715-1C3D-447D-6FAFCD7D8373}"/>
                  </a:ext>
                </a:extLst>
              </p:cNvPr>
              <p:cNvCxnSpPr>
                <a:stCxn id="220" idx="3"/>
                <a:endCxn id="224" idx="2"/>
              </p:cNvCxnSpPr>
              <p:nvPr/>
            </p:nvCxnSpPr>
            <p:spPr>
              <a:xfrm>
                <a:off x="10679467" y="2248089"/>
                <a:ext cx="551364" cy="2329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Curved Connector 232">
                <a:extLst>
                  <a:ext uri="{FF2B5EF4-FFF2-40B4-BE49-F238E27FC236}">
                    <a16:creationId xmlns:a16="http://schemas.microsoft.com/office/drawing/2014/main" id="{F83A72B2-3A2F-3D23-B115-DC63B3D950EF}"/>
                  </a:ext>
                </a:extLst>
              </p:cNvPr>
              <p:cNvCxnSpPr>
                <a:cxnSpLocks/>
                <a:stCxn id="217" idx="0"/>
                <a:endCxn id="227" idx="0"/>
              </p:cNvCxnSpPr>
              <p:nvPr/>
            </p:nvCxnSpPr>
            <p:spPr>
              <a:xfrm rot="16200000" flipH="1">
                <a:off x="8716719" y="1235270"/>
                <a:ext cx="25750" cy="1845051"/>
              </a:xfrm>
              <a:prstGeom prst="curvedConnector3">
                <a:avLst>
                  <a:gd name="adj1" fmla="val -88776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urved Connector 233">
                <a:extLst>
                  <a:ext uri="{FF2B5EF4-FFF2-40B4-BE49-F238E27FC236}">
                    <a16:creationId xmlns:a16="http://schemas.microsoft.com/office/drawing/2014/main" id="{49693A2D-0E24-9E7D-86FA-2385C5EED2AE}"/>
                  </a:ext>
                </a:extLst>
              </p:cNvPr>
              <p:cNvCxnSpPr>
                <a:stCxn id="222" idx="0"/>
                <a:endCxn id="220" idx="0"/>
              </p:cNvCxnSpPr>
              <p:nvPr/>
            </p:nvCxnSpPr>
            <p:spPr>
              <a:xfrm rot="5400000" flipH="1" flipV="1">
                <a:off x="9633317" y="1219491"/>
                <a:ext cx="19028" cy="1799224"/>
              </a:xfrm>
              <a:prstGeom prst="curvedConnector3">
                <a:avLst>
                  <a:gd name="adj1" fmla="val 1301387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165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C341-55AA-B595-D219-510809F7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007D3ED-3F88-BF27-3BF5-BFF2154F9BC0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78D8AE-30AA-1710-325D-673585C60AB2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D6DD4-FDB5-7B2B-294A-3EC913834BA0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39928-8429-C3A0-0C56-D7A99BEE2BB7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74A56-7D9B-773C-9470-6459290C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49E48F-1ABB-6AF9-CB5D-343213676FAD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FD418-DE99-DBB9-037E-1CB6269C877F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D31B7B-4690-77E8-B2A1-805701CBF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E5260-B707-27C8-D0E9-2F4BEE358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0D45D1-57BE-6D7A-8316-D6F14A51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BFB28A-A1E5-40BE-988A-76B95EFF4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478CB7-22AD-DE90-BC75-87C03C7EC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F3CDFE-E93F-CDB7-5766-0DE61CB9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6BB164-C97F-5ACE-DB42-F66443FE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F6DE09-A2D2-9274-0EF9-2F7E3708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3D37135D-F200-CCA1-C501-2FFECF4BFFE8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E2F364-F091-3D69-097E-308975F8D792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E221E4-BDAB-A856-189E-506B440DE4D9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A389D8-50FD-68DE-D111-4AFE63C43060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CDD42F7-A3EA-9A6E-48DE-7BF051749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8D1D00-9E48-4505-C40E-21156846E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5061C-787C-0A62-4CB9-0D1D60D0E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4C8C63-E4C8-B34A-982C-4E2AC8778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371285-BB8E-5657-037B-D3A6410DC242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1272EF-4FD5-DC5E-8E89-2C506C129FAB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670AAF-8128-3AD9-8AD7-58D45C12E5A0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27E3E0-91FF-546D-4A2B-5A184A7E79C5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1EC1F3-CFB8-4806-17B1-E02EC2EFB4E8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D9A758-5783-7858-FE2D-B4262D612BE8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F02F086-F3B4-C8F3-3EE8-D20EE6584B2B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7423C54-8FE3-8C36-89C6-4BE4B2B4378D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D31985F-525A-3352-FACD-75D5E05CC018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44FC5-A86E-9879-6000-874228170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85FCA15-0D72-E594-2C84-22AEB4B79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B06F16-63EC-7075-B694-250A731F6178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F2413DD-B97B-9D9F-12BB-3D8096E2B63A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5EFCDB9-7D55-7F54-2BAB-A27870248678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2F8B0CF-C341-78CC-5F39-211C2ABB97C8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4EBB2A9-7B98-405B-8B88-59CB3D45F5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AE6258-6C2D-4796-1B9C-F185EF31E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2872971-B4E6-A078-05F4-F5FB9AACE4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6DFE89-CBAC-2D77-C0CA-480C6B418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EE19788-CE61-097E-85D6-739561AA7171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A778125-DF13-FBD4-E7D2-1D3EF2D79B3C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5FEFBBD-7B53-79B7-6B45-909D40C8AC29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E79D5DB-AC86-9E8D-F8C1-6796E34B265E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255C570-E2B5-1439-5B2E-D37EDE452167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6AC63826-D0FE-800D-D034-386440215CBC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E5BA1A10-9441-A597-B678-EF5365194A5D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B685478-9B82-4174-ADB0-E9F5B312D83A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730B406-E405-1FCF-0C4C-0AFFDCFF7434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2184164-5B27-04FC-A3E7-5C9DBD2E5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D30DB61-E2AE-C5C1-7FBD-2BAF8BD12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92A6A61-798C-34B2-33A7-A402083134F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4569023-A5F3-8B5E-FFB9-93C4851CAEE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3541631-A16F-76C2-B668-2BAD2E689594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CF0AA49-DB6C-DC21-40E1-5A647F408395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9290ACE-55E5-B9DA-A560-BFADE2FEC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F446CA8-AE5E-889C-3D4C-02CEFC0F4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0F37188A-73EA-E2BE-D61E-2FC52CCAA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5E2F32F-6609-3E43-9D1C-58312ABC4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FBF7A83-E783-7508-8B7B-F1FCA6063A28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48FF3E4-BEA9-F0D0-F721-3A8334027CBA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F16F5C0-E1E1-C1EA-E984-5566D3E85EA3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7E6871C-C77B-28B1-2951-65FACB9D4CE2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563B5E08-73D7-6D79-A504-1AD1638A543A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C8440A1C-66BD-9607-3E57-A620CB0BFBF3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EBC71B-E2B0-475B-A445-B8538054A582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FA19FFB-1C13-4F5A-4896-B5D17E6039BA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B85947C-54B4-1E2C-9D27-997BCF353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999168A4-644F-EF8B-E882-768EC2513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B81A87F-1F1C-1600-F537-398319AAD141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C97D83C-D92D-B3BF-83A1-7FCAFC47E4B3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7F224EF8-7DD9-16ED-69CB-B7C4380771F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A4750DE-40D9-2067-032F-48407DC6005C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A1774909-AC70-0524-0827-E9E2B7860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BDA05DB5-4E8D-BEFC-0089-82D8C061E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D34500-9CFD-3664-C58C-62CFCBF8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A0C4A39E-C8CC-37EA-9EB4-7F41A24FF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44D25AB-13A2-984F-7994-DD8D471390EB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69E2109-0770-65AA-B7EC-7574C085D517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492651A5-CCD0-11B2-3AE7-991787629812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8E68B4D-D913-7D02-84E2-BAEA6BF4BE49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47A8BD31-B2C7-4B1B-5B34-C60095607954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B842D2AA-D7C7-41CA-1352-39714305ADEE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BCB088-CCF1-D80D-0489-E6EB7CB3670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FDD7B53-CA0F-2131-AA4A-82F48BBF1E80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A092BDAF-FDF6-5398-5E32-E613E2ED2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DEE4243-AE85-FA5A-1C78-1F2776F40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47CD9F-AF6B-CEE2-D0E6-B162327C6A05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DF1E5A3-10FE-63BC-D22A-D8BC250C0D25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FA71D8B-7078-6357-4916-769AEBE2371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2A6C356-6D01-BF06-5FB5-468ED9DCDCBE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40DD1F8C-4FE5-3DED-1A7C-47DDC4816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AE6D3D-C35C-C3B8-7D30-96E71F58F1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B84741F-C0F0-34ED-0887-2FF0BC635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FD61147-DD50-A54E-0BBB-D6490DCDA2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E702B47-2289-1DD3-F861-85FC61A76B4A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C47F17C-EECF-0A3C-D813-5C4FC63B022D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D779B62-5930-2391-49C7-F9C1FBC0ABF5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DCCDE7B-E8EA-14CF-1CCD-F86691EC5340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56915546-F3C2-EDE1-A29F-A787AC3ABB29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1F7B15F3-317E-02EE-7A1E-E0C68ECC18BB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876D1060-9745-58F9-748D-D69CC9DBFF99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3F68E3A8-8D9A-F122-73B0-2520B8375DFF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1BA5E8C5-89E1-4F96-83A2-3346F9988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5C5CE3F-AE13-5950-0AD7-155B7493BC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28DACD7-69AD-1374-E305-0ED878EB9310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933D3A7E-1CF4-31E2-DBF2-6765C00E3CBD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F3D0330-9157-2CCC-3538-FA56793FF1BA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D4881B0F-9A37-F3BD-3CB8-8BF17294CD8E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D2A14AE-D3C0-2728-45CB-3890248D4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1B128551-E844-9426-7245-01534169A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1EF8942A-30D8-F142-3B54-4D2A87903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509B4165-6F63-E981-97D4-EBFFDC0004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1F7ACC42-FF8B-C5ED-D682-389415CD096B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999F5F8-25F5-05CD-DBF8-6829C4CD4430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410B890-F14D-6D09-357E-C2C27A0BC303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F08C37E-C6C9-42E6-B267-34CDF099776A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190CAE71-5467-A57C-8D05-0B5FE980EDAD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FFBBCAF5-EEB3-2508-6590-813DC26AA5A9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915CA11-D045-E759-D71C-FE47E6305C4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74E10C59-8154-EFC7-A5D8-5217F5665B45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00D07D0A-09A4-5DEC-32A9-42C69F321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E21077C-8DE5-3A76-C865-7DBA6342B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191FE0C-F355-EB7A-5DA9-8001A6C3D908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092C8228-7518-B3BA-C905-E240546FD6CE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3A01AC4-7DFA-53DF-B1DD-F652AC209B57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35D2FEDB-521A-700B-EC92-3D3CDFE740F3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B24D80F9-C7BA-8D81-DD4F-D79987E8E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EDD3399-B0D5-65D1-2769-69285E50F6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4156297-72C8-4990-1758-F83B01A69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99C7C35-FE08-8A6E-7ADB-3EA879ADF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19E777A-6185-6DF0-0918-ED66D2A7702B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D147C1F-DE8A-E033-396F-3F1DB8C967CD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D917932-3DFB-F62A-4155-8AB8B1B970B2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D5FD995-F64E-062C-B5CF-70AB3D91019C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17029FD6-6157-8B5C-95D7-9EF9D3688492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A4113972-FADB-C783-72DF-EB3E60D7884E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5F421DC-3C0E-89F1-86D7-A4F7D5E91F8F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73605C7-F3EA-A4E3-DDD8-B567D8182214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93C43229-A5C1-1090-7512-280953E9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6C259F58-3FC3-CA74-1BDD-EC711C763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F31835B0-AA3E-A4D4-7E3F-FD4876C8436A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E7DF3876-F90C-544A-D47D-6300DBA82AC8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0D0492B6-4B73-2C0F-FA7C-32EF03FAA761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926A274E-DBF6-F8BF-8BED-2A4B356D1455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4B7DE5D3-D7B0-11A6-779B-80DC0DA1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D0503C8-1D1C-C900-ED56-4B4A3C061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6B0C187B-5646-2FE9-167F-70F1687C1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2E60E576-31C0-35A9-4F6F-DDA836F3A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0042986-7C14-AC0C-D30D-D738534ACA73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B6B7690-50FB-5E46-CAD0-B84C7B04B091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9ABE355-0087-3DC6-5C25-2757F023D018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7E98E0A-B0C8-9454-63F9-A5CA6D0C9466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EE8E86BA-FB01-B9E2-6DCA-5566E95BC59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33442262-F4C4-0192-D7F5-D595395C4A34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859E26B-68CD-3168-0BAE-7BB2807CC62C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564D10-7C4E-0E19-2150-B51747D97319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03B446-6ED7-EA10-D580-8D119732D23F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84D8AE-AB5B-1AE5-B22A-EB0C4E4F47F1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301BE-9F0F-EAC2-E5D2-D0F835FE357F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E8CD5B-C562-8781-DDFF-E7ACD2F58531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96E72F-EE3A-DC1E-7616-93D759994C30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D4CC023-332A-9136-2AEE-4092782C768D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8F0EEEA-BE80-414C-7ED6-61CD7D8BEE81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981198-489E-C67D-99E6-B6171C9D6DB8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118787A-1ABC-58B4-D999-B3013C13A35D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4D91BF-09E6-A723-92B7-278B0C7BF3A3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C45C31A-A473-DDB6-4208-DFD27C783553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20BAAA5-96F9-CB61-F071-5C960EF78502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8C86764-4CB6-6037-190B-724EC5677D8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10AA7DE-3A13-769F-D0FE-E47A5666CA40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E152DA-22D0-AED3-611D-E687B5DC67EF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6436C8-EC8E-F3FC-1972-9C58E0C61C12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EB13DA1-0712-3993-3E4F-A041B7065469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FA9080D-F391-C4D7-F973-3C3F6C6F6ED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B5186AD-49AE-C223-A9FB-66BBD71213D6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3F8FF5-543E-D2AB-A9FB-D330125D559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19C8A63-6A71-A1C6-106D-D8CED2924421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01591C-C395-D395-2549-31E56AB73F37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F3AAFF6-7058-0E0D-8B2D-D2BE77F39F2F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A3A8E28-374C-A634-738C-C0A2F87DADE6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EE6C23E-5E4B-AD15-0454-D5444BF9E0C3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DD34CC3-EEA8-71B4-9050-0679863CF6E1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3D51B69-2532-F360-8012-0A17F954F33D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1BA1692-00CE-4B73-EE6A-67C839CB8F44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30234B6-A7DF-D7A8-8F01-727A934A481C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64B73EE-5370-67AA-597A-FAAFB256EC37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01850D5-11AC-E806-73C8-973A04D209DE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36B7FF-C848-6B62-6620-6510EEAD8C89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690F47B-7431-D58E-598D-14A0E23312FF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7E3F45A-BF32-9322-0375-E6B0CB338EA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9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6E61-B413-9BFC-B0C4-C08E5C39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BB57D3B2-5ACC-30AE-97CD-C4742B51D197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ED3ADA-FDFB-D20E-7BE1-522FA3F2A569}"/>
              </a:ext>
            </a:extLst>
          </p:cNvPr>
          <p:cNvSpPr/>
          <p:nvPr/>
        </p:nvSpPr>
        <p:spPr>
          <a:xfrm>
            <a:off x="8726744" y="1054564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AC59DE-1804-2F83-0311-05615E65B357}"/>
              </a:ext>
            </a:extLst>
          </p:cNvPr>
          <p:cNvSpPr/>
          <p:nvPr/>
        </p:nvSpPr>
        <p:spPr>
          <a:xfrm>
            <a:off x="2629974" y="1054565"/>
            <a:ext cx="1527689" cy="72866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A3830B-1F11-852D-594D-CDB1EEB585D4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2BD17-1216-2B8F-F0FB-9A386921F119}"/>
              </a:ext>
            </a:extLst>
          </p:cNvPr>
          <p:cNvSpPr txBox="1"/>
          <p:nvPr/>
        </p:nvSpPr>
        <p:spPr>
          <a:xfrm>
            <a:off x="0" y="1157287"/>
            <a:ext cx="11230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 two classical binary linear codes to obtain a quantum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C149B4-7C07-ABD8-BCF9-548DAA22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1" y="2671136"/>
            <a:ext cx="3294995" cy="9953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9159431-F9C7-3D26-3432-5E00336660C8}"/>
              </a:ext>
            </a:extLst>
          </p:cNvPr>
          <p:cNvSpPr/>
          <p:nvPr/>
        </p:nvSpPr>
        <p:spPr>
          <a:xfrm>
            <a:off x="1533558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48261A-3912-B8F2-960C-ECCE6B83ECB9}"/>
              </a:ext>
            </a:extLst>
          </p:cNvPr>
          <p:cNvSpPr/>
          <p:nvPr/>
        </p:nvSpPr>
        <p:spPr>
          <a:xfrm>
            <a:off x="2891571" y="4661860"/>
            <a:ext cx="528310" cy="5283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/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AE34B4-236C-A4C8-E6CD-8DB014413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1" y="2671136"/>
                <a:ext cx="426847" cy="430887"/>
              </a:xfrm>
              <a:prstGeom prst="rect">
                <a:avLst/>
              </a:prstGeom>
              <a:blipFill>
                <a:blip r:embed="rId4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/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7EB35B-19CC-4437-FE46-445594297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70" y="3168817"/>
                <a:ext cx="426847" cy="430887"/>
              </a:xfrm>
              <a:prstGeom prst="rect">
                <a:avLst/>
              </a:prstGeom>
              <a:blipFill>
                <a:blip r:embed="rId5"/>
                <a:stretch>
                  <a:fillRect l="-11429" r="-857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/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2D5973-80C6-971E-D49E-BAA01934C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8" y="3666499"/>
                <a:ext cx="460511" cy="430887"/>
              </a:xfrm>
              <a:prstGeom prst="rect">
                <a:avLst/>
              </a:prstGeom>
              <a:blipFill>
                <a:blip r:embed="rId6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/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535657-F47B-F317-CACA-B6A9E8CA8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868" y="3666499"/>
                <a:ext cx="460511" cy="430887"/>
              </a:xfrm>
              <a:prstGeom prst="rect">
                <a:avLst/>
              </a:prstGeom>
              <a:blipFill>
                <a:blip r:embed="rId7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/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FFD8D1-EDA6-83DA-1885-9DEBA7862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15" y="3666498"/>
                <a:ext cx="460511" cy="430887"/>
              </a:xfrm>
              <a:prstGeom prst="rect">
                <a:avLst/>
              </a:prstGeom>
              <a:blipFill>
                <a:blip r:embed="rId8"/>
                <a:stretch>
                  <a:fillRect l="-13514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/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DEDD3E-B46A-C34F-D6B8-AAFA3C5D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855" y="3666497"/>
                <a:ext cx="460511" cy="430887"/>
              </a:xfrm>
              <a:prstGeom prst="rect">
                <a:avLst/>
              </a:prstGeom>
              <a:blipFill>
                <a:blip r:embed="rId9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/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7DB974-EB5D-5A22-CE39-0B2A5908E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4684837"/>
                <a:ext cx="426847" cy="430887"/>
              </a:xfrm>
              <a:prstGeom prst="rect">
                <a:avLst/>
              </a:prstGeom>
              <a:blipFill>
                <a:blip r:embed="rId10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/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74945D-E637-BE1C-C1F0-CC9EC6DE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034" y="4661859"/>
                <a:ext cx="426847" cy="430887"/>
              </a:xfrm>
              <a:prstGeom prst="rect">
                <a:avLst/>
              </a:prstGeom>
              <a:blipFill>
                <a:blip r:embed="rId11"/>
                <a:stretch>
                  <a:fillRect l="-11429" r="-857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B59DFCA-CAFE-B877-835A-FCDCF850FC09}"/>
              </a:ext>
            </a:extLst>
          </p:cNvPr>
          <p:cNvSpPr/>
          <p:nvPr/>
        </p:nvSpPr>
        <p:spPr>
          <a:xfrm>
            <a:off x="155825" y="5823787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381999-0784-2C41-D6DB-4E602D71BED1}"/>
              </a:ext>
            </a:extLst>
          </p:cNvPr>
          <p:cNvSpPr/>
          <p:nvPr/>
        </p:nvSpPr>
        <p:spPr>
          <a:xfrm>
            <a:off x="1552689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BA7A35-E582-52F8-4ED1-9C83645FC416}"/>
              </a:ext>
            </a:extLst>
          </p:cNvPr>
          <p:cNvSpPr/>
          <p:nvPr/>
        </p:nvSpPr>
        <p:spPr>
          <a:xfrm>
            <a:off x="2949553" y="5823789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F26DA31-C19C-3C4E-F8E2-7F766EC15F9B}"/>
              </a:ext>
            </a:extLst>
          </p:cNvPr>
          <p:cNvSpPr/>
          <p:nvPr/>
        </p:nvSpPr>
        <p:spPr>
          <a:xfrm>
            <a:off x="4346417" y="5823788"/>
            <a:ext cx="528637" cy="52863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/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9BEBD-B2EF-4BCD-31FD-1F4066E4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51" y="5823787"/>
                <a:ext cx="460511" cy="430887"/>
              </a:xfrm>
              <a:prstGeom prst="rect">
                <a:avLst/>
              </a:prstGeom>
              <a:blipFill>
                <a:blip r:embed="rId12"/>
                <a:stretch>
                  <a:fillRect l="-10811" r="-10811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/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CA6590-BD00-AE61-5E28-C85BF375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21" y="5823786"/>
                <a:ext cx="460511" cy="430887"/>
              </a:xfrm>
              <a:prstGeom prst="rect">
                <a:avLst/>
              </a:prstGeom>
              <a:blipFill>
                <a:blip r:embed="rId13"/>
                <a:stretch>
                  <a:fillRect l="-10526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/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3E6893-7C0B-3DD7-4BDC-EA57A5EF9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473" y="5823787"/>
                <a:ext cx="460511" cy="430887"/>
              </a:xfrm>
              <a:prstGeom prst="rect">
                <a:avLst/>
              </a:prstGeom>
              <a:blipFill>
                <a:blip r:embed="rId14"/>
                <a:stretch>
                  <a:fillRect l="-10811" r="-810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/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2FB5FA-38CF-04CB-EB7F-63F39253C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543" y="5823786"/>
                <a:ext cx="460511" cy="430887"/>
              </a:xfrm>
              <a:prstGeom prst="rect">
                <a:avLst/>
              </a:prstGeom>
              <a:blipFill>
                <a:blip r:embed="rId15"/>
                <a:stretch>
                  <a:fillRect l="-10811" r="-8108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EFD3FB-CE80-8E61-E376-590EFF97B0BA}"/>
              </a:ext>
            </a:extLst>
          </p:cNvPr>
          <p:cNvCxnSpPr>
            <a:stCxn id="25" idx="0"/>
            <a:endCxn id="11" idx="2"/>
          </p:cNvCxnSpPr>
          <p:nvPr/>
        </p:nvCxnSpPr>
        <p:spPr>
          <a:xfrm flipV="1">
            <a:off x="454207" y="5190170"/>
            <a:ext cx="1343506" cy="633617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A596FC-E52B-857B-E666-9F8643C62B15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1797713" y="5190170"/>
            <a:ext cx="67564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E3A1E3-5157-B95D-B488-A032DF85D757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797713" y="5190170"/>
            <a:ext cx="1436016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928B3C-AF33-9C72-E454-6780AFC37138}"/>
              </a:ext>
            </a:extLst>
          </p:cNvPr>
          <p:cNvCxnSpPr>
            <a:stCxn id="12" idx="2"/>
            <a:endCxn id="26" idx="0"/>
          </p:cNvCxnSpPr>
          <p:nvPr/>
        </p:nvCxnSpPr>
        <p:spPr>
          <a:xfrm flipH="1">
            <a:off x="1865277" y="5190170"/>
            <a:ext cx="1290449" cy="633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CB5410-FCFE-2A72-A23A-DF1565A568AC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3155726" y="5190170"/>
            <a:ext cx="78003" cy="6336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F0ADBB-0904-66D1-2176-33B688F8534D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>
            <a:off x="3155726" y="5190170"/>
            <a:ext cx="1455010" cy="6336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7234406-F14A-04A0-9692-BC57378D84DA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E20076F-B446-4DB2-DA52-E48975FEFF33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76CC9C3-C4BF-CCD5-AF49-386E67D159FF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F641857-062A-8BF4-72E7-BB4B13ACC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C5C6702-32D1-2015-F956-01EE22C99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E08F0A0-7D52-DFA2-DFA3-3742F33E6D8F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A665DE8-1251-6090-58EE-FD30BDA6FF5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E5A01DB-1292-34B4-1780-E0F62EE7099F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8B56C7-BA6A-D904-B334-348B35BF604B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1791E-1443-4D89-433B-B98166B9D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CA13D19-DD0E-B631-72D2-6EFC496A1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111879DC-BE66-8552-2959-24426D81E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46B5EE-D61F-1D91-7A00-C988A0B1D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51D2EDA-74D5-A2D8-832A-F5B837ED05A6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A57A6FF-D286-8A7B-E5B0-5F9B39C8A22E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DA27EA6-A67E-9AD4-46CA-03439B0DF8A8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0ACC81F-92AD-62CE-3B90-4597ACEF2ABC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21AF0FDA-D82F-FD80-645E-E56FE4F3EA2D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3AB6DDF8-157D-B3AC-0075-A4330C77B15A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3E43AF0-D878-EEB4-CA33-D8D065868166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A727AF-3D43-0CBB-CC72-EC4A4328E562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740814A-B27D-7BB7-0E72-07CA6DF85ABF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2368720-98C7-C568-4D4D-0C651B787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20A8D57-44C9-E9FB-BB62-C8CB67A41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3270EE-83CB-9FC0-163D-28E9E7C8A93A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0F8DB19-3B9C-BD1A-39C7-DEEBA09E441B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980402B-58A4-C57E-EFE4-CB9E7D33FAEE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5493633-EE15-E97C-BD31-9CE683E4512C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AAE9CF65-0B44-9B7C-8909-B82E3D427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9B98FCD-36C3-DD32-3E16-290E7D36C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B0BCB23-4ED6-265A-483D-B6057DD00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2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F889A24E-43D5-6352-7B45-22D791638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DFC812C-5943-12A2-21C2-C6D7B2C96D49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54B229F-DAA2-27A4-A769-F6E1BEEB1BB0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3BA30FD-F412-7F9C-E1F3-8F78CBD0BA71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2784227-0731-E0AC-8CBC-AEBF9F5E34BC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FB915C93-4D72-C0B8-3C8D-80B9D8281A58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8ABF63B4-3222-EAC9-94C5-58AC3BD269DE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DDA6169-345A-004B-1A12-97AE170401BA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9C4D219-09D2-FC0C-ADD9-93E83D9F646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9025FB04-3C89-5C90-FEA7-0A4EF8852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622146CD-3EC0-FAF8-F24B-49AC7C6D03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42F239C-280C-FBB2-4F88-B36893BFD0B7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30C0251-1144-6B65-F447-A982F4AFD4F1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CC0057E-2361-D69A-1507-45C8926C4ECF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6281B4A-15AC-5C31-C89A-0ADF438B81DD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975F7DEA-B0EB-ADC8-92D8-2FB0FEDC6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EA80855-67C2-42AD-05A9-2CB67F283E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8E6BE77-6652-523E-E1BE-736AE9510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32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256542D3-42B7-C3F3-6930-0308A93A9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8F7C8A1-5C9B-C072-AFA4-4DB18F37FD8D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32DCE7B-A16F-6231-9929-EF5916633939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294F99C-7307-6F43-577B-5609F720BEF6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5847E00-5422-30AE-4635-2E569F446B1C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20219599-E2F8-2DB0-1B0C-D611CA1CA56E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3C901E1B-E046-5B76-7C2C-445376D0B4ED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5336FC7F-47DA-4A68-C895-1C8ACAFEBED8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4C8F2DD-3FC3-C1F8-1C68-9102C1B184AF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EEF87F2A-D5AE-EAE4-7D6D-0AF3DE173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441E9DB-2F28-9DF7-7E92-AF3A1EF4A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638DB001-1191-F116-BE76-59D1DCF6B72F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4384BBD-E90E-4629-8F35-7F3F7F8C8CBE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5F48401-B287-B97D-632F-BC2B6848C66C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0E488CC2-7223-DAD6-5B1E-017AA6A57DD1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2147067D-5894-D3B7-5592-EBCCB5BE0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B4280AEA-D1D9-9AFC-667A-CAD958337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68B9A88-AD28-11B2-D3E4-8097382F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3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F223EDDF-0CFF-763D-4144-91948144B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2BE1A09-249D-D9FD-AFAC-2672F911CFE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7BC6774-9432-3602-A9A5-56BAE1CB0D4E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5C2433A-2ECC-4404-56F7-0D32FF2C5B5C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BD581E-4676-ADC5-CDCC-48D601AC7D07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B94F525F-FBC0-F96F-57D7-D3B11EE1350F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4B4E8D4E-6DC0-2FB4-0B9C-29AD0024BA15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6508DAA-0660-8320-4996-12DB759FA46F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42C0816-F09B-D2F3-60CF-725C17737FA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C6738778-AD06-C5A3-202D-DDE2ECAAB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A455993-65AA-0AA3-BFED-EF6AC067F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733649B-5F46-E428-2E24-4653C86580F7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FBCC32A0-F701-F7E0-7E4B-65CD149B92A4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743E560-6A64-829E-FECC-F6A7F9D67188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8C3D7274-6114-835D-CEC1-BA1D88B9E8F7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5FA0FAF3-C5FE-781E-14A1-D11B3162B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42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F3A0D3AD-A21B-BBDC-7E8D-02AEE6D0C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4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88FF811-4197-16EE-530F-1DF6FD489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4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82DC8038-5764-16A6-9DEB-FED75FC73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45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3AB3DA1-4959-DF89-5B4E-3202DC09CDB9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0386A6C-22EF-536F-8C81-6883B196A2C2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9CCE705-64CE-A877-E74B-46AE9238B239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FA47C4D0-C5D8-2302-C800-47FD46384EE4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C1A3042D-7205-6C0C-1508-FD137DDA75F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79044894-16C4-9D6D-EC33-B0D68BF0ECDE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F6C090A-2C2E-22F4-E04B-FFDC92AB6A23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9C3C2C0-A51A-A816-AD3F-7F4A71BEA64F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5A2A032D-6009-D526-94A9-A45ADA9AC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46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709D90-E00C-B476-3D13-6264DA357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47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59A031F-ACB4-B293-1AE5-C46953AF11D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4216B60C-A0B0-76CA-DEE5-214C64C8551A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27102D9-2685-8B6E-7255-AE766D8EE2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B80179A-FC1A-4D0C-C18B-E6DD54A47775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BC571BB-4060-7691-B0A4-1C6F0D658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48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E77D5CA-4241-F0AF-8833-8082EBF04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49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789A52C-509E-7D4A-731C-642E25E9B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60ED9759-C546-D90C-736E-B748016D7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51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156CD90-E259-1331-5129-6DE1047F58EE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E4E18FF-32C3-65E3-818D-745F326FE4E3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3ADC416-9BDB-D1B6-37EA-5E88D43D33A6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39EC710-E875-9A9A-2BE1-FB530C97385E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2C626D77-19B1-5C85-3D1B-30A898CB6749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66E051E3-F51C-C95B-4463-E99F5656A9FB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EDF44F3-68D4-490E-BAC8-BB7EEC876EC0}"/>
              </a:ext>
            </a:extLst>
          </p:cNvPr>
          <p:cNvSpPr/>
          <p:nvPr/>
        </p:nvSpPr>
        <p:spPr>
          <a:xfrm rot="16200000">
            <a:off x="5876305" y="5528943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8797914-01E0-E508-A514-D66A686BC85A}"/>
              </a:ext>
            </a:extLst>
          </p:cNvPr>
          <p:cNvSpPr/>
          <p:nvPr/>
        </p:nvSpPr>
        <p:spPr>
          <a:xfrm rot="16200000">
            <a:off x="5844092" y="3045940"/>
            <a:ext cx="370010" cy="37001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/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C85B6DA-56CC-D8C1-68A1-8FC8863D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9199" y="5552140"/>
                <a:ext cx="298949" cy="252555"/>
              </a:xfrm>
              <a:prstGeom prst="rect">
                <a:avLst/>
              </a:prstGeom>
              <a:blipFill>
                <a:blip r:embed="rId52"/>
                <a:stretch>
                  <a:fillRect t="-4167" r="-30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/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6414AEA-C340-BD37-0819-7280BDECD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45436" y="3093678"/>
                <a:ext cx="249866" cy="252555"/>
              </a:xfrm>
              <a:prstGeom prst="rect">
                <a:avLst/>
              </a:prstGeom>
              <a:blipFill>
                <a:blip r:embed="rId53"/>
                <a:stretch>
                  <a:fillRect t="-14286" r="-23810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Oval 220">
            <a:extLst>
              <a:ext uri="{FF2B5EF4-FFF2-40B4-BE49-F238E27FC236}">
                <a16:creationId xmlns:a16="http://schemas.microsoft.com/office/drawing/2014/main" id="{40224387-B796-8AEC-0C32-8A1A6A57CDA6}"/>
              </a:ext>
            </a:extLst>
          </p:cNvPr>
          <p:cNvSpPr/>
          <p:nvPr/>
        </p:nvSpPr>
        <p:spPr>
          <a:xfrm rot="16200000">
            <a:off x="5903751" y="6386083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195349D-5FB5-EDD8-AA47-9BA9CF024637}"/>
              </a:ext>
            </a:extLst>
          </p:cNvPr>
          <p:cNvSpPr/>
          <p:nvPr/>
        </p:nvSpPr>
        <p:spPr>
          <a:xfrm rot="16200000">
            <a:off x="5861440" y="4675289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248FE32-8CDC-45C7-B055-0D62E0B0225C}"/>
              </a:ext>
            </a:extLst>
          </p:cNvPr>
          <p:cNvSpPr/>
          <p:nvPr/>
        </p:nvSpPr>
        <p:spPr>
          <a:xfrm rot="16200000">
            <a:off x="5873730" y="3860500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80A7CBB9-7A72-834D-CB91-2E9B070DF81A}"/>
              </a:ext>
            </a:extLst>
          </p:cNvPr>
          <p:cNvSpPr/>
          <p:nvPr/>
        </p:nvSpPr>
        <p:spPr>
          <a:xfrm rot="16200000">
            <a:off x="5806491" y="2222075"/>
            <a:ext cx="370239" cy="37023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/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D439F1EC-0D6B-5EBD-D050-A1125450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07847" y="6421069"/>
                <a:ext cx="322526" cy="252555"/>
              </a:xfrm>
              <a:prstGeom prst="rect">
                <a:avLst/>
              </a:prstGeom>
              <a:blipFill>
                <a:blip r:embed="rId54"/>
                <a:stretch>
                  <a:fillRect t="-4000" r="-30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/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B3FC389B-85EB-437B-F895-C713E693B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52507" y="4700324"/>
                <a:ext cx="322526" cy="252555"/>
              </a:xfrm>
              <a:prstGeom prst="rect">
                <a:avLst/>
              </a:prstGeom>
              <a:blipFill>
                <a:blip r:embed="rId55"/>
                <a:stretch>
                  <a:fillRect t="-3846" r="-28571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/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1312B6C-97AB-81A6-FF47-E1DFCBDF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64797" y="3905435"/>
                <a:ext cx="322526" cy="252555"/>
              </a:xfrm>
              <a:prstGeom prst="rect">
                <a:avLst/>
              </a:prstGeom>
              <a:blipFill>
                <a:blip r:embed="rId56"/>
                <a:stretch>
                  <a:fillRect t="-3704" r="-28571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/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0951DBEA-AC27-6CEE-E8BD-DC8017989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4388" y="2257835"/>
                <a:ext cx="268867" cy="252555"/>
              </a:xfrm>
              <a:prstGeom prst="rect">
                <a:avLst/>
              </a:prstGeom>
              <a:blipFill>
                <a:blip r:embed="rId57"/>
                <a:stretch>
                  <a:fillRect t="-13636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81ED275-24FE-0B23-9C9F-47369AE7D621}"/>
              </a:ext>
            </a:extLst>
          </p:cNvPr>
          <p:cNvCxnSpPr>
            <a:cxnSpLocks/>
            <a:stCxn id="225" idx="3"/>
            <a:endCxn id="217" idx="1"/>
          </p:cNvCxnSpPr>
          <p:nvPr/>
        </p:nvCxnSpPr>
        <p:spPr>
          <a:xfrm rot="16200000" flipV="1">
            <a:off x="5821645" y="6138618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6FA6C1AE-2BE7-9BF2-B091-92D4D2A48220}"/>
              </a:ext>
            </a:extLst>
          </p:cNvPr>
          <p:cNvCxnSpPr>
            <a:cxnSpLocks/>
            <a:stCxn id="219" idx="3"/>
            <a:endCxn id="222" idx="2"/>
          </p:cNvCxnSpPr>
          <p:nvPr/>
        </p:nvCxnSpPr>
        <p:spPr>
          <a:xfrm rot="16200000">
            <a:off x="5790910" y="5273292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5F148D6-3E82-1C26-0B34-84C015F1DCFA}"/>
              </a:ext>
            </a:extLst>
          </p:cNvPr>
          <p:cNvCxnSpPr>
            <a:cxnSpLocks/>
            <a:stCxn id="227" idx="3"/>
            <a:endCxn id="218" idx="1"/>
          </p:cNvCxnSpPr>
          <p:nvPr/>
        </p:nvCxnSpPr>
        <p:spPr>
          <a:xfrm rot="16200000">
            <a:off x="5800329" y="3641681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F202A03-3ACE-A7E5-8AE3-E74A7EB2F492}"/>
              </a:ext>
            </a:extLst>
          </p:cNvPr>
          <p:cNvCxnSpPr>
            <a:stCxn id="220" idx="3"/>
            <a:endCxn id="224" idx="2"/>
          </p:cNvCxnSpPr>
          <p:nvPr/>
        </p:nvCxnSpPr>
        <p:spPr>
          <a:xfrm rot="16200000">
            <a:off x="5729636" y="2833047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urved Connector 232">
            <a:extLst>
              <a:ext uri="{FF2B5EF4-FFF2-40B4-BE49-F238E27FC236}">
                <a16:creationId xmlns:a16="http://schemas.microsoft.com/office/drawing/2014/main" id="{B20727AF-3924-6BA4-5818-C640649A6F29}"/>
              </a:ext>
            </a:extLst>
          </p:cNvPr>
          <p:cNvCxnSpPr>
            <a:cxnSpLocks/>
            <a:stCxn id="217" idx="0"/>
            <a:endCxn id="227" idx="0"/>
          </p:cNvCxnSpPr>
          <p:nvPr/>
        </p:nvCxnSpPr>
        <p:spPr>
          <a:xfrm rot="10800000" flipH="1">
            <a:off x="5876305" y="4031713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urved Connector 233">
            <a:extLst>
              <a:ext uri="{FF2B5EF4-FFF2-40B4-BE49-F238E27FC236}">
                <a16:creationId xmlns:a16="http://schemas.microsoft.com/office/drawing/2014/main" id="{13504AA8-2B07-6517-6153-245199CB8FCA}"/>
              </a:ext>
            </a:extLst>
          </p:cNvPr>
          <p:cNvCxnSpPr>
            <a:stCxn id="222" idx="0"/>
            <a:endCxn id="220" idx="0"/>
          </p:cNvCxnSpPr>
          <p:nvPr/>
        </p:nvCxnSpPr>
        <p:spPr>
          <a:xfrm flipH="1" flipV="1">
            <a:off x="5844091" y="3219955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1AA4E65-BF66-AA7F-F21B-DF16A2FA01FE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A1FECB-C9F2-AF08-C4BC-068F74B5BA93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FDEF08-1AC6-ACFD-8801-7A7A2C786348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54654-4462-4E1D-778E-3F9586C39DA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28B55E-B9DC-5299-A572-EB863463BE7C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9AE5A-D1BD-EC70-2B39-5E6CF90D5FAD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AC1B72-6BA4-8461-776E-E1EC3E8CF0FF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4CF23B-ABA7-9B28-F298-5AB374075B5C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E787447-0E23-5780-B310-F4D0C2857859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D03086-F9D3-3132-9908-E4808D55C117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DB3484-5DBE-76A9-86A5-844C71E0CD4A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83EEB0-D1BA-7F5F-FC89-FA7CC9DDD14A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6849BF-445C-531E-9A27-0A548F35ED61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B82EFDF-DDEB-8B91-FE10-F06B1BEEA6E0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89AE51B-6F5D-73EB-CC81-FC81493F2AD9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F893CB2-3805-40C4-1AA0-72618390292D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43AD83-4C44-23F7-829E-0A6990B4E83D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154B5D-87F5-0BAC-E69C-6765E97A0D23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4FD4015-DEDB-393E-1F8C-194D00E20743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948DD48-CE51-328E-517E-8D5B2D010231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022FCAD-449F-AB15-B402-0ED150C1845C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7D66B0-5781-BDDC-A030-D71D62C50967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CB7AFAC-10D5-CD95-741C-9020FDC285D7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1C8D2F-4A02-D746-D601-10854C24BFB5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4036EE4-3F0A-F656-E52D-47BE3372E9F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884343-FB1A-9165-CCD8-293B45C73AD1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9166A8F-EF2D-07E8-C43D-8E09FC6458D5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8C01DFB-C69A-A18B-B41E-0C35D22C3D3A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CFE6EE5-30AB-6D43-67B5-CAA7FEAA8C72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86CB95-3E15-7013-AAFD-A46894B3C35C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1E8E2C0-E0EF-16FE-8A05-C0B6A8EEC902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018E1CA-5586-73BD-0A08-0CC549A1F318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C057C6A-9C91-385D-D4D2-DCB283917282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21AF693-3EBC-AE21-B2B4-E585B668B7D5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C09A8D9C-9F6A-ED9F-10D5-7D362BBA7745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2582472-8FFA-2369-1187-3C7669555137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DD5D11-6C3F-A6B8-39D9-E19F4919E3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F8F844-C310-277A-DB4A-B3891BE77EAB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302DD6B-F3DF-4A39-839D-4C8EAE9AA505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0889E12-CF3E-96FE-9BF9-71C6E54625B6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6828937E-8F52-ECB1-D6A6-D031C754C7AA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8C629DCB-595F-06C7-E8A2-7F25668CE9FD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4612B58-43FC-4ED9-35A8-39A1164CE19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83361A2-55CE-72DD-60F3-36103A10F4DA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F33B392-6244-8FAB-BDDD-ED142E048507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91D4382-89B7-4391-589C-3D0884E3F208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B4439B77-FA14-FDF8-34EA-E48027F37600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BA00A4CB-F66A-EA1A-4311-3F8E59009DF0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9D357FA-4A99-9751-0937-D9D793C90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3082491-15A5-B01B-C32F-1CC9836A014C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3DAD5A4-3797-D9F5-246C-12E991E0AF08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314CA08-8F2D-81C2-FE77-4E085F169C16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A1913E32-8AC5-5C6F-5080-55B69ED9506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8A659ADB-5B56-E0AB-075D-75B802B4E372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23133C8-4E3C-9C42-94BF-667DD4CC445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4E65EC-FD86-02B1-5F56-13B1A2B06A4D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D17AA06-9D01-A38F-4BDC-CA7A2924EC18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2C12FBD-E07D-5CDB-9228-CBAA14F3C099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CA5FC818-8148-FBE0-2EA8-B00C3CDBA5A2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9893BA73-8488-7983-1045-3F7E333A1DDA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AB60E5C-4983-0A88-2DC6-F9689D607EE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A20F85E9-19F7-4FCE-9989-77E366E22140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9D25821-706D-367C-52C8-0DC9C6012F08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C371435-C7C6-5A5B-78A9-6B5B36EB873C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C1A233D9-A832-E2DF-E745-B210CFC9E0C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5493773B-844E-22CD-945D-6714C5573856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CE130DB-CBE6-745B-ED0A-D0423CE3AF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EB3C0E1-6169-4FF7-7FCC-666E3C62785A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807AF7-0704-7258-E2D2-08126C37B072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3FF9E2F-0AE7-06B5-EAA4-F6C21764896A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BC5814AE-0008-1ED2-C52B-8B77DC3AA0C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F03CB3C6-E875-DDB1-CE7C-F88DE9174219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01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0006-B9E7-74BE-A093-CAE489D9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C122E8F2-EC57-E345-DD76-E50BC635C00E}"/>
              </a:ext>
            </a:extLst>
          </p:cNvPr>
          <p:cNvSpPr/>
          <p:nvPr/>
        </p:nvSpPr>
        <p:spPr>
          <a:xfrm>
            <a:off x="241751" y="4024758"/>
            <a:ext cx="1176898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7196CA3F-B76E-1F2F-392B-24F90CB44103}"/>
              </a:ext>
            </a:extLst>
          </p:cNvPr>
          <p:cNvSpPr/>
          <p:nvPr/>
        </p:nvSpPr>
        <p:spPr>
          <a:xfrm>
            <a:off x="2322799" y="4024758"/>
            <a:ext cx="1176898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26B19C0F-CC45-D6C2-F6F0-05C82F6C3CF5}"/>
              </a:ext>
            </a:extLst>
          </p:cNvPr>
          <p:cNvSpPr/>
          <p:nvPr/>
        </p:nvSpPr>
        <p:spPr>
          <a:xfrm>
            <a:off x="1530946" y="5304454"/>
            <a:ext cx="4120055" cy="45322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7007A245-7D24-2DDF-9E7F-0DE4285793EB}"/>
              </a:ext>
            </a:extLst>
          </p:cNvPr>
          <p:cNvSpPr/>
          <p:nvPr/>
        </p:nvSpPr>
        <p:spPr>
          <a:xfrm>
            <a:off x="1555346" y="4826164"/>
            <a:ext cx="4120055" cy="4532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0B06BFDC-11EE-2CCE-D3D3-3DDE65B2B350}"/>
              </a:ext>
            </a:extLst>
          </p:cNvPr>
          <p:cNvSpPr/>
          <p:nvPr/>
        </p:nvSpPr>
        <p:spPr>
          <a:xfrm>
            <a:off x="6327228" y="1783227"/>
            <a:ext cx="5654566" cy="5074773"/>
          </a:xfrm>
          <a:custGeom>
            <a:avLst/>
            <a:gdLst>
              <a:gd name="csX0" fmla="*/ 0 w 5654566"/>
              <a:gd name="csY0" fmla="*/ 320320 h 5074773"/>
              <a:gd name="csX1" fmla="*/ 320320 w 5654566"/>
              <a:gd name="csY1" fmla="*/ 0 h 5074773"/>
              <a:gd name="csX2" fmla="*/ 727005 w 5654566"/>
              <a:gd name="csY2" fmla="*/ 0 h 5074773"/>
              <a:gd name="csX3" fmla="*/ 1284108 w 5654566"/>
              <a:gd name="csY3" fmla="*/ 0 h 5074773"/>
              <a:gd name="csX4" fmla="*/ 1941489 w 5654566"/>
              <a:gd name="csY4" fmla="*/ 0 h 5074773"/>
              <a:gd name="csX5" fmla="*/ 2548732 w 5654566"/>
              <a:gd name="csY5" fmla="*/ 0 h 5074773"/>
              <a:gd name="csX6" fmla="*/ 3055695 w 5654566"/>
              <a:gd name="csY6" fmla="*/ 0 h 5074773"/>
              <a:gd name="csX7" fmla="*/ 3662937 w 5654566"/>
              <a:gd name="csY7" fmla="*/ 0 h 5074773"/>
              <a:gd name="csX8" fmla="*/ 4119762 w 5654566"/>
              <a:gd name="csY8" fmla="*/ 0 h 5074773"/>
              <a:gd name="csX9" fmla="*/ 4676865 w 5654566"/>
              <a:gd name="csY9" fmla="*/ 0 h 5074773"/>
              <a:gd name="csX10" fmla="*/ 5334246 w 5654566"/>
              <a:gd name="csY10" fmla="*/ 0 h 5074773"/>
              <a:gd name="csX11" fmla="*/ 5654566 w 5654566"/>
              <a:gd name="csY11" fmla="*/ 320320 h 5074773"/>
              <a:gd name="csX12" fmla="*/ 5654566 w 5654566"/>
              <a:gd name="csY12" fmla="*/ 918928 h 5074773"/>
              <a:gd name="csX13" fmla="*/ 5654566 w 5654566"/>
              <a:gd name="csY13" fmla="*/ 1428853 h 5074773"/>
              <a:gd name="csX14" fmla="*/ 5654566 w 5654566"/>
              <a:gd name="csY14" fmla="*/ 1894437 h 5074773"/>
              <a:gd name="csX15" fmla="*/ 5654566 w 5654566"/>
              <a:gd name="csY15" fmla="*/ 2448704 h 5074773"/>
              <a:gd name="csX16" fmla="*/ 5654566 w 5654566"/>
              <a:gd name="csY16" fmla="*/ 3047312 h 5074773"/>
              <a:gd name="csX17" fmla="*/ 5654566 w 5654566"/>
              <a:gd name="csY17" fmla="*/ 3690261 h 5074773"/>
              <a:gd name="csX18" fmla="*/ 5654566 w 5654566"/>
              <a:gd name="csY18" fmla="*/ 4754453 h 5074773"/>
              <a:gd name="csX19" fmla="*/ 5334246 w 5654566"/>
              <a:gd name="csY19" fmla="*/ 5074773 h 5074773"/>
              <a:gd name="csX20" fmla="*/ 4927561 w 5654566"/>
              <a:gd name="csY20" fmla="*/ 5074773 h 5074773"/>
              <a:gd name="csX21" fmla="*/ 4320319 w 5654566"/>
              <a:gd name="csY21" fmla="*/ 5074773 h 5074773"/>
              <a:gd name="csX22" fmla="*/ 3813355 w 5654566"/>
              <a:gd name="csY22" fmla="*/ 5074773 h 5074773"/>
              <a:gd name="csX23" fmla="*/ 3356531 w 5654566"/>
              <a:gd name="csY23" fmla="*/ 5074773 h 5074773"/>
              <a:gd name="csX24" fmla="*/ 2949846 w 5654566"/>
              <a:gd name="csY24" fmla="*/ 5074773 h 5074773"/>
              <a:gd name="csX25" fmla="*/ 2493021 w 5654566"/>
              <a:gd name="csY25" fmla="*/ 5074773 h 5074773"/>
              <a:gd name="csX26" fmla="*/ 2036197 w 5654566"/>
              <a:gd name="csY26" fmla="*/ 5074773 h 5074773"/>
              <a:gd name="csX27" fmla="*/ 1479094 w 5654566"/>
              <a:gd name="csY27" fmla="*/ 5074773 h 5074773"/>
              <a:gd name="csX28" fmla="*/ 921991 w 5654566"/>
              <a:gd name="csY28" fmla="*/ 5074773 h 5074773"/>
              <a:gd name="csX29" fmla="*/ 320320 w 5654566"/>
              <a:gd name="csY29" fmla="*/ 5074773 h 5074773"/>
              <a:gd name="csX30" fmla="*/ 0 w 5654566"/>
              <a:gd name="csY30" fmla="*/ 4754453 h 5074773"/>
              <a:gd name="csX31" fmla="*/ 0 w 5654566"/>
              <a:gd name="csY31" fmla="*/ 4111504 h 5074773"/>
              <a:gd name="csX32" fmla="*/ 0 w 5654566"/>
              <a:gd name="csY32" fmla="*/ 3645920 h 5074773"/>
              <a:gd name="csX33" fmla="*/ 0 w 5654566"/>
              <a:gd name="csY33" fmla="*/ 3047312 h 5074773"/>
              <a:gd name="csX34" fmla="*/ 0 w 5654566"/>
              <a:gd name="csY34" fmla="*/ 2404363 h 5074773"/>
              <a:gd name="csX35" fmla="*/ 0 w 5654566"/>
              <a:gd name="csY35" fmla="*/ 1983120 h 5074773"/>
              <a:gd name="csX36" fmla="*/ 0 w 5654566"/>
              <a:gd name="csY36" fmla="*/ 1340171 h 5074773"/>
              <a:gd name="csX37" fmla="*/ 0 w 5654566"/>
              <a:gd name="csY37" fmla="*/ 320320 h 507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5654566" h="5074773" fill="none" extrusionOk="0">
                <a:moveTo>
                  <a:pt x="0" y="320320"/>
                </a:moveTo>
                <a:cubicBezTo>
                  <a:pt x="-25623" y="146484"/>
                  <a:pt x="167879" y="25699"/>
                  <a:pt x="320320" y="0"/>
                </a:cubicBezTo>
                <a:cubicBezTo>
                  <a:pt x="437692" y="-8630"/>
                  <a:pt x="603489" y="17761"/>
                  <a:pt x="727005" y="0"/>
                </a:cubicBezTo>
                <a:cubicBezTo>
                  <a:pt x="850521" y="-17761"/>
                  <a:pt x="1126813" y="46373"/>
                  <a:pt x="1284108" y="0"/>
                </a:cubicBezTo>
                <a:cubicBezTo>
                  <a:pt x="1441403" y="-46373"/>
                  <a:pt x="1724824" y="60749"/>
                  <a:pt x="1941489" y="0"/>
                </a:cubicBezTo>
                <a:cubicBezTo>
                  <a:pt x="2158154" y="-60749"/>
                  <a:pt x="2308009" y="22753"/>
                  <a:pt x="2548732" y="0"/>
                </a:cubicBezTo>
                <a:cubicBezTo>
                  <a:pt x="2789455" y="-22753"/>
                  <a:pt x="2811804" y="25786"/>
                  <a:pt x="3055695" y="0"/>
                </a:cubicBezTo>
                <a:cubicBezTo>
                  <a:pt x="3299586" y="-25786"/>
                  <a:pt x="3454289" y="2161"/>
                  <a:pt x="3662937" y="0"/>
                </a:cubicBezTo>
                <a:cubicBezTo>
                  <a:pt x="3871585" y="-2161"/>
                  <a:pt x="3950837" y="6403"/>
                  <a:pt x="4119762" y="0"/>
                </a:cubicBezTo>
                <a:cubicBezTo>
                  <a:pt x="4288687" y="-6403"/>
                  <a:pt x="4428450" y="9850"/>
                  <a:pt x="4676865" y="0"/>
                </a:cubicBezTo>
                <a:cubicBezTo>
                  <a:pt x="4925280" y="-9850"/>
                  <a:pt x="5054514" y="55816"/>
                  <a:pt x="5334246" y="0"/>
                </a:cubicBezTo>
                <a:cubicBezTo>
                  <a:pt x="5526056" y="-23200"/>
                  <a:pt x="5680453" y="123041"/>
                  <a:pt x="5654566" y="320320"/>
                </a:cubicBezTo>
                <a:cubicBezTo>
                  <a:pt x="5666403" y="459802"/>
                  <a:pt x="5597737" y="743866"/>
                  <a:pt x="5654566" y="918928"/>
                </a:cubicBezTo>
                <a:cubicBezTo>
                  <a:pt x="5711395" y="1093990"/>
                  <a:pt x="5635746" y="1286215"/>
                  <a:pt x="5654566" y="1428853"/>
                </a:cubicBezTo>
                <a:cubicBezTo>
                  <a:pt x="5673386" y="1571491"/>
                  <a:pt x="5618238" y="1764606"/>
                  <a:pt x="5654566" y="1894437"/>
                </a:cubicBezTo>
                <a:cubicBezTo>
                  <a:pt x="5690894" y="2024268"/>
                  <a:pt x="5636101" y="2321914"/>
                  <a:pt x="5654566" y="2448704"/>
                </a:cubicBezTo>
                <a:cubicBezTo>
                  <a:pt x="5673031" y="2575494"/>
                  <a:pt x="5590949" y="2791403"/>
                  <a:pt x="5654566" y="3047312"/>
                </a:cubicBezTo>
                <a:cubicBezTo>
                  <a:pt x="5718183" y="3303221"/>
                  <a:pt x="5584996" y="3514555"/>
                  <a:pt x="5654566" y="3690261"/>
                </a:cubicBezTo>
                <a:cubicBezTo>
                  <a:pt x="5724136" y="3865967"/>
                  <a:pt x="5643687" y="4346759"/>
                  <a:pt x="5654566" y="4754453"/>
                </a:cubicBezTo>
                <a:cubicBezTo>
                  <a:pt x="5657357" y="4936787"/>
                  <a:pt x="5528111" y="5069999"/>
                  <a:pt x="5334246" y="5074773"/>
                </a:cubicBezTo>
                <a:cubicBezTo>
                  <a:pt x="5191983" y="5106450"/>
                  <a:pt x="5058917" y="5052948"/>
                  <a:pt x="4927561" y="5074773"/>
                </a:cubicBezTo>
                <a:cubicBezTo>
                  <a:pt x="4796205" y="5096598"/>
                  <a:pt x="4477397" y="5060143"/>
                  <a:pt x="4320319" y="5074773"/>
                </a:cubicBezTo>
                <a:cubicBezTo>
                  <a:pt x="4163241" y="5089403"/>
                  <a:pt x="3967964" y="5073290"/>
                  <a:pt x="3813355" y="5074773"/>
                </a:cubicBezTo>
                <a:cubicBezTo>
                  <a:pt x="3658746" y="5076256"/>
                  <a:pt x="3472079" y="5072548"/>
                  <a:pt x="3356531" y="5074773"/>
                </a:cubicBezTo>
                <a:cubicBezTo>
                  <a:pt x="3240983" y="5076998"/>
                  <a:pt x="3094389" y="5027182"/>
                  <a:pt x="2949846" y="5074773"/>
                </a:cubicBezTo>
                <a:cubicBezTo>
                  <a:pt x="2805304" y="5122364"/>
                  <a:pt x="2675811" y="5040487"/>
                  <a:pt x="2493021" y="5074773"/>
                </a:cubicBezTo>
                <a:cubicBezTo>
                  <a:pt x="2310232" y="5109059"/>
                  <a:pt x="2198673" y="5040369"/>
                  <a:pt x="2036197" y="5074773"/>
                </a:cubicBezTo>
                <a:cubicBezTo>
                  <a:pt x="1873721" y="5109177"/>
                  <a:pt x="1643433" y="5052641"/>
                  <a:pt x="1479094" y="5074773"/>
                </a:cubicBezTo>
                <a:cubicBezTo>
                  <a:pt x="1314755" y="5096905"/>
                  <a:pt x="1162144" y="5023427"/>
                  <a:pt x="921991" y="5074773"/>
                </a:cubicBezTo>
                <a:cubicBezTo>
                  <a:pt x="681838" y="5126119"/>
                  <a:pt x="552979" y="5073980"/>
                  <a:pt x="320320" y="5074773"/>
                </a:cubicBezTo>
                <a:cubicBezTo>
                  <a:pt x="103749" y="5084163"/>
                  <a:pt x="-20820" y="4950901"/>
                  <a:pt x="0" y="4754453"/>
                </a:cubicBezTo>
                <a:cubicBezTo>
                  <a:pt x="-27856" y="4617299"/>
                  <a:pt x="25517" y="4393383"/>
                  <a:pt x="0" y="4111504"/>
                </a:cubicBezTo>
                <a:cubicBezTo>
                  <a:pt x="-25517" y="3829625"/>
                  <a:pt x="19399" y="3863544"/>
                  <a:pt x="0" y="3645920"/>
                </a:cubicBezTo>
                <a:cubicBezTo>
                  <a:pt x="-19399" y="3428296"/>
                  <a:pt x="2559" y="3288293"/>
                  <a:pt x="0" y="3047312"/>
                </a:cubicBezTo>
                <a:cubicBezTo>
                  <a:pt x="-2559" y="2806331"/>
                  <a:pt x="12342" y="2596144"/>
                  <a:pt x="0" y="2404363"/>
                </a:cubicBezTo>
                <a:cubicBezTo>
                  <a:pt x="-12342" y="2212582"/>
                  <a:pt x="23237" y="2178903"/>
                  <a:pt x="0" y="1983120"/>
                </a:cubicBezTo>
                <a:cubicBezTo>
                  <a:pt x="-23237" y="1787337"/>
                  <a:pt x="48309" y="1503350"/>
                  <a:pt x="0" y="1340171"/>
                </a:cubicBezTo>
                <a:cubicBezTo>
                  <a:pt x="-48309" y="1176992"/>
                  <a:pt x="83732" y="657622"/>
                  <a:pt x="0" y="320320"/>
                </a:cubicBezTo>
                <a:close/>
              </a:path>
              <a:path w="5654566" h="5074773" stroke="0" extrusionOk="0">
                <a:moveTo>
                  <a:pt x="0" y="320320"/>
                </a:moveTo>
                <a:cubicBezTo>
                  <a:pt x="-42447" y="117229"/>
                  <a:pt x="96587" y="17574"/>
                  <a:pt x="320320" y="0"/>
                </a:cubicBezTo>
                <a:cubicBezTo>
                  <a:pt x="574755" y="-3432"/>
                  <a:pt x="746614" y="49996"/>
                  <a:pt x="977701" y="0"/>
                </a:cubicBezTo>
                <a:cubicBezTo>
                  <a:pt x="1208788" y="-49996"/>
                  <a:pt x="1234160" y="13133"/>
                  <a:pt x="1484665" y="0"/>
                </a:cubicBezTo>
                <a:cubicBezTo>
                  <a:pt x="1735170" y="-13133"/>
                  <a:pt x="1713130" y="31631"/>
                  <a:pt x="1941489" y="0"/>
                </a:cubicBezTo>
                <a:cubicBezTo>
                  <a:pt x="2169848" y="-31631"/>
                  <a:pt x="2378380" y="12478"/>
                  <a:pt x="2548732" y="0"/>
                </a:cubicBezTo>
                <a:cubicBezTo>
                  <a:pt x="2719084" y="-12478"/>
                  <a:pt x="2931009" y="7753"/>
                  <a:pt x="3055695" y="0"/>
                </a:cubicBezTo>
                <a:cubicBezTo>
                  <a:pt x="3180381" y="-7753"/>
                  <a:pt x="3499929" y="21286"/>
                  <a:pt x="3713077" y="0"/>
                </a:cubicBezTo>
                <a:cubicBezTo>
                  <a:pt x="3926225" y="-21286"/>
                  <a:pt x="3942610" y="23159"/>
                  <a:pt x="4169901" y="0"/>
                </a:cubicBezTo>
                <a:cubicBezTo>
                  <a:pt x="4397192" y="-23159"/>
                  <a:pt x="4640142" y="32651"/>
                  <a:pt x="4827282" y="0"/>
                </a:cubicBezTo>
                <a:cubicBezTo>
                  <a:pt x="5014422" y="-32651"/>
                  <a:pt x="5176210" y="60339"/>
                  <a:pt x="5334246" y="0"/>
                </a:cubicBezTo>
                <a:cubicBezTo>
                  <a:pt x="5496822" y="-820"/>
                  <a:pt x="5669773" y="101710"/>
                  <a:pt x="5654566" y="320320"/>
                </a:cubicBezTo>
                <a:cubicBezTo>
                  <a:pt x="5677785" y="611575"/>
                  <a:pt x="5635707" y="716959"/>
                  <a:pt x="5654566" y="918928"/>
                </a:cubicBezTo>
                <a:cubicBezTo>
                  <a:pt x="5673425" y="1120897"/>
                  <a:pt x="5620875" y="1371779"/>
                  <a:pt x="5654566" y="1561877"/>
                </a:cubicBezTo>
                <a:cubicBezTo>
                  <a:pt x="5688257" y="1751975"/>
                  <a:pt x="5605601" y="1937129"/>
                  <a:pt x="5654566" y="2204827"/>
                </a:cubicBezTo>
                <a:cubicBezTo>
                  <a:pt x="5703531" y="2472525"/>
                  <a:pt x="5636429" y="2547615"/>
                  <a:pt x="5654566" y="2670410"/>
                </a:cubicBezTo>
                <a:cubicBezTo>
                  <a:pt x="5672703" y="2793205"/>
                  <a:pt x="5611337" y="3038514"/>
                  <a:pt x="5654566" y="3224677"/>
                </a:cubicBezTo>
                <a:cubicBezTo>
                  <a:pt x="5697795" y="3410840"/>
                  <a:pt x="5615783" y="3553047"/>
                  <a:pt x="5654566" y="3867626"/>
                </a:cubicBezTo>
                <a:cubicBezTo>
                  <a:pt x="5693349" y="4182205"/>
                  <a:pt x="5587560" y="4333427"/>
                  <a:pt x="5654566" y="4754453"/>
                </a:cubicBezTo>
                <a:cubicBezTo>
                  <a:pt x="5638414" y="4960242"/>
                  <a:pt x="5516912" y="5079052"/>
                  <a:pt x="5334246" y="5074773"/>
                </a:cubicBezTo>
                <a:cubicBezTo>
                  <a:pt x="5157563" y="5120288"/>
                  <a:pt x="5091663" y="5071321"/>
                  <a:pt x="4877422" y="5074773"/>
                </a:cubicBezTo>
                <a:cubicBezTo>
                  <a:pt x="4663181" y="5078225"/>
                  <a:pt x="4508846" y="5047990"/>
                  <a:pt x="4320319" y="5074773"/>
                </a:cubicBezTo>
                <a:cubicBezTo>
                  <a:pt x="4131792" y="5101556"/>
                  <a:pt x="4017072" y="5059596"/>
                  <a:pt x="3863494" y="5074773"/>
                </a:cubicBezTo>
                <a:cubicBezTo>
                  <a:pt x="3709917" y="5089950"/>
                  <a:pt x="3467350" y="5009844"/>
                  <a:pt x="3306391" y="5074773"/>
                </a:cubicBezTo>
                <a:cubicBezTo>
                  <a:pt x="3145432" y="5139702"/>
                  <a:pt x="3017962" y="5052290"/>
                  <a:pt x="2899706" y="5074773"/>
                </a:cubicBezTo>
                <a:cubicBezTo>
                  <a:pt x="2781450" y="5097256"/>
                  <a:pt x="2657468" y="5031094"/>
                  <a:pt x="2493021" y="5074773"/>
                </a:cubicBezTo>
                <a:cubicBezTo>
                  <a:pt x="2328575" y="5118452"/>
                  <a:pt x="2162859" y="5069729"/>
                  <a:pt x="1935918" y="5074773"/>
                </a:cubicBezTo>
                <a:cubicBezTo>
                  <a:pt x="1708977" y="5079817"/>
                  <a:pt x="1596486" y="5038789"/>
                  <a:pt x="1479094" y="5074773"/>
                </a:cubicBezTo>
                <a:cubicBezTo>
                  <a:pt x="1361702" y="5110757"/>
                  <a:pt x="1153230" y="5047943"/>
                  <a:pt x="871852" y="5074773"/>
                </a:cubicBezTo>
                <a:cubicBezTo>
                  <a:pt x="590474" y="5101603"/>
                  <a:pt x="558219" y="5040126"/>
                  <a:pt x="320320" y="5074773"/>
                </a:cubicBezTo>
                <a:cubicBezTo>
                  <a:pt x="131513" y="5111871"/>
                  <a:pt x="-14960" y="4884249"/>
                  <a:pt x="0" y="4754453"/>
                </a:cubicBezTo>
                <a:cubicBezTo>
                  <a:pt x="-13721" y="4535129"/>
                  <a:pt x="32409" y="4387091"/>
                  <a:pt x="0" y="4200186"/>
                </a:cubicBezTo>
                <a:cubicBezTo>
                  <a:pt x="-32409" y="4013281"/>
                  <a:pt x="53392" y="3912853"/>
                  <a:pt x="0" y="3734602"/>
                </a:cubicBezTo>
                <a:cubicBezTo>
                  <a:pt x="-53392" y="3556351"/>
                  <a:pt x="26190" y="3461580"/>
                  <a:pt x="0" y="3313360"/>
                </a:cubicBezTo>
                <a:cubicBezTo>
                  <a:pt x="-26190" y="3165140"/>
                  <a:pt x="52838" y="3076940"/>
                  <a:pt x="0" y="2847776"/>
                </a:cubicBezTo>
                <a:cubicBezTo>
                  <a:pt x="-52838" y="2618612"/>
                  <a:pt x="46334" y="2525764"/>
                  <a:pt x="0" y="2249168"/>
                </a:cubicBezTo>
                <a:cubicBezTo>
                  <a:pt x="-46334" y="1972572"/>
                  <a:pt x="8785" y="1998550"/>
                  <a:pt x="0" y="1783584"/>
                </a:cubicBezTo>
                <a:cubicBezTo>
                  <a:pt x="-8785" y="1568618"/>
                  <a:pt x="38171" y="1448513"/>
                  <a:pt x="0" y="1362341"/>
                </a:cubicBezTo>
                <a:cubicBezTo>
                  <a:pt x="-38171" y="1276169"/>
                  <a:pt x="54327" y="1125417"/>
                  <a:pt x="0" y="896757"/>
                </a:cubicBezTo>
                <a:cubicBezTo>
                  <a:pt x="-54327" y="668097"/>
                  <a:pt x="65639" y="446076"/>
                  <a:pt x="0" y="320320"/>
                </a:cubicBezTo>
                <a:close/>
              </a:path>
            </a:pathLst>
          </a:custGeom>
          <a:solidFill>
            <a:srgbClr val="FFFD78">
              <a:alpha val="21000"/>
            </a:srgb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2F526-EFD6-2F8B-D387-AF2AC5648517}"/>
              </a:ext>
            </a:extLst>
          </p:cNvPr>
          <p:cNvSpPr txBox="1"/>
          <p:nvPr/>
        </p:nvSpPr>
        <p:spPr>
          <a:xfrm>
            <a:off x="2744703" y="0"/>
            <a:ext cx="67458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Hypergraph Product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E9155-622F-D660-4D42-2390AF0DA191}"/>
              </a:ext>
            </a:extLst>
          </p:cNvPr>
          <p:cNvSpPr txBox="1"/>
          <p:nvPr/>
        </p:nvSpPr>
        <p:spPr>
          <a:xfrm>
            <a:off x="3830649" y="2102966"/>
            <a:ext cx="103823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qubits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2393547-CA44-1985-57CC-B2E463B1BF98}"/>
              </a:ext>
            </a:extLst>
          </p:cNvPr>
          <p:cNvGrpSpPr/>
          <p:nvPr/>
        </p:nvGrpSpPr>
        <p:grpSpPr>
          <a:xfrm>
            <a:off x="6663808" y="2068350"/>
            <a:ext cx="4973096" cy="512746"/>
            <a:chOff x="6663808" y="2068350"/>
            <a:chExt cx="4973096" cy="5127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BE0AD3-5906-31DB-A2FD-2D0D5F76FA19}"/>
                </a:ext>
              </a:extLst>
            </p:cNvPr>
            <p:cNvSpPr/>
            <p:nvPr/>
          </p:nvSpPr>
          <p:spPr>
            <a:xfrm>
              <a:off x="7604158" y="21449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B14E3D6-4576-BF3B-6D04-CADACD50F52B}"/>
                </a:ext>
              </a:extLst>
            </p:cNvPr>
            <p:cNvSpPr/>
            <p:nvPr/>
          </p:nvSpPr>
          <p:spPr>
            <a:xfrm>
              <a:off x="10327479" y="210959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/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66034AE-0F06-E1C4-5A52-AAC12267DA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2097" y="2162569"/>
                  <a:ext cx="327883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/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6C17A41-C6C5-CEDF-052E-1F18196D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418" y="2109589"/>
                  <a:ext cx="2740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C03C7B6-F349-63A3-EE9E-504CEBCEF244}"/>
                </a:ext>
              </a:extLst>
            </p:cNvPr>
            <p:cNvSpPr/>
            <p:nvPr/>
          </p:nvSpPr>
          <p:spPr>
            <a:xfrm>
              <a:off x="6663808" y="21750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B267044-D735-D776-77CE-656347CA1885}"/>
                </a:ext>
              </a:extLst>
            </p:cNvPr>
            <p:cNvSpPr/>
            <p:nvPr/>
          </p:nvSpPr>
          <p:spPr>
            <a:xfrm>
              <a:off x="8540182" y="212861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97CC92-4887-E76D-6F8A-1CD6F20F9E3C}"/>
                </a:ext>
              </a:extLst>
            </p:cNvPr>
            <p:cNvSpPr/>
            <p:nvPr/>
          </p:nvSpPr>
          <p:spPr>
            <a:xfrm>
              <a:off x="9433830" y="21420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7B2665F-FBE3-F918-04E5-B53EDABF63DD}"/>
                </a:ext>
              </a:extLst>
            </p:cNvPr>
            <p:cNvSpPr/>
            <p:nvPr/>
          </p:nvSpPr>
          <p:spPr>
            <a:xfrm>
              <a:off x="11230831" y="20683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/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0DAC3C9-5B05-3158-DEB0-79604E367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139" y="2217887"/>
                  <a:ext cx="353742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/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5F8E98-A56B-71EC-3151-59729CA73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426" y="2157191"/>
                  <a:ext cx="353742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/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BE287EF-3EA7-19E1-7956-15616FECE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249" y="2170670"/>
                  <a:ext cx="3537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/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B6491B4-0D07-7AFB-626C-C1A57523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738" y="2096924"/>
                  <a:ext cx="2948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333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552AD-57DE-A696-616E-500FBB7F1125}"/>
                </a:ext>
              </a:extLst>
            </p:cNvPr>
            <p:cNvCxnSpPr>
              <a:cxnSpLocks/>
              <a:stCxn id="49" idx="3"/>
              <a:endCxn id="41" idx="1"/>
            </p:cNvCxnSpPr>
            <p:nvPr/>
          </p:nvCxnSpPr>
          <p:spPr>
            <a:xfrm flipV="1">
              <a:off x="7069881" y="23478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DD1CD5-8F91-3055-71E3-6733BAF33D23}"/>
                </a:ext>
              </a:extLst>
            </p:cNvPr>
            <p:cNvCxnSpPr>
              <a:cxnSpLocks/>
              <a:stCxn id="43" idx="3"/>
              <a:endCxn id="46" idx="2"/>
            </p:cNvCxnSpPr>
            <p:nvPr/>
          </p:nvCxnSpPr>
          <p:spPr>
            <a:xfrm>
              <a:off x="8009980" y="2301069"/>
              <a:ext cx="530202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161BDD5-56EF-0869-7EB2-57AD0CE1F8BB}"/>
                </a:ext>
              </a:extLst>
            </p:cNvPr>
            <p:cNvCxnSpPr>
              <a:cxnSpLocks/>
              <a:stCxn id="51" idx="3"/>
              <a:endCxn id="42" idx="1"/>
            </p:cNvCxnSpPr>
            <p:nvPr/>
          </p:nvCxnSpPr>
          <p:spPr>
            <a:xfrm>
              <a:off x="9828991" y="2309170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D380568-1D70-874A-9C2F-9D2CA944FB89}"/>
                </a:ext>
              </a:extLst>
            </p:cNvPr>
            <p:cNvCxnSpPr>
              <a:stCxn id="44" idx="3"/>
              <a:endCxn id="48" idx="2"/>
            </p:cNvCxnSpPr>
            <p:nvPr/>
          </p:nvCxnSpPr>
          <p:spPr>
            <a:xfrm>
              <a:off x="10679467" y="2248089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urved Connector 81">
              <a:extLst>
                <a:ext uri="{FF2B5EF4-FFF2-40B4-BE49-F238E27FC236}">
                  <a16:creationId xmlns:a16="http://schemas.microsoft.com/office/drawing/2014/main" id="{80BF71D1-F4A7-3A9B-EA8C-4B5A761D637A}"/>
                </a:ext>
              </a:extLst>
            </p:cNvPr>
            <p:cNvCxnSpPr>
              <a:cxnSpLocks/>
              <a:stCxn id="41" idx="0"/>
              <a:endCxn id="51" idx="0"/>
            </p:cNvCxnSpPr>
            <p:nvPr/>
          </p:nvCxnSpPr>
          <p:spPr>
            <a:xfrm rot="16200000" flipH="1">
              <a:off x="8716719" y="1235270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D71FDA8C-5728-B6B4-9A64-361DCE47FEEE}"/>
                </a:ext>
              </a:extLst>
            </p:cNvPr>
            <p:cNvCxnSpPr>
              <a:stCxn id="46" idx="0"/>
              <a:endCxn id="44" idx="0"/>
            </p:cNvCxnSpPr>
            <p:nvPr/>
          </p:nvCxnSpPr>
          <p:spPr>
            <a:xfrm rot="5400000" flipH="1" flipV="1">
              <a:off x="9633317" y="1219491"/>
              <a:ext cx="19028" cy="1799224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12831AC5-B76F-8B20-6AF0-3CEC0BAD9A73}"/>
              </a:ext>
            </a:extLst>
          </p:cNvPr>
          <p:cNvGrpSpPr/>
          <p:nvPr/>
        </p:nvGrpSpPr>
        <p:grpSpPr>
          <a:xfrm>
            <a:off x="6674720" y="2908048"/>
            <a:ext cx="5007275" cy="3827772"/>
            <a:chOff x="6674720" y="2908048"/>
            <a:chExt cx="5007275" cy="382777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A577AD-10C3-48F9-5644-CFE848502615}"/>
                </a:ext>
              </a:extLst>
            </p:cNvPr>
            <p:cNvSpPr/>
            <p:nvPr/>
          </p:nvSpPr>
          <p:spPr>
            <a:xfrm>
              <a:off x="7615070" y="298461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676CBFE-03BC-2BAF-8834-DAFEC6A835AD}"/>
                </a:ext>
              </a:extLst>
            </p:cNvPr>
            <p:cNvSpPr/>
            <p:nvPr/>
          </p:nvSpPr>
          <p:spPr>
            <a:xfrm>
              <a:off x="10338391" y="2949288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/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23107AD1-698B-6DA2-D82E-7FD1A35DA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002268"/>
                  <a:ext cx="3278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/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B7FA1D8-F5B3-7D17-498F-72F8473C0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2949288"/>
                  <a:ext cx="27404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224C722-7AF2-B2B0-A1A4-F5316091ECC1}"/>
                </a:ext>
              </a:extLst>
            </p:cNvPr>
            <p:cNvSpPr/>
            <p:nvPr/>
          </p:nvSpPr>
          <p:spPr>
            <a:xfrm>
              <a:off x="6674720" y="3014721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382CFB7-CCEB-24F2-3FA0-9E7702BBD41A}"/>
                </a:ext>
              </a:extLst>
            </p:cNvPr>
            <p:cNvSpPr/>
            <p:nvPr/>
          </p:nvSpPr>
          <p:spPr>
            <a:xfrm>
              <a:off x="8551095" y="2968315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3593247-356D-EA94-9994-AC6C5E25B75A}"/>
                </a:ext>
              </a:extLst>
            </p:cNvPr>
            <p:cNvSpPr/>
            <p:nvPr/>
          </p:nvSpPr>
          <p:spPr>
            <a:xfrm>
              <a:off x="9444742" y="298179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D7A2E8E-09A2-9657-EFDC-C0936D898A90}"/>
                </a:ext>
              </a:extLst>
            </p:cNvPr>
            <p:cNvSpPr/>
            <p:nvPr/>
          </p:nvSpPr>
          <p:spPr>
            <a:xfrm>
              <a:off x="11241743" y="290804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/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9A25222-73F6-BCE4-A94C-5A98D3C99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057585"/>
                  <a:ext cx="35374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/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C76CBE3-2FAC-1A3B-A257-DA7D0C9FC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2996889"/>
                  <a:ext cx="35374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448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/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3DAAFADB-728F-44FA-6C84-061C1B7C1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010369"/>
                  <a:ext cx="35374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/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159CBA6C-5826-09F8-CC25-E8A2A25DB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2936622"/>
                  <a:ext cx="29488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500" r="-833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E4A3688-EC11-7F3C-8C41-E72A384A5EA7}"/>
                </a:ext>
              </a:extLst>
            </p:cNvPr>
            <p:cNvCxnSpPr>
              <a:cxnSpLocks/>
              <a:stCxn id="96" idx="3"/>
              <a:endCxn id="88" idx="1"/>
            </p:cNvCxnSpPr>
            <p:nvPr/>
          </p:nvCxnSpPr>
          <p:spPr>
            <a:xfrm flipV="1">
              <a:off x="7080793" y="3187529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B1B1106-E223-C2D6-D566-E958E6976FD4}"/>
                </a:ext>
              </a:extLst>
            </p:cNvPr>
            <p:cNvCxnSpPr>
              <a:cxnSpLocks/>
              <a:stCxn id="90" idx="3"/>
              <a:endCxn id="93" idx="2"/>
            </p:cNvCxnSpPr>
            <p:nvPr/>
          </p:nvCxnSpPr>
          <p:spPr>
            <a:xfrm>
              <a:off x="8020892" y="3140768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C5C462B-FB5E-7AE8-E153-FCC77DAE74E5}"/>
                </a:ext>
              </a:extLst>
            </p:cNvPr>
            <p:cNvCxnSpPr>
              <a:cxnSpLocks/>
              <a:stCxn id="98" idx="3"/>
              <a:endCxn id="89" idx="1"/>
            </p:cNvCxnSpPr>
            <p:nvPr/>
          </p:nvCxnSpPr>
          <p:spPr>
            <a:xfrm>
              <a:off x="9839903" y="3148869"/>
              <a:ext cx="498488" cy="3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893B541-B3A4-6A63-93A1-CFBC6B82B12E}"/>
                </a:ext>
              </a:extLst>
            </p:cNvPr>
            <p:cNvCxnSpPr>
              <a:stCxn id="91" idx="3"/>
              <a:endCxn id="95" idx="2"/>
            </p:cNvCxnSpPr>
            <p:nvPr/>
          </p:nvCxnSpPr>
          <p:spPr>
            <a:xfrm>
              <a:off x="10690379" y="3087788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E69D1D40-457B-4CED-6D33-1A79131B9C7F}"/>
                </a:ext>
              </a:extLst>
            </p:cNvPr>
            <p:cNvCxnSpPr>
              <a:cxnSpLocks/>
              <a:stCxn id="88" idx="0"/>
              <a:endCxn id="98" idx="0"/>
            </p:cNvCxnSpPr>
            <p:nvPr/>
          </p:nvCxnSpPr>
          <p:spPr>
            <a:xfrm rot="16200000" flipH="1">
              <a:off x="8727630" y="2074968"/>
              <a:ext cx="25751" cy="1845051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urved Connector 104">
              <a:extLst>
                <a:ext uri="{FF2B5EF4-FFF2-40B4-BE49-F238E27FC236}">
                  <a16:creationId xmlns:a16="http://schemas.microsoft.com/office/drawing/2014/main" id="{A2B7F05E-1D6E-9002-4C38-F2CDE3854FD6}"/>
                </a:ext>
              </a:extLst>
            </p:cNvPr>
            <p:cNvCxnSpPr>
              <a:stCxn id="93" idx="0"/>
              <a:endCxn id="91" idx="0"/>
            </p:cNvCxnSpPr>
            <p:nvPr/>
          </p:nvCxnSpPr>
          <p:spPr>
            <a:xfrm rot="5400000" flipH="1" flipV="1">
              <a:off x="9644230" y="2059191"/>
              <a:ext cx="19027" cy="1799223"/>
            </a:xfrm>
            <a:prstGeom prst="curvedConnector3">
              <a:avLst>
                <a:gd name="adj1" fmla="val 130145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210DC2D-0835-DE0C-44AB-9018B2929065}"/>
                </a:ext>
              </a:extLst>
            </p:cNvPr>
            <p:cNvSpPr/>
            <p:nvPr/>
          </p:nvSpPr>
          <p:spPr>
            <a:xfrm>
              <a:off x="7615070" y="381817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CF620A7-5B44-99B4-D468-C917061EBB88}"/>
                </a:ext>
              </a:extLst>
            </p:cNvPr>
            <p:cNvSpPr/>
            <p:nvPr/>
          </p:nvSpPr>
          <p:spPr>
            <a:xfrm>
              <a:off x="10338391" y="3782846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/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FB0F0C21-64B6-E20F-9074-93F57D0C9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3835826"/>
                  <a:ext cx="32788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/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F2E647E-9530-2354-73CF-A425E6E6A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3782845"/>
                  <a:ext cx="27404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636" r="-909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67EE961A-D595-21A3-BAB0-1BAD74E7FE92}"/>
                </a:ext>
              </a:extLst>
            </p:cNvPr>
            <p:cNvSpPr/>
            <p:nvPr/>
          </p:nvSpPr>
          <p:spPr>
            <a:xfrm>
              <a:off x="6674720" y="3848279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1CC7438-708B-F916-76DB-D709CF4A8F79}"/>
                </a:ext>
              </a:extLst>
            </p:cNvPr>
            <p:cNvSpPr/>
            <p:nvPr/>
          </p:nvSpPr>
          <p:spPr>
            <a:xfrm>
              <a:off x="8551095" y="380187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A823391-ADD2-DABB-9B49-4AA148FC8D1E}"/>
                </a:ext>
              </a:extLst>
            </p:cNvPr>
            <p:cNvSpPr/>
            <p:nvPr/>
          </p:nvSpPr>
          <p:spPr>
            <a:xfrm>
              <a:off x="9444742" y="381535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461E580E-CD77-19D2-DF81-8ACB653B6EA4}"/>
                </a:ext>
              </a:extLst>
            </p:cNvPr>
            <p:cNvSpPr/>
            <p:nvPr/>
          </p:nvSpPr>
          <p:spPr>
            <a:xfrm>
              <a:off x="11241743" y="374160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/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FC50B18F-CC1D-F78B-58C5-C55089851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1" y="3891143"/>
                  <a:ext cx="353742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/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DDA7522-5BD5-685F-6F4F-7946FC4A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3830447"/>
                  <a:ext cx="35374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/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69D7EB3-4926-3F69-3C3F-8DABA330FF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3843926"/>
                  <a:ext cx="353742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/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A41CFC-0AD5-30B8-D98F-1492D3C5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3770180"/>
                  <a:ext cx="294889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C765EEE-5CA0-E2A0-566E-D9DE86E76BB0}"/>
                </a:ext>
              </a:extLst>
            </p:cNvPr>
            <p:cNvCxnSpPr>
              <a:cxnSpLocks/>
              <a:stCxn id="150" idx="3"/>
              <a:endCxn id="142" idx="1"/>
            </p:cNvCxnSpPr>
            <p:nvPr/>
          </p:nvCxnSpPr>
          <p:spPr>
            <a:xfrm flipV="1">
              <a:off x="7080793" y="4021087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BD2F6F0-A362-D5B3-DA0E-67F0A935A73D}"/>
                </a:ext>
              </a:extLst>
            </p:cNvPr>
            <p:cNvCxnSpPr>
              <a:cxnSpLocks/>
              <a:stCxn id="144" idx="3"/>
              <a:endCxn id="147" idx="2"/>
            </p:cNvCxnSpPr>
            <p:nvPr/>
          </p:nvCxnSpPr>
          <p:spPr>
            <a:xfrm>
              <a:off x="8020892" y="3974326"/>
              <a:ext cx="530203" cy="30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7204EBA-009E-2E40-EFCF-B6071237CBCB}"/>
                </a:ext>
              </a:extLst>
            </p:cNvPr>
            <p:cNvCxnSpPr>
              <a:cxnSpLocks/>
              <a:stCxn id="152" idx="3"/>
              <a:endCxn id="143" idx="1"/>
            </p:cNvCxnSpPr>
            <p:nvPr/>
          </p:nvCxnSpPr>
          <p:spPr>
            <a:xfrm>
              <a:off x="9839903" y="3982426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4C1040F-8110-1171-783B-E1A1FF9C0ADA}"/>
                </a:ext>
              </a:extLst>
            </p:cNvPr>
            <p:cNvCxnSpPr>
              <a:stCxn id="145" idx="3"/>
              <a:endCxn id="149" idx="2"/>
            </p:cNvCxnSpPr>
            <p:nvPr/>
          </p:nvCxnSpPr>
          <p:spPr>
            <a:xfrm>
              <a:off x="10690379" y="3921345"/>
              <a:ext cx="551364" cy="232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urved Connector 157">
              <a:extLst>
                <a:ext uri="{FF2B5EF4-FFF2-40B4-BE49-F238E27FC236}">
                  <a16:creationId xmlns:a16="http://schemas.microsoft.com/office/drawing/2014/main" id="{8D11CEAB-4948-6EA2-BAE4-CC38A3721755}"/>
                </a:ext>
              </a:extLst>
            </p:cNvPr>
            <p:cNvCxnSpPr>
              <a:cxnSpLocks/>
              <a:stCxn id="142" idx="0"/>
              <a:endCxn id="152" idx="0"/>
            </p:cNvCxnSpPr>
            <p:nvPr/>
          </p:nvCxnSpPr>
          <p:spPr>
            <a:xfrm rot="16200000" flipH="1">
              <a:off x="8727631" y="2908526"/>
              <a:ext cx="25750" cy="1845051"/>
            </a:xfrm>
            <a:prstGeom prst="curvedConnector3">
              <a:avLst>
                <a:gd name="adj1" fmla="val -88776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urved Connector 158">
              <a:extLst>
                <a:ext uri="{FF2B5EF4-FFF2-40B4-BE49-F238E27FC236}">
                  <a16:creationId xmlns:a16="http://schemas.microsoft.com/office/drawing/2014/main" id="{2C66D515-DF5B-69EB-C504-770A169492F9}"/>
                </a:ext>
              </a:extLst>
            </p:cNvPr>
            <p:cNvCxnSpPr>
              <a:stCxn id="147" idx="0"/>
              <a:endCxn id="145" idx="0"/>
            </p:cNvCxnSpPr>
            <p:nvPr/>
          </p:nvCxnSpPr>
          <p:spPr>
            <a:xfrm rot="5400000" flipH="1" flipV="1">
              <a:off x="9644229" y="2892748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7CDCC56-7A9E-25F9-5D62-E5442E298FCB}"/>
                </a:ext>
              </a:extLst>
            </p:cNvPr>
            <p:cNvSpPr/>
            <p:nvPr/>
          </p:nvSpPr>
          <p:spPr>
            <a:xfrm>
              <a:off x="7625983" y="465787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01E2439-23AB-C87E-E439-2889D8C9F643}"/>
                </a:ext>
              </a:extLst>
            </p:cNvPr>
            <p:cNvSpPr/>
            <p:nvPr/>
          </p:nvSpPr>
          <p:spPr>
            <a:xfrm>
              <a:off x="10349303" y="462254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/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2F23C004-560A-80F9-FA4C-168B7442A9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921" y="4675524"/>
                  <a:ext cx="327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370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/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09437457-E16D-E7FB-5D67-9CE76E05E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242" y="4622544"/>
                  <a:ext cx="274049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3636" r="-909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A2866B9D-8AF7-B03D-DA04-36244CDE0C84}"/>
                </a:ext>
              </a:extLst>
            </p:cNvPr>
            <p:cNvSpPr/>
            <p:nvPr/>
          </p:nvSpPr>
          <p:spPr>
            <a:xfrm>
              <a:off x="6685633" y="468797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47EB201-959B-1DEB-01ED-5EEE6E08BC79}"/>
                </a:ext>
              </a:extLst>
            </p:cNvPr>
            <p:cNvSpPr/>
            <p:nvPr/>
          </p:nvSpPr>
          <p:spPr>
            <a:xfrm>
              <a:off x="8562007" y="464157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CD27792E-F947-79B1-3370-876BC79FE890}"/>
                </a:ext>
              </a:extLst>
            </p:cNvPr>
            <p:cNvSpPr/>
            <p:nvPr/>
          </p:nvSpPr>
          <p:spPr>
            <a:xfrm>
              <a:off x="9455655" y="46550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43BE54A-65C6-CB82-1955-405A7A586AD5}"/>
                </a:ext>
              </a:extLst>
            </p:cNvPr>
            <p:cNvSpPr/>
            <p:nvPr/>
          </p:nvSpPr>
          <p:spPr>
            <a:xfrm>
              <a:off x="11252655" y="458130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/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86EC6F02-5B7C-AAE3-8930-75106C03E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7964" y="4730841"/>
                  <a:ext cx="353742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/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B59F593-3F9B-B1C6-E0E6-19BF6CC70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250" y="4670145"/>
                  <a:ext cx="353742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/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FEA8515B-99C3-5F3B-FA2B-84E90D103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73" y="4683625"/>
                  <a:ext cx="353742" cy="276999"/>
                </a:xfrm>
                <a:prstGeom prst="rect">
                  <a:avLst/>
                </a:prstGeom>
                <a:blipFill>
                  <a:blip r:embed="rId2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/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7A048A32-2A8B-5BEC-CBFC-4182DA38D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562" y="4609879"/>
                  <a:ext cx="294889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D977662-5EC9-AF5A-6086-5448A73B1C87}"/>
                </a:ext>
              </a:extLst>
            </p:cNvPr>
            <p:cNvCxnSpPr>
              <a:cxnSpLocks/>
              <a:stCxn id="168" idx="3"/>
              <a:endCxn id="160" idx="1"/>
            </p:cNvCxnSpPr>
            <p:nvPr/>
          </p:nvCxnSpPr>
          <p:spPr>
            <a:xfrm flipV="1">
              <a:off x="7091706" y="486078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FC8F45E-4C19-97E8-CD89-4BD1313320EA}"/>
                </a:ext>
              </a:extLst>
            </p:cNvPr>
            <p:cNvCxnSpPr>
              <a:cxnSpLocks/>
              <a:stCxn id="162" idx="3"/>
              <a:endCxn id="165" idx="2"/>
            </p:cNvCxnSpPr>
            <p:nvPr/>
          </p:nvCxnSpPr>
          <p:spPr>
            <a:xfrm>
              <a:off x="8031804" y="481402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86D0F46-8617-3DD3-A613-5826A1BEE064}"/>
                </a:ext>
              </a:extLst>
            </p:cNvPr>
            <p:cNvCxnSpPr>
              <a:cxnSpLocks/>
              <a:stCxn id="170" idx="3"/>
              <a:endCxn id="161" idx="1"/>
            </p:cNvCxnSpPr>
            <p:nvPr/>
          </p:nvCxnSpPr>
          <p:spPr>
            <a:xfrm>
              <a:off x="9850815" y="482212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2DBFAD5-B7AC-2EA9-2FD7-EFD0CE1E8A7A}"/>
                </a:ext>
              </a:extLst>
            </p:cNvPr>
            <p:cNvCxnSpPr>
              <a:stCxn id="163" idx="3"/>
              <a:endCxn id="167" idx="2"/>
            </p:cNvCxnSpPr>
            <p:nvPr/>
          </p:nvCxnSpPr>
          <p:spPr>
            <a:xfrm>
              <a:off x="10701291" y="476104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urved Connector 175">
              <a:extLst>
                <a:ext uri="{FF2B5EF4-FFF2-40B4-BE49-F238E27FC236}">
                  <a16:creationId xmlns:a16="http://schemas.microsoft.com/office/drawing/2014/main" id="{982A0CEE-93A5-9055-8735-5124B645FC8B}"/>
                </a:ext>
              </a:extLst>
            </p:cNvPr>
            <p:cNvCxnSpPr>
              <a:cxnSpLocks/>
              <a:stCxn id="160" idx="0"/>
              <a:endCxn id="170" idx="0"/>
            </p:cNvCxnSpPr>
            <p:nvPr/>
          </p:nvCxnSpPr>
          <p:spPr>
            <a:xfrm rot="16200000" flipH="1">
              <a:off x="8738543" y="374822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urved Connector 176">
              <a:extLst>
                <a:ext uri="{FF2B5EF4-FFF2-40B4-BE49-F238E27FC236}">
                  <a16:creationId xmlns:a16="http://schemas.microsoft.com/office/drawing/2014/main" id="{5DD65637-F2A2-0453-E970-F4CA9F87D5BD}"/>
                </a:ext>
              </a:extLst>
            </p:cNvPr>
            <p:cNvCxnSpPr>
              <a:stCxn id="165" idx="0"/>
              <a:endCxn id="163" idx="0"/>
            </p:cNvCxnSpPr>
            <p:nvPr/>
          </p:nvCxnSpPr>
          <p:spPr>
            <a:xfrm rot="5400000" flipH="1" flipV="1">
              <a:off x="9655141" y="373244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B6B36D7-4B99-D591-7A13-F79821F8FC50}"/>
                </a:ext>
              </a:extLst>
            </p:cNvPr>
            <p:cNvSpPr/>
            <p:nvPr/>
          </p:nvSpPr>
          <p:spPr>
            <a:xfrm>
              <a:off x="7615071" y="5517520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D37CDE4-91BD-89E1-560D-9686F28B7563}"/>
                </a:ext>
              </a:extLst>
            </p:cNvPr>
            <p:cNvSpPr/>
            <p:nvPr/>
          </p:nvSpPr>
          <p:spPr>
            <a:xfrm>
              <a:off x="10338391" y="5482191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/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66BA5DF7-EB65-2FF4-4E90-ECD2C54EE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3009" y="5535170"/>
                  <a:ext cx="32788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3704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/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3267829-2005-BD6F-B659-A5C43DC09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330" y="5482190"/>
                  <a:ext cx="274049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7E353D5-77A1-07BC-0E13-29C935A9B008}"/>
                </a:ext>
              </a:extLst>
            </p:cNvPr>
            <p:cNvSpPr/>
            <p:nvPr/>
          </p:nvSpPr>
          <p:spPr>
            <a:xfrm>
              <a:off x="6674721" y="5547623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4B497955-8CD3-B160-ADFC-67E76345EFD7}"/>
                </a:ext>
              </a:extLst>
            </p:cNvPr>
            <p:cNvSpPr/>
            <p:nvPr/>
          </p:nvSpPr>
          <p:spPr>
            <a:xfrm>
              <a:off x="8551095" y="5501218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DCBFAD0-D90C-209E-34FD-F41A23B3EF27}"/>
                </a:ext>
              </a:extLst>
            </p:cNvPr>
            <p:cNvSpPr/>
            <p:nvPr/>
          </p:nvSpPr>
          <p:spPr>
            <a:xfrm>
              <a:off x="9444743" y="5514696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AACE8E41-EFD9-36DD-AE8C-E12B08056DE4}"/>
                </a:ext>
              </a:extLst>
            </p:cNvPr>
            <p:cNvSpPr/>
            <p:nvPr/>
          </p:nvSpPr>
          <p:spPr>
            <a:xfrm>
              <a:off x="11241743" y="544095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/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82A4F91C-08AE-B42A-82D9-5FE46C688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052" y="5590487"/>
                  <a:ext cx="353742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/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47F0EB2-A977-5DC6-5661-3503EFF48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4338" y="5529791"/>
                  <a:ext cx="353742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34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/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02A73E12-8407-62DE-C7BC-17E87486B7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161" y="5543271"/>
                  <a:ext cx="353742" cy="276999"/>
                </a:xfrm>
                <a:prstGeom prst="rect">
                  <a:avLst/>
                </a:prstGeom>
                <a:blipFill>
                  <a:blip r:embed="rId31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/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DA62127-6AD3-4750-7ED0-773EC1694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650" y="5469525"/>
                  <a:ext cx="294889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12500" r="-8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DB7584B-B596-7EFF-6AE0-DDBA966BCFCC}"/>
                </a:ext>
              </a:extLst>
            </p:cNvPr>
            <p:cNvCxnSpPr>
              <a:cxnSpLocks/>
              <a:stCxn id="187" idx="3"/>
              <a:endCxn id="179" idx="1"/>
            </p:cNvCxnSpPr>
            <p:nvPr/>
          </p:nvCxnSpPr>
          <p:spPr>
            <a:xfrm flipV="1">
              <a:off x="7080794" y="5720431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8FC87C-03F3-40A3-94BF-E8B065759D5F}"/>
                </a:ext>
              </a:extLst>
            </p:cNvPr>
            <p:cNvCxnSpPr>
              <a:cxnSpLocks/>
              <a:stCxn id="181" idx="3"/>
              <a:endCxn id="184" idx="2"/>
            </p:cNvCxnSpPr>
            <p:nvPr/>
          </p:nvCxnSpPr>
          <p:spPr>
            <a:xfrm>
              <a:off x="8020892" y="5673670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E9A236A-C7F4-40B7-64AF-26EF4A89769F}"/>
                </a:ext>
              </a:extLst>
            </p:cNvPr>
            <p:cNvCxnSpPr>
              <a:cxnSpLocks/>
              <a:stCxn id="189" idx="3"/>
              <a:endCxn id="180" idx="1"/>
            </p:cNvCxnSpPr>
            <p:nvPr/>
          </p:nvCxnSpPr>
          <p:spPr>
            <a:xfrm>
              <a:off x="9839903" y="5681771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40CD1897-77BA-5C83-11B0-619565297C2F}"/>
                </a:ext>
              </a:extLst>
            </p:cNvPr>
            <p:cNvCxnSpPr>
              <a:stCxn id="182" idx="3"/>
              <a:endCxn id="186" idx="2"/>
            </p:cNvCxnSpPr>
            <p:nvPr/>
          </p:nvCxnSpPr>
          <p:spPr>
            <a:xfrm>
              <a:off x="10690379" y="5620690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194">
              <a:extLst>
                <a:ext uri="{FF2B5EF4-FFF2-40B4-BE49-F238E27FC236}">
                  <a16:creationId xmlns:a16="http://schemas.microsoft.com/office/drawing/2014/main" id="{7946CB3F-10C6-E741-AED1-3AE1AB06B3BB}"/>
                </a:ext>
              </a:extLst>
            </p:cNvPr>
            <p:cNvCxnSpPr>
              <a:cxnSpLocks/>
              <a:stCxn id="179" idx="0"/>
              <a:endCxn id="189" idx="0"/>
            </p:cNvCxnSpPr>
            <p:nvPr/>
          </p:nvCxnSpPr>
          <p:spPr>
            <a:xfrm rot="16200000" flipH="1">
              <a:off x="8727631" y="4607870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urved Connector 195">
              <a:extLst>
                <a:ext uri="{FF2B5EF4-FFF2-40B4-BE49-F238E27FC236}">
                  <a16:creationId xmlns:a16="http://schemas.microsoft.com/office/drawing/2014/main" id="{8D92B732-92B6-CD2A-4A05-072E113610CF}"/>
                </a:ext>
              </a:extLst>
            </p:cNvPr>
            <p:cNvCxnSpPr>
              <a:stCxn id="184" idx="0"/>
              <a:endCxn id="182" idx="0"/>
            </p:cNvCxnSpPr>
            <p:nvPr/>
          </p:nvCxnSpPr>
          <p:spPr>
            <a:xfrm rot="5400000" flipH="1" flipV="1">
              <a:off x="9644229" y="4592093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0C3AD25-AC15-EE7B-5C45-0919DF22D288}"/>
                </a:ext>
              </a:extLst>
            </p:cNvPr>
            <p:cNvSpPr/>
            <p:nvPr/>
          </p:nvSpPr>
          <p:spPr>
            <a:xfrm>
              <a:off x="7649250" y="6299644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F7DAEF5-1B3C-C992-0D5A-721EBDCCB30A}"/>
                </a:ext>
              </a:extLst>
            </p:cNvPr>
            <p:cNvSpPr/>
            <p:nvPr/>
          </p:nvSpPr>
          <p:spPr>
            <a:xfrm>
              <a:off x="10372570" y="6264315"/>
              <a:ext cx="405822" cy="40582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/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47D049A-035F-1B3F-3212-F7A6BD529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88" y="6317294"/>
                  <a:ext cx="327883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370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/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902012E-7BDA-209A-D3EE-517F389F3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509" y="6264314"/>
                  <a:ext cx="274049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13043" r="-869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76A7A67-195B-B03F-ADBD-792B61DDE607}"/>
                </a:ext>
              </a:extLst>
            </p:cNvPr>
            <p:cNvSpPr/>
            <p:nvPr/>
          </p:nvSpPr>
          <p:spPr>
            <a:xfrm>
              <a:off x="6708900" y="6329747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7D244F8-A276-0782-30DE-70CD889D6C05}"/>
                </a:ext>
              </a:extLst>
            </p:cNvPr>
            <p:cNvSpPr/>
            <p:nvPr/>
          </p:nvSpPr>
          <p:spPr>
            <a:xfrm>
              <a:off x="8585274" y="6283342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D45C8876-47AA-E471-4894-478E2720BCC1}"/>
                </a:ext>
              </a:extLst>
            </p:cNvPr>
            <p:cNvSpPr/>
            <p:nvPr/>
          </p:nvSpPr>
          <p:spPr>
            <a:xfrm>
              <a:off x="9478922" y="6296820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C646D37-5B10-4601-83F8-6CBC93520ABC}"/>
                </a:ext>
              </a:extLst>
            </p:cNvPr>
            <p:cNvSpPr/>
            <p:nvPr/>
          </p:nvSpPr>
          <p:spPr>
            <a:xfrm>
              <a:off x="11275922" y="6223074"/>
              <a:ext cx="406073" cy="406073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/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BC55B98-1176-4B86-A595-ED7D31673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1231" y="6372611"/>
                  <a:ext cx="353742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34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/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560D1F8-89B5-FF02-6308-A68403F6F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8517" y="6311915"/>
                  <a:ext cx="353742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3571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/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F40AC6F-30FB-60F0-6314-E487A6434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340" y="6325395"/>
                  <a:ext cx="353742" cy="276999"/>
                </a:xfrm>
                <a:prstGeom prst="rect">
                  <a:avLst/>
                </a:prstGeom>
                <a:blipFill>
                  <a:blip r:embed="rId3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/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CA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B5983CE5-B892-FE3A-6B97-294818754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6829" y="6251649"/>
                  <a:ext cx="294889" cy="276999"/>
                </a:xfrm>
                <a:prstGeom prst="rect">
                  <a:avLst/>
                </a:prstGeom>
                <a:blipFill>
                  <a:blip r:embed="rId38"/>
                  <a:stretch>
                    <a:fillRect l="-12500" r="-8333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F4AAF86-7FD0-E9BD-1786-30C4E033EF59}"/>
                </a:ext>
              </a:extLst>
            </p:cNvPr>
            <p:cNvCxnSpPr>
              <a:cxnSpLocks/>
              <a:stCxn id="205" idx="3"/>
              <a:endCxn id="197" idx="1"/>
            </p:cNvCxnSpPr>
            <p:nvPr/>
          </p:nvCxnSpPr>
          <p:spPr>
            <a:xfrm flipV="1">
              <a:off x="7114973" y="6502555"/>
              <a:ext cx="534277" cy="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F0AA6AE3-C26F-2437-182C-25873CF0DA38}"/>
                </a:ext>
              </a:extLst>
            </p:cNvPr>
            <p:cNvCxnSpPr>
              <a:cxnSpLocks/>
              <a:stCxn id="199" idx="3"/>
              <a:endCxn id="202" idx="2"/>
            </p:cNvCxnSpPr>
            <p:nvPr/>
          </p:nvCxnSpPr>
          <p:spPr>
            <a:xfrm>
              <a:off x="8055071" y="6455794"/>
              <a:ext cx="530203" cy="30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0A10C1D-EE36-B6C5-77D6-B37BC245B61E}"/>
                </a:ext>
              </a:extLst>
            </p:cNvPr>
            <p:cNvCxnSpPr>
              <a:cxnSpLocks/>
              <a:stCxn id="207" idx="3"/>
              <a:endCxn id="198" idx="1"/>
            </p:cNvCxnSpPr>
            <p:nvPr/>
          </p:nvCxnSpPr>
          <p:spPr>
            <a:xfrm>
              <a:off x="9874082" y="6463895"/>
              <a:ext cx="498488" cy="33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DBDF917-5B8E-8CDE-6EB6-F81775CD8CCD}"/>
                </a:ext>
              </a:extLst>
            </p:cNvPr>
            <p:cNvCxnSpPr>
              <a:stCxn id="200" idx="3"/>
              <a:endCxn id="204" idx="2"/>
            </p:cNvCxnSpPr>
            <p:nvPr/>
          </p:nvCxnSpPr>
          <p:spPr>
            <a:xfrm>
              <a:off x="10724558" y="6402814"/>
              <a:ext cx="551364" cy="23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urved Connector 212">
              <a:extLst>
                <a:ext uri="{FF2B5EF4-FFF2-40B4-BE49-F238E27FC236}">
                  <a16:creationId xmlns:a16="http://schemas.microsoft.com/office/drawing/2014/main" id="{0B9F42CF-E35C-895F-9C4F-181C6F56AE66}"/>
                </a:ext>
              </a:extLst>
            </p:cNvPr>
            <p:cNvCxnSpPr>
              <a:cxnSpLocks/>
              <a:stCxn id="197" idx="0"/>
              <a:endCxn id="207" idx="0"/>
            </p:cNvCxnSpPr>
            <p:nvPr/>
          </p:nvCxnSpPr>
          <p:spPr>
            <a:xfrm rot="16200000" flipH="1">
              <a:off x="8761810" y="5389994"/>
              <a:ext cx="25751" cy="1845050"/>
            </a:xfrm>
            <a:prstGeom prst="curvedConnector3">
              <a:avLst>
                <a:gd name="adj1" fmla="val -88773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urved Connector 213">
              <a:extLst>
                <a:ext uri="{FF2B5EF4-FFF2-40B4-BE49-F238E27FC236}">
                  <a16:creationId xmlns:a16="http://schemas.microsoft.com/office/drawing/2014/main" id="{28B7BC14-F325-8DC9-889E-5C060C4A0390}"/>
                </a:ext>
              </a:extLst>
            </p:cNvPr>
            <p:cNvCxnSpPr>
              <a:stCxn id="202" idx="0"/>
              <a:endCxn id="200" idx="0"/>
            </p:cNvCxnSpPr>
            <p:nvPr/>
          </p:nvCxnSpPr>
          <p:spPr>
            <a:xfrm rot="5400000" flipH="1" flipV="1">
              <a:off x="9678408" y="5374217"/>
              <a:ext cx="19028" cy="1799223"/>
            </a:xfrm>
            <a:prstGeom prst="curvedConnector3">
              <a:avLst>
                <a:gd name="adj1" fmla="val 130138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746838A2-21B9-71DC-A8DE-7E232A0CDE82}"/>
              </a:ext>
            </a:extLst>
          </p:cNvPr>
          <p:cNvSpPr/>
          <p:nvPr/>
        </p:nvSpPr>
        <p:spPr>
          <a:xfrm rot="16200000">
            <a:off x="6587545" y="21060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2C4F27-38A6-16B2-587B-3E37F5AC41FE}"/>
              </a:ext>
            </a:extLst>
          </p:cNvPr>
          <p:cNvSpPr/>
          <p:nvPr/>
        </p:nvSpPr>
        <p:spPr>
          <a:xfrm rot="16200000">
            <a:off x="6580569" y="37763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543F05-8789-156F-6CCB-9B6466CB202B}"/>
              </a:ext>
            </a:extLst>
          </p:cNvPr>
          <p:cNvSpPr/>
          <p:nvPr/>
        </p:nvSpPr>
        <p:spPr>
          <a:xfrm rot="16200000">
            <a:off x="6613685" y="46088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8A11E8-AFD7-0F16-8506-BB23BF9C3708}"/>
              </a:ext>
            </a:extLst>
          </p:cNvPr>
          <p:cNvSpPr/>
          <p:nvPr/>
        </p:nvSpPr>
        <p:spPr>
          <a:xfrm rot="16200000">
            <a:off x="6627973" y="62476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076C9F-669A-8FB6-BB89-47B837E4BFC5}"/>
              </a:ext>
            </a:extLst>
          </p:cNvPr>
          <p:cNvSpPr/>
          <p:nvPr/>
        </p:nvSpPr>
        <p:spPr>
          <a:xfrm rot="16200000">
            <a:off x="7527002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58D83E-117D-DFB6-4CCB-D2FDDBCE2CDE}"/>
              </a:ext>
            </a:extLst>
          </p:cNvPr>
          <p:cNvSpPr/>
          <p:nvPr/>
        </p:nvSpPr>
        <p:spPr>
          <a:xfrm rot="16200000">
            <a:off x="6606257" y="54775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2B7D56-A621-383D-65AC-A45E05CA845C}"/>
              </a:ext>
            </a:extLst>
          </p:cNvPr>
          <p:cNvSpPr/>
          <p:nvPr/>
        </p:nvSpPr>
        <p:spPr>
          <a:xfrm rot="16200000">
            <a:off x="7500216" y="20612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857213-B31C-B9A8-8B07-1F96DAB7A7CE}"/>
              </a:ext>
            </a:extLst>
          </p:cNvPr>
          <p:cNvSpPr/>
          <p:nvPr/>
        </p:nvSpPr>
        <p:spPr>
          <a:xfrm rot="16200000">
            <a:off x="7509537" y="37312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2D357EF-66EE-F1F2-CA93-59647367B6E7}"/>
              </a:ext>
            </a:extLst>
          </p:cNvPr>
          <p:cNvSpPr/>
          <p:nvPr/>
        </p:nvSpPr>
        <p:spPr>
          <a:xfrm rot="16200000">
            <a:off x="7527002" y="45607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6F74-C253-44EC-2550-AD5B6E4B2BCC}"/>
              </a:ext>
            </a:extLst>
          </p:cNvPr>
          <p:cNvSpPr/>
          <p:nvPr/>
        </p:nvSpPr>
        <p:spPr>
          <a:xfrm rot="16200000">
            <a:off x="7539500" y="54556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09D019-9A5F-41FA-1427-C55715AEA712}"/>
              </a:ext>
            </a:extLst>
          </p:cNvPr>
          <p:cNvSpPr/>
          <p:nvPr/>
        </p:nvSpPr>
        <p:spPr>
          <a:xfrm rot="16200000">
            <a:off x="7552450" y="62029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A019F0-CAB7-42AE-3567-E753DB12C80C}"/>
              </a:ext>
            </a:extLst>
          </p:cNvPr>
          <p:cNvSpPr/>
          <p:nvPr/>
        </p:nvSpPr>
        <p:spPr>
          <a:xfrm rot="16200000">
            <a:off x="6606257" y="29352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F65CFE-E237-689C-AB33-FB0077C781DD}"/>
              </a:ext>
            </a:extLst>
          </p:cNvPr>
          <p:cNvSpPr/>
          <p:nvPr/>
        </p:nvSpPr>
        <p:spPr>
          <a:xfrm rot="16200000">
            <a:off x="8455821" y="206590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C20F4A0-7EF8-86C1-6D92-6FC3E25D10E6}"/>
              </a:ext>
            </a:extLst>
          </p:cNvPr>
          <p:cNvSpPr/>
          <p:nvPr/>
        </p:nvSpPr>
        <p:spPr>
          <a:xfrm rot="16200000">
            <a:off x="8448845" y="3736266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F7362C-820E-E428-0D3C-9FB7E2DAA01D}"/>
              </a:ext>
            </a:extLst>
          </p:cNvPr>
          <p:cNvSpPr/>
          <p:nvPr/>
        </p:nvSpPr>
        <p:spPr>
          <a:xfrm rot="16200000">
            <a:off x="8481961" y="4568748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284C4B-05E6-5FF4-D66A-635E7B7BB84C}"/>
              </a:ext>
            </a:extLst>
          </p:cNvPr>
          <p:cNvSpPr/>
          <p:nvPr/>
        </p:nvSpPr>
        <p:spPr>
          <a:xfrm rot="16200000">
            <a:off x="8496249" y="6207552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3C44A9-478F-BC0D-A061-41B2E6862984}"/>
              </a:ext>
            </a:extLst>
          </p:cNvPr>
          <p:cNvSpPr/>
          <p:nvPr/>
        </p:nvSpPr>
        <p:spPr>
          <a:xfrm rot="16200000">
            <a:off x="9395278" y="28550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0B3D15-7DD6-47C6-5DD1-4D5ECF6BFDDA}"/>
              </a:ext>
            </a:extLst>
          </p:cNvPr>
          <p:cNvSpPr/>
          <p:nvPr/>
        </p:nvSpPr>
        <p:spPr>
          <a:xfrm rot="16200000">
            <a:off x="8474533" y="5437483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69C9F7-78ED-FB14-A6EC-FAFFEDF6C9C4}"/>
              </a:ext>
            </a:extLst>
          </p:cNvPr>
          <p:cNvSpPr/>
          <p:nvPr/>
        </p:nvSpPr>
        <p:spPr>
          <a:xfrm rot="16200000">
            <a:off x="9368492" y="202118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5D66B2-FFFE-8389-5971-E65824B3C02E}"/>
              </a:ext>
            </a:extLst>
          </p:cNvPr>
          <p:cNvSpPr/>
          <p:nvPr/>
        </p:nvSpPr>
        <p:spPr>
          <a:xfrm rot="16200000">
            <a:off x="9377813" y="3691147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4693E88-D04C-9183-7A28-C170F3B65B55}"/>
              </a:ext>
            </a:extLst>
          </p:cNvPr>
          <p:cNvSpPr/>
          <p:nvPr/>
        </p:nvSpPr>
        <p:spPr>
          <a:xfrm rot="16200000">
            <a:off x="9395278" y="4520622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1B764C-012C-6ACC-78AF-DFC9E178BE14}"/>
              </a:ext>
            </a:extLst>
          </p:cNvPr>
          <p:cNvSpPr/>
          <p:nvPr/>
        </p:nvSpPr>
        <p:spPr>
          <a:xfrm rot="16200000">
            <a:off x="9407776" y="541551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2A2B759-36E5-34F9-E8E9-DE09E93E3C79}"/>
              </a:ext>
            </a:extLst>
          </p:cNvPr>
          <p:cNvSpPr/>
          <p:nvPr/>
        </p:nvSpPr>
        <p:spPr>
          <a:xfrm rot="16200000">
            <a:off x="9420726" y="6162828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EDFD42F-EA91-16D0-7DF7-6F3AFF3B3F52}"/>
              </a:ext>
            </a:extLst>
          </p:cNvPr>
          <p:cNvSpPr/>
          <p:nvPr/>
        </p:nvSpPr>
        <p:spPr>
          <a:xfrm rot="16200000">
            <a:off x="8474533" y="289513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073D6D5-C40C-0B72-6A0C-C79CD96F5295}"/>
              </a:ext>
            </a:extLst>
          </p:cNvPr>
          <p:cNvSpPr/>
          <p:nvPr/>
        </p:nvSpPr>
        <p:spPr>
          <a:xfrm rot="16200000">
            <a:off x="10232256" y="2020738"/>
            <a:ext cx="586008" cy="59663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6A3BA5F-0025-5C57-0A45-6744BB0B4C7A}"/>
              </a:ext>
            </a:extLst>
          </p:cNvPr>
          <p:cNvSpPr/>
          <p:nvPr/>
        </p:nvSpPr>
        <p:spPr>
          <a:xfrm rot="16200000">
            <a:off x="10260568" y="3697465"/>
            <a:ext cx="585613" cy="60361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B2D73A-997B-C93B-5DA2-688832E2BD19}"/>
              </a:ext>
            </a:extLst>
          </p:cNvPr>
          <p:cNvSpPr/>
          <p:nvPr/>
        </p:nvSpPr>
        <p:spPr>
          <a:xfrm rot="16200000">
            <a:off x="10284685" y="4538946"/>
            <a:ext cx="600931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75406C5-3ACB-AA28-EABC-6FBF348A5828}"/>
              </a:ext>
            </a:extLst>
          </p:cNvPr>
          <p:cNvSpPr/>
          <p:nvPr/>
        </p:nvSpPr>
        <p:spPr>
          <a:xfrm rot="16200000">
            <a:off x="10277954" y="615673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994D134-77FE-AE0B-8A9B-8EDCFE6CB494}"/>
              </a:ext>
            </a:extLst>
          </p:cNvPr>
          <p:cNvSpPr/>
          <p:nvPr/>
        </p:nvSpPr>
        <p:spPr>
          <a:xfrm rot="16200000">
            <a:off x="11198003" y="28252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B8BE985-EEFC-217F-3668-8E6631132CE1}"/>
              </a:ext>
            </a:extLst>
          </p:cNvPr>
          <p:cNvSpPr/>
          <p:nvPr/>
        </p:nvSpPr>
        <p:spPr>
          <a:xfrm rot="16200000">
            <a:off x="10277258" y="5407681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555423-C5F3-1F9B-8856-7E2A70EA00C8}"/>
              </a:ext>
            </a:extLst>
          </p:cNvPr>
          <p:cNvSpPr/>
          <p:nvPr/>
        </p:nvSpPr>
        <p:spPr>
          <a:xfrm rot="16200000">
            <a:off x="11171217" y="1991383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85AF540-31D8-BEEA-3B0F-68D4E0D17520}"/>
              </a:ext>
            </a:extLst>
          </p:cNvPr>
          <p:cNvSpPr/>
          <p:nvPr/>
        </p:nvSpPr>
        <p:spPr>
          <a:xfrm rot="16200000">
            <a:off x="11180538" y="3661345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D5A9A22-B2E1-56E6-E853-B5E285D0BA56}"/>
              </a:ext>
            </a:extLst>
          </p:cNvPr>
          <p:cNvSpPr/>
          <p:nvPr/>
        </p:nvSpPr>
        <p:spPr>
          <a:xfrm rot="16200000">
            <a:off x="11198003" y="4490820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1F00702-2ECE-F54E-C023-6946E2F3D886}"/>
              </a:ext>
            </a:extLst>
          </p:cNvPr>
          <p:cNvSpPr/>
          <p:nvPr/>
        </p:nvSpPr>
        <p:spPr>
          <a:xfrm rot="16200000">
            <a:off x="11210501" y="5385708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D0EB3E1-A3FA-96CB-81D7-A17BCE2C4A70}"/>
              </a:ext>
            </a:extLst>
          </p:cNvPr>
          <p:cNvSpPr/>
          <p:nvPr/>
        </p:nvSpPr>
        <p:spPr>
          <a:xfrm rot="16200000">
            <a:off x="11223451" y="6133026"/>
            <a:ext cx="600930" cy="60093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297431-1B1D-30BF-9F84-A2C5A84146CF}"/>
              </a:ext>
            </a:extLst>
          </p:cNvPr>
          <p:cNvSpPr/>
          <p:nvPr/>
        </p:nvSpPr>
        <p:spPr>
          <a:xfrm rot="16200000">
            <a:off x="10277258" y="2865336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4F66B8-BBF3-0830-519F-6E7AEA78FE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84507" y="617987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DB2F99-4D5B-B32D-D62E-2CE8E311979F}"/>
              </a:ext>
            </a:extLst>
          </p:cNvPr>
          <p:cNvCxnSpPr>
            <a:cxnSpLocks/>
          </p:cNvCxnSpPr>
          <p:nvPr/>
        </p:nvCxnSpPr>
        <p:spPr>
          <a:xfrm rot="16200000">
            <a:off x="6553772" y="531454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1B6A747-4070-1919-51BE-4B612116FC60}"/>
              </a:ext>
            </a:extLst>
          </p:cNvPr>
          <p:cNvCxnSpPr>
            <a:cxnSpLocks/>
          </p:cNvCxnSpPr>
          <p:nvPr/>
        </p:nvCxnSpPr>
        <p:spPr>
          <a:xfrm rot="16200000">
            <a:off x="6563191" y="368293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AA71C7A-801A-6F0D-8EDC-64FFB42830DD}"/>
              </a:ext>
            </a:extLst>
          </p:cNvPr>
          <p:cNvCxnSpPr/>
          <p:nvPr/>
        </p:nvCxnSpPr>
        <p:spPr>
          <a:xfrm rot="16200000">
            <a:off x="6492498" y="287430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315485B1-EA5C-13F3-8602-87A7BCF46F9E}"/>
              </a:ext>
            </a:extLst>
          </p:cNvPr>
          <p:cNvCxnSpPr>
            <a:cxnSpLocks/>
          </p:cNvCxnSpPr>
          <p:nvPr/>
        </p:nvCxnSpPr>
        <p:spPr>
          <a:xfrm rot="10800000" flipH="1">
            <a:off x="6639167" y="407296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>
            <a:extLst>
              <a:ext uri="{FF2B5EF4-FFF2-40B4-BE49-F238E27FC236}">
                <a16:creationId xmlns:a16="http://schemas.microsoft.com/office/drawing/2014/main" id="{71256059-948C-4AE2-3F9F-27A546C5E362}"/>
              </a:ext>
            </a:extLst>
          </p:cNvPr>
          <p:cNvCxnSpPr/>
          <p:nvPr/>
        </p:nvCxnSpPr>
        <p:spPr>
          <a:xfrm flipH="1" flipV="1">
            <a:off x="6606953" y="326121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2673767-45A7-2BF4-6AFA-99BE92C6F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55960" y="6190086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4AB14AA-EB82-D682-A0E7-4D2F71171879}"/>
              </a:ext>
            </a:extLst>
          </p:cNvPr>
          <p:cNvCxnSpPr>
            <a:cxnSpLocks/>
          </p:cNvCxnSpPr>
          <p:nvPr/>
        </p:nvCxnSpPr>
        <p:spPr>
          <a:xfrm rot="16200000">
            <a:off x="7525225" y="5324760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07E87E-DC48-7B7C-95F9-840D28C04CA0}"/>
              </a:ext>
            </a:extLst>
          </p:cNvPr>
          <p:cNvCxnSpPr>
            <a:cxnSpLocks/>
          </p:cNvCxnSpPr>
          <p:nvPr/>
        </p:nvCxnSpPr>
        <p:spPr>
          <a:xfrm rot="16200000">
            <a:off x="7534644" y="3693149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E1E7729-49CE-67C7-A723-B08BC14C17EB}"/>
              </a:ext>
            </a:extLst>
          </p:cNvPr>
          <p:cNvCxnSpPr/>
          <p:nvPr/>
        </p:nvCxnSpPr>
        <p:spPr>
          <a:xfrm rot="16200000">
            <a:off x="7463951" y="2884515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FDE22624-DD3C-590A-F672-9E3218D8E7A3}"/>
              </a:ext>
            </a:extLst>
          </p:cNvPr>
          <p:cNvCxnSpPr>
            <a:cxnSpLocks/>
          </p:cNvCxnSpPr>
          <p:nvPr/>
        </p:nvCxnSpPr>
        <p:spPr>
          <a:xfrm rot="10800000" flipH="1">
            <a:off x="7610620" y="4083181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2341F31F-8EDE-627A-687D-D7B177004D79}"/>
              </a:ext>
            </a:extLst>
          </p:cNvPr>
          <p:cNvCxnSpPr/>
          <p:nvPr/>
        </p:nvCxnSpPr>
        <p:spPr>
          <a:xfrm flipH="1" flipV="1">
            <a:off x="7578406" y="3271423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0C6D89F-36D9-6D85-27DF-CBACE97FFF33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5467" y="6051112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D441123-DD39-9D53-8673-0B10C89F90F3}"/>
              </a:ext>
            </a:extLst>
          </p:cNvPr>
          <p:cNvCxnSpPr>
            <a:cxnSpLocks/>
          </p:cNvCxnSpPr>
          <p:nvPr/>
        </p:nvCxnSpPr>
        <p:spPr>
          <a:xfrm rot="16200000">
            <a:off x="8444732" y="5185786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64166E0-66C7-7F49-CF15-C97ECE0EE073}"/>
              </a:ext>
            </a:extLst>
          </p:cNvPr>
          <p:cNvCxnSpPr>
            <a:cxnSpLocks/>
          </p:cNvCxnSpPr>
          <p:nvPr/>
        </p:nvCxnSpPr>
        <p:spPr>
          <a:xfrm rot="16200000">
            <a:off x="8454151" y="3554175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DBA9E5F-8F28-196C-4EE7-F2F56B508177}"/>
              </a:ext>
            </a:extLst>
          </p:cNvPr>
          <p:cNvCxnSpPr/>
          <p:nvPr/>
        </p:nvCxnSpPr>
        <p:spPr>
          <a:xfrm rot="16200000">
            <a:off x="8383458" y="2745541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D1B0627D-8F8B-24DA-B916-838C264F128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530127" y="3944207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urved Connector 119">
            <a:extLst>
              <a:ext uri="{FF2B5EF4-FFF2-40B4-BE49-F238E27FC236}">
                <a16:creationId xmlns:a16="http://schemas.microsoft.com/office/drawing/2014/main" id="{E1282C21-2B19-4838-49DB-DD8681840E4B}"/>
              </a:ext>
            </a:extLst>
          </p:cNvPr>
          <p:cNvCxnSpPr/>
          <p:nvPr/>
        </p:nvCxnSpPr>
        <p:spPr>
          <a:xfrm flipH="1" flipV="1">
            <a:off x="8497913" y="3132449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4513082-8CAC-86F6-8FE8-98747349F8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415895" y="6026181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F2D86-5B04-AD95-175F-97B0EC913FA6}"/>
              </a:ext>
            </a:extLst>
          </p:cNvPr>
          <p:cNvCxnSpPr>
            <a:cxnSpLocks/>
          </p:cNvCxnSpPr>
          <p:nvPr/>
        </p:nvCxnSpPr>
        <p:spPr>
          <a:xfrm rot="16200000">
            <a:off x="9385160" y="5160855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F03A839-ED4B-DB12-E8E6-6A5B029A9915}"/>
              </a:ext>
            </a:extLst>
          </p:cNvPr>
          <p:cNvCxnSpPr>
            <a:cxnSpLocks/>
          </p:cNvCxnSpPr>
          <p:nvPr/>
        </p:nvCxnSpPr>
        <p:spPr>
          <a:xfrm rot="16200000">
            <a:off x="9394579" y="3529244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1A1D7CD-56E6-B598-A517-E4D967BE04EC}"/>
              </a:ext>
            </a:extLst>
          </p:cNvPr>
          <p:cNvCxnSpPr/>
          <p:nvPr/>
        </p:nvCxnSpPr>
        <p:spPr>
          <a:xfrm rot="16200000">
            <a:off x="9323886" y="2720610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DE2EFBAC-688B-1D1B-194A-7D2FD9E0B0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470555" y="3919276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5792E7F6-314A-473E-6ED8-D64FFFF9A096}"/>
              </a:ext>
            </a:extLst>
          </p:cNvPr>
          <p:cNvCxnSpPr/>
          <p:nvPr/>
        </p:nvCxnSpPr>
        <p:spPr>
          <a:xfrm flipH="1" flipV="1">
            <a:off x="9438341" y="3107518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166901F-B6DC-1CE6-390C-0D37316547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48453" y="6078593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773CE49-7633-C757-50AB-CBC755674017}"/>
              </a:ext>
            </a:extLst>
          </p:cNvPr>
          <p:cNvCxnSpPr>
            <a:cxnSpLocks/>
          </p:cNvCxnSpPr>
          <p:nvPr/>
        </p:nvCxnSpPr>
        <p:spPr>
          <a:xfrm rot="16200000">
            <a:off x="10317718" y="5213267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569F939-EE5C-B00B-C537-2412155B0503}"/>
              </a:ext>
            </a:extLst>
          </p:cNvPr>
          <p:cNvCxnSpPr>
            <a:cxnSpLocks/>
          </p:cNvCxnSpPr>
          <p:nvPr/>
        </p:nvCxnSpPr>
        <p:spPr>
          <a:xfrm rot="16200000">
            <a:off x="10327137" y="3581656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7ABFDD-86D4-FFE7-97AF-158056362C14}"/>
              </a:ext>
            </a:extLst>
          </p:cNvPr>
          <p:cNvCxnSpPr/>
          <p:nvPr/>
        </p:nvCxnSpPr>
        <p:spPr>
          <a:xfrm rot="16200000">
            <a:off x="10256444" y="2773022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130">
            <a:extLst>
              <a:ext uri="{FF2B5EF4-FFF2-40B4-BE49-F238E27FC236}">
                <a16:creationId xmlns:a16="http://schemas.microsoft.com/office/drawing/2014/main" id="{055E4AA4-2B8D-93EE-269E-C666D3A2A2CA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403113" y="3971688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FA484525-E325-FB84-1F7D-16736C0EA00C}"/>
              </a:ext>
            </a:extLst>
          </p:cNvPr>
          <p:cNvCxnSpPr/>
          <p:nvPr/>
        </p:nvCxnSpPr>
        <p:spPr>
          <a:xfrm flipH="1" flipV="1">
            <a:off x="10370899" y="3159930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A309D8-E7BA-5CD3-2CCF-B057F42693C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277215" y="6044534"/>
            <a:ext cx="487130" cy="7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911276D-A998-28CE-29BE-45091D633BF5}"/>
              </a:ext>
            </a:extLst>
          </p:cNvPr>
          <p:cNvCxnSpPr>
            <a:cxnSpLocks/>
          </p:cNvCxnSpPr>
          <p:nvPr/>
        </p:nvCxnSpPr>
        <p:spPr>
          <a:xfrm rot="16200000">
            <a:off x="11246480" y="5179208"/>
            <a:ext cx="483415" cy="278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28FEF2A-01C1-0A5E-4682-71514A133909}"/>
              </a:ext>
            </a:extLst>
          </p:cNvPr>
          <p:cNvCxnSpPr>
            <a:cxnSpLocks/>
          </p:cNvCxnSpPr>
          <p:nvPr/>
        </p:nvCxnSpPr>
        <p:spPr>
          <a:xfrm rot="16200000">
            <a:off x="11255899" y="3547597"/>
            <a:ext cx="454499" cy="30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755F047-86A7-81AC-5349-740F75E1B68B}"/>
              </a:ext>
            </a:extLst>
          </p:cNvPr>
          <p:cNvCxnSpPr/>
          <p:nvPr/>
        </p:nvCxnSpPr>
        <p:spPr>
          <a:xfrm rot="16200000">
            <a:off x="11185206" y="2738963"/>
            <a:ext cx="502709" cy="21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urved Connector 136">
            <a:extLst>
              <a:ext uri="{FF2B5EF4-FFF2-40B4-BE49-F238E27FC236}">
                <a16:creationId xmlns:a16="http://schemas.microsoft.com/office/drawing/2014/main" id="{A3A6899B-175E-E0F4-3602-81569FA58EB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1331875" y="3937629"/>
            <a:ext cx="23478" cy="1682236"/>
          </a:xfrm>
          <a:prstGeom prst="curvedConnector3">
            <a:avLst>
              <a:gd name="adj1" fmla="val -8877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urved Connector 137">
            <a:extLst>
              <a:ext uri="{FF2B5EF4-FFF2-40B4-BE49-F238E27FC236}">
                <a16:creationId xmlns:a16="http://schemas.microsoft.com/office/drawing/2014/main" id="{0B3A962B-A2EC-1E12-4293-8293311C76DB}"/>
              </a:ext>
            </a:extLst>
          </p:cNvPr>
          <p:cNvCxnSpPr/>
          <p:nvPr/>
        </p:nvCxnSpPr>
        <p:spPr>
          <a:xfrm flipH="1" flipV="1">
            <a:off x="11299661" y="3125871"/>
            <a:ext cx="17349" cy="1640453"/>
          </a:xfrm>
          <a:prstGeom prst="curvedConnector3">
            <a:avLst>
              <a:gd name="adj1" fmla="val 1301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2B6B3E40-1DD1-1D8C-A7CA-77F3647E94CD}"/>
              </a:ext>
            </a:extLst>
          </p:cNvPr>
          <p:cNvSpPr/>
          <p:nvPr/>
        </p:nvSpPr>
        <p:spPr>
          <a:xfrm rot="16200000">
            <a:off x="558995" y="2038095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8DC83EC-1F39-577F-2825-5CC994CE1EA5}"/>
              </a:ext>
            </a:extLst>
          </p:cNvPr>
          <p:cNvSpPr/>
          <p:nvPr/>
        </p:nvSpPr>
        <p:spPr>
          <a:xfrm rot="16200000">
            <a:off x="627311" y="2106371"/>
            <a:ext cx="412074" cy="41207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69D8B26-BA0E-FF06-B73D-FCAF1E0D2694}"/>
              </a:ext>
            </a:extLst>
          </p:cNvPr>
          <p:cNvSpPr/>
          <p:nvPr/>
        </p:nvSpPr>
        <p:spPr>
          <a:xfrm rot="16200000">
            <a:off x="2625444" y="2017090"/>
            <a:ext cx="547358" cy="5473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D2789CC-9287-3849-2E2E-F51F015D7AE8}"/>
              </a:ext>
            </a:extLst>
          </p:cNvPr>
          <p:cNvSpPr/>
          <p:nvPr/>
        </p:nvSpPr>
        <p:spPr>
          <a:xfrm rot="16200000">
            <a:off x="2536521" y="1936671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4BC6E4B-A52F-DAE6-C75A-E091D7CF3BAC}"/>
              </a:ext>
            </a:extLst>
          </p:cNvPr>
          <p:cNvSpPr txBox="1"/>
          <p:nvPr/>
        </p:nvSpPr>
        <p:spPr>
          <a:xfrm>
            <a:off x="1474490" y="204754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5871262-1459-576E-7A43-454D31692A0E}"/>
              </a:ext>
            </a:extLst>
          </p:cNvPr>
          <p:cNvSpPr/>
          <p:nvPr/>
        </p:nvSpPr>
        <p:spPr>
          <a:xfrm rot="16200000">
            <a:off x="496216" y="2975769"/>
            <a:ext cx="717843" cy="7178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4D149C9C-EBB1-502B-4429-AF8E7FB0D962}"/>
              </a:ext>
            </a:extLst>
          </p:cNvPr>
          <p:cNvSpPr/>
          <p:nvPr/>
        </p:nvSpPr>
        <p:spPr>
          <a:xfrm rot="16200000">
            <a:off x="574760" y="3055439"/>
            <a:ext cx="556206" cy="5562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0EFC1CA5-2B15-C704-B0C3-FBBF7258423A}"/>
              </a:ext>
            </a:extLst>
          </p:cNvPr>
          <p:cNvSpPr/>
          <p:nvPr/>
        </p:nvSpPr>
        <p:spPr>
          <a:xfrm rot="16200000">
            <a:off x="2694021" y="3156187"/>
            <a:ext cx="369044" cy="3690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4CF63899-E2B8-07AD-5D5D-26FF7697DFFE}"/>
              </a:ext>
            </a:extLst>
          </p:cNvPr>
          <p:cNvSpPr/>
          <p:nvPr/>
        </p:nvSpPr>
        <p:spPr>
          <a:xfrm rot="16200000">
            <a:off x="2544867" y="3017484"/>
            <a:ext cx="664987" cy="66498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260F99B-328B-F00D-6F98-AA5190F4C820}"/>
              </a:ext>
            </a:extLst>
          </p:cNvPr>
          <p:cNvSpPr txBox="1"/>
          <p:nvPr/>
        </p:nvSpPr>
        <p:spPr>
          <a:xfrm>
            <a:off x="1531606" y="3050264"/>
            <a:ext cx="848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FF70263-1351-47F3-91AA-266C749DCBDF}"/>
              </a:ext>
            </a:extLst>
          </p:cNvPr>
          <p:cNvSpPr txBox="1"/>
          <p:nvPr/>
        </p:nvSpPr>
        <p:spPr>
          <a:xfrm>
            <a:off x="3820932" y="2971509"/>
            <a:ext cx="1833194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Stabilizer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Generators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B39E196-845B-8211-5E33-3D66359C4B1C}"/>
              </a:ext>
            </a:extLst>
          </p:cNvPr>
          <p:cNvSpPr txBox="1"/>
          <p:nvPr/>
        </p:nvSpPr>
        <p:spPr>
          <a:xfrm>
            <a:off x="314102" y="4007238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X-type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461146C-E16C-B037-13F7-36A1A7857236}"/>
              </a:ext>
            </a:extLst>
          </p:cNvPr>
          <p:cNvSpPr txBox="1"/>
          <p:nvPr/>
        </p:nvSpPr>
        <p:spPr>
          <a:xfrm>
            <a:off x="2400405" y="3999846"/>
            <a:ext cx="104599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Z-type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CCD02B9D-3CEE-EA96-4868-0CA45DBE9D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2503" y="4847523"/>
            <a:ext cx="5259291" cy="900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/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# physical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, # logical qubits: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B93BF6F6-F81C-8608-F913-78FB4BDE0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15" y="6386841"/>
                <a:ext cx="6561989" cy="461665"/>
              </a:xfrm>
              <a:prstGeom prst="rect">
                <a:avLst/>
              </a:prstGeom>
              <a:blipFill>
                <a:blip r:embed="rId40"/>
                <a:stretch>
                  <a:fillRect l="-154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/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200" dirty="0"/>
                  <a:t> : (</a:t>
                </a:r>
                <a14:m>
                  <m:oMath xmlns:m="http://schemas.openxmlformats.org/officeDocument/2006/math"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parity check matrix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7B6A8-1FF1-D2C0-9754-CCBF35AB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4" y="5968330"/>
                <a:ext cx="3898183" cy="430887"/>
              </a:xfrm>
              <a:prstGeom prst="rect">
                <a:avLst/>
              </a:prstGeom>
              <a:blipFill>
                <a:blip r:embed="rId41"/>
                <a:stretch>
                  <a:fillRect t="-5556" r="-97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/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Hypergraph product (quantum) code: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↦[</m:t>
                    </m:r>
                    <m:d>
                      <m:dPr>
                        <m:begChr m:val="["/>
                        <m:endChr m:val="]"/>
                        <m:ctrlPr>
                          <a:rPr lang="en-CA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7CEB081-736C-177B-B2BD-2AE70EC7E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1" y="1031433"/>
                <a:ext cx="11195372" cy="523220"/>
              </a:xfrm>
              <a:prstGeom prst="rect">
                <a:avLst/>
              </a:prstGeom>
              <a:blipFill>
                <a:blip r:embed="rId42"/>
                <a:stretch>
                  <a:fillRect l="-906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19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1332</Words>
  <Application>Microsoft Macintosh PowerPoint</Application>
  <PresentationFormat>Widescreen</PresentationFormat>
  <Paragraphs>465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Abadi MT Condensed Extra Bold</vt:lpstr>
      <vt:lpstr>Al Nile</vt:lpstr>
      <vt:lpstr>Aptos</vt:lpstr>
      <vt:lpstr>Aptos Display</vt:lpstr>
      <vt:lpstr>Arial</vt:lpstr>
      <vt:lpstr>Cambria Math</vt:lpstr>
      <vt:lpstr>Office Theme</vt:lpstr>
      <vt:lpstr>Enhancing Belief Propagation Decoders for Correlated Errors Using Cycle Error Reconstruction</vt:lpstr>
      <vt:lpstr>Belief Propagation (BP) Decoders</vt:lpstr>
      <vt:lpstr>BP as a Neural Network</vt:lpstr>
      <vt:lpstr>BP as a Neural Network</vt:lpstr>
      <vt:lpstr>BP as a Neural Network</vt:lpstr>
      <vt:lpstr>PowerPoint Presentation</vt:lpstr>
      <vt:lpstr>Adding CER inputs to BP</vt:lpstr>
      <vt:lpstr>Other additions to Loss</vt:lpstr>
      <vt:lpstr>Numerical Results</vt:lpstr>
      <vt:lpstr>Numerical Results</vt:lpstr>
      <vt:lpstr>Modelling cross-talk</vt:lpstr>
      <vt:lpstr>Conclusions and future work</vt:lpstr>
      <vt:lpstr>Supplementary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Pavithran Iyer</dc:creator>
  <cp:lastModifiedBy>Pavithran Iyer</cp:lastModifiedBy>
  <cp:revision>83</cp:revision>
  <dcterms:created xsi:type="dcterms:W3CDTF">2026-03-14T13:19:42Z</dcterms:created>
  <dcterms:modified xsi:type="dcterms:W3CDTF">2026-06-22T22:00:02Z</dcterms:modified>
</cp:coreProperties>
</file>