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5" r:id="rId3"/>
    <p:sldId id="261" r:id="rId4"/>
    <p:sldId id="269" r:id="rId5"/>
    <p:sldId id="270" r:id="rId6"/>
    <p:sldId id="271" r:id="rId7"/>
    <p:sldId id="273" r:id="rId8"/>
    <p:sldId id="258" r:id="rId9"/>
    <p:sldId id="259" r:id="rId10"/>
    <p:sldId id="260" r:id="rId11"/>
    <p:sldId id="262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7" d="100"/>
          <a:sy n="107" d="100"/>
        </p:scale>
        <p:origin x="1280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24371-F022-C94A-838B-289C6E1B1FC8}" type="datetimeFigureOut">
              <a:rPr lang="en-US" smtClean="0"/>
              <a:t>3/14/26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4410C4-C2EF-EF4D-8480-B55C06CBF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53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43CBB7-795C-F54D-AE52-A647DF6AF42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3432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CBCA0-C54A-12E3-87DF-CE41D0C80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6CB8E8-0CCF-64EF-4FE8-943000A619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6E8CB6-7286-2D00-6488-ED409AACD0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366CBC-4E64-057E-EACF-FB2921D3F5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43CBB7-795C-F54D-AE52-A647DF6AF42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7413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522C7-9CFB-2459-F3A4-7EDC37E14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8060CD-17D8-1036-D979-87C912B2B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722F55-7C8E-9FAC-0DBC-23C7B10AA1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8D97F5-E55C-A9F9-8561-4E2EF99DDB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43CBB7-795C-F54D-AE52-A647DF6AF42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0285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0C4A7-738F-0D4B-8EB0-2A0FE673C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C79AE2-2B3B-5200-1275-499AB96849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451EB5-12AC-C71C-0248-CAD952E813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B5E8-D95E-5FF7-FE2F-F44C2966BD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43CBB7-795C-F54D-AE52-A647DF6AF42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4955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BBB7D-1FCC-83BB-1BC4-EDAC4ACF1D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E1B4D6-6DE8-F969-5FCB-CB2D2FACFD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1CD48-8821-707B-ECD2-27966594C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8E754-12A2-894A-ACC1-84B1AF5E94F4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47821F-506F-9934-3FB5-DD7FDA06F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D7FB1-3A77-7C41-752B-3CC0711A3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146F6-8AE5-F64B-A9D3-2B2A75F4F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116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72050-62FF-1278-61C4-F5BBF965E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FF238-B5C3-AC79-DC6D-56C46B75C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6104AA-096C-2877-81A7-C2AB8768F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8E754-12A2-894A-ACC1-84B1AF5E94F4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5CB46A-F3EC-907E-B71E-AC7E02FB3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73B62A-3BD6-C275-42CD-410E86DE6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146F6-8AE5-F64B-A9D3-2B2A75F4F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962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E3CE3-D807-4E77-2BA1-8048331D9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0883C1-205D-D321-11B5-B89B20541F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880777-1DDD-D57A-B8D0-6FB1277A4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8E754-12A2-894A-ACC1-84B1AF5E94F4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DDF89F-FC0F-BC7F-1BAC-43EFDD4AF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605E3C-BB5C-027B-3702-49868BFFE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146F6-8AE5-F64B-A9D3-2B2A75F4F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535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DE78C-6840-D23C-9955-3843BB0A2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B19F7-1887-2034-A250-FA9C95ACDD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D12E1C-1C92-217A-48AC-01C872F852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EEAB90-6FB8-C876-0535-699976F3D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8E754-12A2-894A-ACC1-84B1AF5E94F4}" type="datetimeFigureOut">
              <a:rPr lang="en-US" smtClean="0"/>
              <a:t>3/14/26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3E1BFC-A673-4D45-140F-549D90D1C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171840-8D50-A32A-414A-CD74B732A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146F6-8AE5-F64B-A9D3-2B2A75F4F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785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4162D-B673-C82D-E965-097B6F1A3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3117F-4935-E85A-13CE-056672B4D6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607880-8B53-1039-BDFF-70F3E0D0C5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92D8E6-C2B7-19A1-D5F0-FE7E9D7CBC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AA0FF2-A17A-6BA8-D01B-7337B2E2BA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7CE2B1-EAA5-F94D-F5C1-A429B00E7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8E754-12A2-894A-ACC1-84B1AF5E94F4}" type="datetimeFigureOut">
              <a:rPr lang="en-US" smtClean="0"/>
              <a:t>3/14/26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C1391A-6D99-298A-843F-843740E58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A28B31-D80E-43CA-189A-712D6F4EC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146F6-8AE5-F64B-A9D3-2B2A75F4F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874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50A5A-9A35-6ACC-9BED-BC55AB785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9F0263-F576-941F-BDDD-003CE914D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8E754-12A2-894A-ACC1-84B1AF5E94F4}" type="datetimeFigureOut">
              <a:rPr lang="en-US" smtClean="0"/>
              <a:t>3/14/26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C9CCC7-2A42-914F-F899-C27D0595F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66205D-1465-B22A-B1A6-777C30B4F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146F6-8AE5-F64B-A9D3-2B2A75F4F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053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896C28-C117-7EC0-2AEE-AF6CCD0EC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8E754-12A2-894A-ACC1-84B1AF5E94F4}" type="datetimeFigureOut">
              <a:rPr lang="en-US" smtClean="0"/>
              <a:t>3/14/26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3D53CC-974E-4F87-A994-71D40B46A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44C388-29CA-5F78-41A9-F9AAB3627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146F6-8AE5-F64B-A9D3-2B2A75F4F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447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9ED55-2279-EB7F-FB3B-BE5048FA2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A420D-05CD-8DFD-88BE-7185FE1F96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8571ED-0271-D30E-C8D3-117EB7E67A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E6437B-753B-8975-361A-237886004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8E754-12A2-894A-ACC1-84B1AF5E94F4}" type="datetimeFigureOut">
              <a:rPr lang="en-US" smtClean="0"/>
              <a:t>3/14/26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F002E4-FE6C-6B0D-6374-04396BF09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70558B-3F98-35D3-B9B2-488EE4CDF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146F6-8AE5-F64B-A9D3-2B2A75F4F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759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93D7D-3FA7-98AD-5BA2-433361343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3BC70C-7267-F247-56E9-F891EEB466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6C8E2A-0884-8A54-DDBD-497F2FB7A7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0EB1A9-497D-D2CD-7BC4-814994215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8E754-12A2-894A-ACC1-84B1AF5E94F4}" type="datetimeFigureOut">
              <a:rPr lang="en-US" smtClean="0"/>
              <a:t>3/14/26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9794B3-1759-2081-6F4C-4397F2D37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1352FC-4BA7-862D-B85B-DD38F9F94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146F6-8AE5-F64B-A9D3-2B2A75F4F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305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9535C-5AE3-573C-865A-83A9D1E19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DF07C3-1F1F-6481-8040-6B9FA91E8E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D3569-8C7E-11F7-F604-FD9060EC0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8E754-12A2-894A-ACC1-84B1AF5E94F4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92D790-3476-3029-39F5-03A437AF5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405E95-58C2-1418-EEB7-EB0345573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146F6-8AE5-F64B-A9D3-2B2A75F4F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435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CACE9A-4D20-C7AD-1DE5-6D85D39525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0B371A-6FCE-21EE-0DA8-BA60129CA3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707A3-5885-A835-A2A4-6972497DE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8E754-12A2-894A-ACC1-84B1AF5E94F4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0728B-1A26-B0C6-34A0-F50F82841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6A6A0A-6D6B-7AD5-FF56-6E48CAD5D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146F6-8AE5-F64B-A9D3-2B2A75F4F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167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830EA2-D797-6E8D-D85C-26346EBFE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08A378-5670-9363-C332-2996A1ACED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870AC3-3CDF-7DA3-485F-13E1C417CA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38E754-12A2-894A-ACC1-84B1AF5E94F4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8DCDD-B76A-2ED9-88B9-B5B370C0D1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EFFB93-127F-126B-9724-ADBBDBD8EE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C146F6-8AE5-F64B-A9D3-2B2A75F4F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185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0.png"/><Relationship Id="rId18" Type="http://schemas.openxmlformats.org/officeDocument/2006/relationships/image" Target="../media/image230.png"/><Relationship Id="rId26" Type="http://schemas.openxmlformats.org/officeDocument/2006/relationships/image" Target="../media/image310.png"/><Relationship Id="rId39" Type="http://schemas.openxmlformats.org/officeDocument/2006/relationships/image" Target="../media/image44.png"/><Relationship Id="rId21" Type="http://schemas.openxmlformats.org/officeDocument/2006/relationships/image" Target="../media/image260.png"/><Relationship Id="rId34" Type="http://schemas.openxmlformats.org/officeDocument/2006/relationships/image" Target="../media/image39.png"/><Relationship Id="rId42" Type="http://schemas.openxmlformats.org/officeDocument/2006/relationships/image" Target="../media/image47.png"/><Relationship Id="rId47" Type="http://schemas.openxmlformats.org/officeDocument/2006/relationships/image" Target="../media/image52.png"/><Relationship Id="rId50" Type="http://schemas.openxmlformats.org/officeDocument/2006/relationships/image" Target="../media/image55.png"/><Relationship Id="rId55" Type="http://schemas.openxmlformats.org/officeDocument/2006/relationships/image" Target="../media/image60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10.png"/><Relationship Id="rId29" Type="http://schemas.openxmlformats.org/officeDocument/2006/relationships/image" Target="../media/image34.png"/><Relationship Id="rId11" Type="http://schemas.openxmlformats.org/officeDocument/2006/relationships/image" Target="../media/image160.png"/><Relationship Id="rId24" Type="http://schemas.openxmlformats.org/officeDocument/2006/relationships/image" Target="../media/image290.png"/><Relationship Id="rId32" Type="http://schemas.openxmlformats.org/officeDocument/2006/relationships/image" Target="../media/image37.png"/><Relationship Id="rId37" Type="http://schemas.openxmlformats.org/officeDocument/2006/relationships/image" Target="../media/image42.png"/><Relationship Id="rId40" Type="http://schemas.openxmlformats.org/officeDocument/2006/relationships/image" Target="../media/image45.png"/><Relationship Id="rId45" Type="http://schemas.openxmlformats.org/officeDocument/2006/relationships/image" Target="../media/image50.png"/><Relationship Id="rId53" Type="http://schemas.openxmlformats.org/officeDocument/2006/relationships/image" Target="../media/image58.png"/><Relationship Id="rId5" Type="http://schemas.openxmlformats.org/officeDocument/2006/relationships/image" Target="../media/image10.png"/><Relationship Id="rId19" Type="http://schemas.openxmlformats.org/officeDocument/2006/relationships/image" Target="../media/image240.png"/><Relationship Id="rId4" Type="http://schemas.openxmlformats.org/officeDocument/2006/relationships/image" Target="../media/image9.png"/><Relationship Id="rId9" Type="http://schemas.openxmlformats.org/officeDocument/2006/relationships/image" Target="../media/image140.png"/><Relationship Id="rId14" Type="http://schemas.openxmlformats.org/officeDocument/2006/relationships/image" Target="../media/image190.png"/><Relationship Id="rId22" Type="http://schemas.openxmlformats.org/officeDocument/2006/relationships/image" Target="../media/image270.png"/><Relationship Id="rId27" Type="http://schemas.openxmlformats.org/officeDocument/2006/relationships/image" Target="../media/image32.png"/><Relationship Id="rId30" Type="http://schemas.openxmlformats.org/officeDocument/2006/relationships/image" Target="../media/image35.png"/><Relationship Id="rId35" Type="http://schemas.openxmlformats.org/officeDocument/2006/relationships/image" Target="../media/image40.png"/><Relationship Id="rId43" Type="http://schemas.openxmlformats.org/officeDocument/2006/relationships/image" Target="../media/image48.png"/><Relationship Id="rId48" Type="http://schemas.openxmlformats.org/officeDocument/2006/relationships/image" Target="../media/image53.png"/><Relationship Id="rId56" Type="http://schemas.openxmlformats.org/officeDocument/2006/relationships/image" Target="../media/image61.png"/><Relationship Id="rId8" Type="http://schemas.openxmlformats.org/officeDocument/2006/relationships/image" Target="../media/image134.png"/><Relationship Id="rId51" Type="http://schemas.openxmlformats.org/officeDocument/2006/relationships/image" Target="../media/image56.png"/><Relationship Id="rId3" Type="http://schemas.openxmlformats.org/officeDocument/2006/relationships/image" Target="../media/image3.png"/><Relationship Id="rId12" Type="http://schemas.openxmlformats.org/officeDocument/2006/relationships/image" Target="../media/image170.png"/><Relationship Id="rId17" Type="http://schemas.openxmlformats.org/officeDocument/2006/relationships/image" Target="../media/image220.png"/><Relationship Id="rId25" Type="http://schemas.openxmlformats.org/officeDocument/2006/relationships/image" Target="../media/image300.png"/><Relationship Id="rId33" Type="http://schemas.openxmlformats.org/officeDocument/2006/relationships/image" Target="../media/image38.png"/><Relationship Id="rId38" Type="http://schemas.openxmlformats.org/officeDocument/2006/relationships/image" Target="../media/image43.png"/><Relationship Id="rId46" Type="http://schemas.openxmlformats.org/officeDocument/2006/relationships/image" Target="../media/image51.png"/><Relationship Id="rId20" Type="http://schemas.openxmlformats.org/officeDocument/2006/relationships/image" Target="../media/image250.png"/><Relationship Id="rId41" Type="http://schemas.openxmlformats.org/officeDocument/2006/relationships/image" Target="../media/image46.png"/><Relationship Id="rId54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5" Type="http://schemas.openxmlformats.org/officeDocument/2006/relationships/image" Target="../media/image200.png"/><Relationship Id="rId23" Type="http://schemas.openxmlformats.org/officeDocument/2006/relationships/image" Target="../media/image280.png"/><Relationship Id="rId28" Type="http://schemas.openxmlformats.org/officeDocument/2006/relationships/image" Target="../media/image33.png"/><Relationship Id="rId36" Type="http://schemas.openxmlformats.org/officeDocument/2006/relationships/image" Target="../media/image41.png"/><Relationship Id="rId49" Type="http://schemas.openxmlformats.org/officeDocument/2006/relationships/image" Target="../media/image54.png"/><Relationship Id="rId57" Type="http://schemas.openxmlformats.org/officeDocument/2006/relationships/image" Target="../media/image62.png"/><Relationship Id="rId10" Type="http://schemas.openxmlformats.org/officeDocument/2006/relationships/image" Target="../media/image150.png"/><Relationship Id="rId31" Type="http://schemas.openxmlformats.org/officeDocument/2006/relationships/image" Target="../media/image36.png"/><Relationship Id="rId44" Type="http://schemas.openxmlformats.org/officeDocument/2006/relationships/image" Target="../media/image49.png"/><Relationship Id="rId52" Type="http://schemas.openxmlformats.org/officeDocument/2006/relationships/image" Target="../media/image57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0.png"/><Relationship Id="rId18" Type="http://schemas.openxmlformats.org/officeDocument/2006/relationships/image" Target="../media/image230.png"/><Relationship Id="rId26" Type="http://schemas.openxmlformats.org/officeDocument/2006/relationships/image" Target="../media/image310.png"/><Relationship Id="rId39" Type="http://schemas.openxmlformats.org/officeDocument/2006/relationships/image" Target="../media/image44.png"/><Relationship Id="rId21" Type="http://schemas.openxmlformats.org/officeDocument/2006/relationships/image" Target="../media/image260.png"/><Relationship Id="rId34" Type="http://schemas.openxmlformats.org/officeDocument/2006/relationships/image" Target="../media/image39.png"/><Relationship Id="rId42" Type="http://schemas.openxmlformats.org/officeDocument/2006/relationships/image" Target="../media/image47.png"/><Relationship Id="rId47" Type="http://schemas.openxmlformats.org/officeDocument/2006/relationships/image" Target="../media/image52.png"/><Relationship Id="rId50" Type="http://schemas.openxmlformats.org/officeDocument/2006/relationships/image" Target="../media/image55.png"/><Relationship Id="rId55" Type="http://schemas.openxmlformats.org/officeDocument/2006/relationships/image" Target="../media/image60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10.png"/><Relationship Id="rId29" Type="http://schemas.openxmlformats.org/officeDocument/2006/relationships/image" Target="../media/image34.png"/><Relationship Id="rId11" Type="http://schemas.openxmlformats.org/officeDocument/2006/relationships/image" Target="../media/image160.png"/><Relationship Id="rId24" Type="http://schemas.openxmlformats.org/officeDocument/2006/relationships/image" Target="../media/image290.png"/><Relationship Id="rId32" Type="http://schemas.openxmlformats.org/officeDocument/2006/relationships/image" Target="../media/image37.png"/><Relationship Id="rId37" Type="http://schemas.openxmlformats.org/officeDocument/2006/relationships/image" Target="../media/image42.png"/><Relationship Id="rId40" Type="http://schemas.openxmlformats.org/officeDocument/2006/relationships/image" Target="../media/image45.png"/><Relationship Id="rId45" Type="http://schemas.openxmlformats.org/officeDocument/2006/relationships/image" Target="../media/image50.png"/><Relationship Id="rId53" Type="http://schemas.openxmlformats.org/officeDocument/2006/relationships/image" Target="../media/image58.png"/><Relationship Id="rId5" Type="http://schemas.openxmlformats.org/officeDocument/2006/relationships/image" Target="../media/image10.png"/><Relationship Id="rId19" Type="http://schemas.openxmlformats.org/officeDocument/2006/relationships/image" Target="../media/image240.png"/><Relationship Id="rId4" Type="http://schemas.openxmlformats.org/officeDocument/2006/relationships/image" Target="../media/image9.png"/><Relationship Id="rId9" Type="http://schemas.openxmlformats.org/officeDocument/2006/relationships/image" Target="../media/image140.png"/><Relationship Id="rId14" Type="http://schemas.openxmlformats.org/officeDocument/2006/relationships/image" Target="../media/image190.png"/><Relationship Id="rId22" Type="http://schemas.openxmlformats.org/officeDocument/2006/relationships/image" Target="../media/image270.png"/><Relationship Id="rId27" Type="http://schemas.openxmlformats.org/officeDocument/2006/relationships/image" Target="../media/image32.png"/><Relationship Id="rId30" Type="http://schemas.openxmlformats.org/officeDocument/2006/relationships/image" Target="../media/image35.png"/><Relationship Id="rId35" Type="http://schemas.openxmlformats.org/officeDocument/2006/relationships/image" Target="../media/image40.png"/><Relationship Id="rId43" Type="http://schemas.openxmlformats.org/officeDocument/2006/relationships/image" Target="../media/image48.png"/><Relationship Id="rId48" Type="http://schemas.openxmlformats.org/officeDocument/2006/relationships/image" Target="../media/image53.png"/><Relationship Id="rId56" Type="http://schemas.openxmlformats.org/officeDocument/2006/relationships/image" Target="../media/image61.png"/><Relationship Id="rId8" Type="http://schemas.openxmlformats.org/officeDocument/2006/relationships/image" Target="../media/image134.png"/><Relationship Id="rId51" Type="http://schemas.openxmlformats.org/officeDocument/2006/relationships/image" Target="../media/image56.png"/><Relationship Id="rId3" Type="http://schemas.openxmlformats.org/officeDocument/2006/relationships/image" Target="../media/image3.png"/><Relationship Id="rId12" Type="http://schemas.openxmlformats.org/officeDocument/2006/relationships/image" Target="../media/image170.png"/><Relationship Id="rId17" Type="http://schemas.openxmlformats.org/officeDocument/2006/relationships/image" Target="../media/image220.png"/><Relationship Id="rId25" Type="http://schemas.openxmlformats.org/officeDocument/2006/relationships/image" Target="../media/image300.png"/><Relationship Id="rId33" Type="http://schemas.openxmlformats.org/officeDocument/2006/relationships/image" Target="../media/image38.png"/><Relationship Id="rId38" Type="http://schemas.openxmlformats.org/officeDocument/2006/relationships/image" Target="../media/image43.png"/><Relationship Id="rId46" Type="http://schemas.openxmlformats.org/officeDocument/2006/relationships/image" Target="../media/image51.png"/><Relationship Id="rId20" Type="http://schemas.openxmlformats.org/officeDocument/2006/relationships/image" Target="../media/image250.png"/><Relationship Id="rId41" Type="http://schemas.openxmlformats.org/officeDocument/2006/relationships/image" Target="../media/image46.png"/><Relationship Id="rId54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5" Type="http://schemas.openxmlformats.org/officeDocument/2006/relationships/image" Target="../media/image200.png"/><Relationship Id="rId23" Type="http://schemas.openxmlformats.org/officeDocument/2006/relationships/image" Target="../media/image280.png"/><Relationship Id="rId28" Type="http://schemas.openxmlformats.org/officeDocument/2006/relationships/image" Target="../media/image33.png"/><Relationship Id="rId36" Type="http://schemas.openxmlformats.org/officeDocument/2006/relationships/image" Target="../media/image41.png"/><Relationship Id="rId49" Type="http://schemas.openxmlformats.org/officeDocument/2006/relationships/image" Target="../media/image54.png"/><Relationship Id="rId57" Type="http://schemas.openxmlformats.org/officeDocument/2006/relationships/image" Target="../media/image62.png"/><Relationship Id="rId10" Type="http://schemas.openxmlformats.org/officeDocument/2006/relationships/image" Target="../media/image150.png"/><Relationship Id="rId31" Type="http://schemas.openxmlformats.org/officeDocument/2006/relationships/image" Target="../media/image36.png"/><Relationship Id="rId44" Type="http://schemas.openxmlformats.org/officeDocument/2006/relationships/image" Target="../media/image49.png"/><Relationship Id="rId52" Type="http://schemas.openxmlformats.org/officeDocument/2006/relationships/image" Target="../media/image57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0.png"/><Relationship Id="rId18" Type="http://schemas.openxmlformats.org/officeDocument/2006/relationships/image" Target="../media/image230.png"/><Relationship Id="rId26" Type="http://schemas.openxmlformats.org/officeDocument/2006/relationships/image" Target="../media/image310.png"/><Relationship Id="rId39" Type="http://schemas.openxmlformats.org/officeDocument/2006/relationships/image" Target="../media/image44.png"/><Relationship Id="rId21" Type="http://schemas.openxmlformats.org/officeDocument/2006/relationships/image" Target="../media/image260.png"/><Relationship Id="rId34" Type="http://schemas.openxmlformats.org/officeDocument/2006/relationships/image" Target="../media/image39.png"/><Relationship Id="rId42" Type="http://schemas.openxmlformats.org/officeDocument/2006/relationships/image" Target="../media/image47.png"/><Relationship Id="rId47" Type="http://schemas.openxmlformats.org/officeDocument/2006/relationships/image" Target="../media/image52.png"/><Relationship Id="rId50" Type="http://schemas.openxmlformats.org/officeDocument/2006/relationships/image" Target="../media/image55.png"/><Relationship Id="rId55" Type="http://schemas.openxmlformats.org/officeDocument/2006/relationships/image" Target="../media/image60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10.png"/><Relationship Id="rId29" Type="http://schemas.openxmlformats.org/officeDocument/2006/relationships/image" Target="../media/image34.png"/><Relationship Id="rId11" Type="http://schemas.openxmlformats.org/officeDocument/2006/relationships/image" Target="../media/image160.png"/><Relationship Id="rId24" Type="http://schemas.openxmlformats.org/officeDocument/2006/relationships/image" Target="../media/image290.png"/><Relationship Id="rId32" Type="http://schemas.openxmlformats.org/officeDocument/2006/relationships/image" Target="../media/image37.png"/><Relationship Id="rId37" Type="http://schemas.openxmlformats.org/officeDocument/2006/relationships/image" Target="../media/image42.png"/><Relationship Id="rId40" Type="http://schemas.openxmlformats.org/officeDocument/2006/relationships/image" Target="../media/image45.png"/><Relationship Id="rId45" Type="http://schemas.openxmlformats.org/officeDocument/2006/relationships/image" Target="../media/image50.png"/><Relationship Id="rId53" Type="http://schemas.openxmlformats.org/officeDocument/2006/relationships/image" Target="../media/image58.png"/><Relationship Id="rId5" Type="http://schemas.openxmlformats.org/officeDocument/2006/relationships/image" Target="../media/image10.png"/><Relationship Id="rId19" Type="http://schemas.openxmlformats.org/officeDocument/2006/relationships/image" Target="../media/image240.png"/><Relationship Id="rId4" Type="http://schemas.openxmlformats.org/officeDocument/2006/relationships/image" Target="../media/image9.png"/><Relationship Id="rId9" Type="http://schemas.openxmlformats.org/officeDocument/2006/relationships/image" Target="../media/image140.png"/><Relationship Id="rId14" Type="http://schemas.openxmlformats.org/officeDocument/2006/relationships/image" Target="../media/image190.png"/><Relationship Id="rId22" Type="http://schemas.openxmlformats.org/officeDocument/2006/relationships/image" Target="../media/image270.png"/><Relationship Id="rId27" Type="http://schemas.openxmlformats.org/officeDocument/2006/relationships/image" Target="../media/image32.png"/><Relationship Id="rId30" Type="http://schemas.openxmlformats.org/officeDocument/2006/relationships/image" Target="../media/image35.png"/><Relationship Id="rId35" Type="http://schemas.openxmlformats.org/officeDocument/2006/relationships/image" Target="../media/image40.png"/><Relationship Id="rId43" Type="http://schemas.openxmlformats.org/officeDocument/2006/relationships/image" Target="../media/image48.png"/><Relationship Id="rId48" Type="http://schemas.openxmlformats.org/officeDocument/2006/relationships/image" Target="../media/image53.png"/><Relationship Id="rId56" Type="http://schemas.openxmlformats.org/officeDocument/2006/relationships/image" Target="../media/image61.png"/><Relationship Id="rId8" Type="http://schemas.openxmlformats.org/officeDocument/2006/relationships/image" Target="../media/image134.png"/><Relationship Id="rId51" Type="http://schemas.openxmlformats.org/officeDocument/2006/relationships/image" Target="../media/image56.png"/><Relationship Id="rId3" Type="http://schemas.openxmlformats.org/officeDocument/2006/relationships/image" Target="../media/image3.png"/><Relationship Id="rId12" Type="http://schemas.openxmlformats.org/officeDocument/2006/relationships/image" Target="../media/image170.png"/><Relationship Id="rId17" Type="http://schemas.openxmlformats.org/officeDocument/2006/relationships/image" Target="../media/image220.png"/><Relationship Id="rId25" Type="http://schemas.openxmlformats.org/officeDocument/2006/relationships/image" Target="../media/image300.png"/><Relationship Id="rId33" Type="http://schemas.openxmlformats.org/officeDocument/2006/relationships/image" Target="../media/image38.png"/><Relationship Id="rId38" Type="http://schemas.openxmlformats.org/officeDocument/2006/relationships/image" Target="../media/image43.png"/><Relationship Id="rId46" Type="http://schemas.openxmlformats.org/officeDocument/2006/relationships/image" Target="../media/image51.png"/><Relationship Id="rId20" Type="http://schemas.openxmlformats.org/officeDocument/2006/relationships/image" Target="../media/image250.png"/><Relationship Id="rId41" Type="http://schemas.openxmlformats.org/officeDocument/2006/relationships/image" Target="../media/image46.png"/><Relationship Id="rId54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5" Type="http://schemas.openxmlformats.org/officeDocument/2006/relationships/image" Target="../media/image200.png"/><Relationship Id="rId23" Type="http://schemas.openxmlformats.org/officeDocument/2006/relationships/image" Target="../media/image280.png"/><Relationship Id="rId28" Type="http://schemas.openxmlformats.org/officeDocument/2006/relationships/image" Target="../media/image33.png"/><Relationship Id="rId36" Type="http://schemas.openxmlformats.org/officeDocument/2006/relationships/image" Target="../media/image41.png"/><Relationship Id="rId49" Type="http://schemas.openxmlformats.org/officeDocument/2006/relationships/image" Target="../media/image54.png"/><Relationship Id="rId57" Type="http://schemas.openxmlformats.org/officeDocument/2006/relationships/image" Target="../media/image62.png"/><Relationship Id="rId10" Type="http://schemas.openxmlformats.org/officeDocument/2006/relationships/image" Target="../media/image150.png"/><Relationship Id="rId31" Type="http://schemas.openxmlformats.org/officeDocument/2006/relationships/image" Target="../media/image36.png"/><Relationship Id="rId44" Type="http://schemas.openxmlformats.org/officeDocument/2006/relationships/image" Target="../media/image49.png"/><Relationship Id="rId52" Type="http://schemas.openxmlformats.org/officeDocument/2006/relationships/image" Target="../media/image57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10.png"/><Relationship Id="rId18" Type="http://schemas.openxmlformats.org/officeDocument/2006/relationships/image" Target="../media/image36.png"/><Relationship Id="rId26" Type="http://schemas.openxmlformats.org/officeDocument/2006/relationships/image" Target="../media/image44.png"/><Relationship Id="rId39" Type="http://schemas.openxmlformats.org/officeDocument/2006/relationships/image" Target="../media/image4.png"/><Relationship Id="rId21" Type="http://schemas.openxmlformats.org/officeDocument/2006/relationships/image" Target="../media/image39.png"/><Relationship Id="rId34" Type="http://schemas.openxmlformats.org/officeDocument/2006/relationships/image" Target="../media/image52.png"/><Relationship Id="rId42" Type="http://schemas.openxmlformats.org/officeDocument/2006/relationships/image" Target="../media/image66.png"/><Relationship Id="rId7" Type="http://schemas.openxmlformats.org/officeDocument/2006/relationships/image" Target="../media/image250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34.png"/><Relationship Id="rId20" Type="http://schemas.openxmlformats.org/officeDocument/2006/relationships/image" Target="../media/image38.png"/><Relationship Id="rId29" Type="http://schemas.openxmlformats.org/officeDocument/2006/relationships/image" Target="../media/image47.png"/><Relationship Id="rId41" Type="http://schemas.openxmlformats.org/officeDocument/2006/relationships/image" Target="../media/image6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0.png"/><Relationship Id="rId11" Type="http://schemas.openxmlformats.org/officeDocument/2006/relationships/image" Target="../media/image290.png"/><Relationship Id="rId24" Type="http://schemas.openxmlformats.org/officeDocument/2006/relationships/image" Target="../media/image42.png"/><Relationship Id="rId32" Type="http://schemas.openxmlformats.org/officeDocument/2006/relationships/image" Target="../media/image50.png"/><Relationship Id="rId37" Type="http://schemas.openxmlformats.org/officeDocument/2006/relationships/image" Target="../media/image55.png"/><Relationship Id="rId40" Type="http://schemas.openxmlformats.org/officeDocument/2006/relationships/image" Target="../media/image64.png"/><Relationship Id="rId5" Type="http://schemas.openxmlformats.org/officeDocument/2006/relationships/image" Target="../media/image230.png"/><Relationship Id="rId15" Type="http://schemas.openxmlformats.org/officeDocument/2006/relationships/image" Target="../media/image33.png"/><Relationship Id="rId23" Type="http://schemas.openxmlformats.org/officeDocument/2006/relationships/image" Target="../media/image41.png"/><Relationship Id="rId28" Type="http://schemas.openxmlformats.org/officeDocument/2006/relationships/image" Target="../media/image46.png"/><Relationship Id="rId36" Type="http://schemas.openxmlformats.org/officeDocument/2006/relationships/image" Target="../media/image54.png"/><Relationship Id="rId10" Type="http://schemas.openxmlformats.org/officeDocument/2006/relationships/image" Target="../media/image280.png"/><Relationship Id="rId19" Type="http://schemas.openxmlformats.org/officeDocument/2006/relationships/image" Target="../media/image37.png"/><Relationship Id="rId31" Type="http://schemas.openxmlformats.org/officeDocument/2006/relationships/image" Target="../media/image49.png"/><Relationship Id="rId4" Type="http://schemas.openxmlformats.org/officeDocument/2006/relationships/image" Target="../media/image220.png"/><Relationship Id="rId9" Type="http://schemas.openxmlformats.org/officeDocument/2006/relationships/image" Target="../media/image270.png"/><Relationship Id="rId14" Type="http://schemas.openxmlformats.org/officeDocument/2006/relationships/image" Target="../media/image32.png"/><Relationship Id="rId22" Type="http://schemas.openxmlformats.org/officeDocument/2006/relationships/image" Target="../media/image40.png"/><Relationship Id="rId27" Type="http://schemas.openxmlformats.org/officeDocument/2006/relationships/image" Target="../media/image45.png"/><Relationship Id="rId30" Type="http://schemas.openxmlformats.org/officeDocument/2006/relationships/image" Target="../media/image48.png"/><Relationship Id="rId35" Type="http://schemas.openxmlformats.org/officeDocument/2006/relationships/image" Target="../media/image53.png"/><Relationship Id="rId8" Type="http://schemas.openxmlformats.org/officeDocument/2006/relationships/image" Target="../media/image260.png"/><Relationship Id="rId3" Type="http://schemas.openxmlformats.org/officeDocument/2006/relationships/image" Target="../media/image210.png"/><Relationship Id="rId12" Type="http://schemas.openxmlformats.org/officeDocument/2006/relationships/image" Target="../media/image300.png"/><Relationship Id="rId17" Type="http://schemas.openxmlformats.org/officeDocument/2006/relationships/image" Target="../media/image35.png"/><Relationship Id="rId25" Type="http://schemas.openxmlformats.org/officeDocument/2006/relationships/image" Target="../media/image43.png"/><Relationship Id="rId33" Type="http://schemas.openxmlformats.org/officeDocument/2006/relationships/image" Target="../media/image51.png"/><Relationship Id="rId38" Type="http://schemas.openxmlformats.org/officeDocument/2006/relationships/image" Target="../media/image5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image" Target="../media/image5.png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11" Type="http://schemas.openxmlformats.org/officeDocument/2006/relationships/image" Target="../media/image17.png"/><Relationship Id="rId5" Type="http://schemas.openxmlformats.org/officeDocument/2006/relationships/image" Target="../media/image7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6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6F6684A-012C-F619-EEB8-DF80934AC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571" y="757018"/>
            <a:ext cx="7204858" cy="1805089"/>
          </a:xfrm>
        </p:spPr>
        <p:txBody>
          <a:bodyPr>
            <a:normAutofit fontScale="90000"/>
          </a:bodyPr>
          <a:lstStyle/>
          <a:p>
            <a:pPr algn="ctr">
              <a:lnSpc>
                <a:spcPts val="4700"/>
              </a:lnSpc>
            </a:pPr>
            <a:r>
              <a:rPr lang="en-US" dirty="0"/>
              <a:t>Enhancing Belief Propagation Decoders for Correlated Errors Using Cycle Error Characterization</a:t>
            </a: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BE5FD5F0-2098-B60E-7F08-4478C2A813F7}"/>
              </a:ext>
            </a:extLst>
          </p:cNvPr>
          <p:cNvSpPr txBox="1">
            <a:spLocks/>
          </p:cNvSpPr>
          <p:nvPr/>
        </p:nvSpPr>
        <p:spPr>
          <a:xfrm>
            <a:off x="1220189" y="3143999"/>
            <a:ext cx="9751621" cy="6917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ts val="4700"/>
              </a:lnSpc>
            </a:pPr>
            <a:r>
              <a:rPr lang="en-US" sz="3200" dirty="0" err="1"/>
              <a:t>Debankan</a:t>
            </a:r>
            <a:r>
              <a:rPr lang="en-US" sz="3200" dirty="0"/>
              <a:t> </a:t>
            </a:r>
            <a:r>
              <a:rPr lang="en-US" sz="3200" dirty="0" err="1"/>
              <a:t>Sannamoth</a:t>
            </a:r>
            <a:r>
              <a:rPr lang="en-US" sz="3200" dirty="0"/>
              <a:t>, </a:t>
            </a:r>
            <a:r>
              <a:rPr lang="en-US" sz="3200" b="1" u="sng" dirty="0"/>
              <a:t>Pavithran Iyer</a:t>
            </a:r>
            <a:r>
              <a:rPr lang="en-US" sz="3200" dirty="0"/>
              <a:t>, and Joseph Emerson</a:t>
            </a: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AE4315DA-9B96-6F7E-6189-6BE60116188F}"/>
              </a:ext>
            </a:extLst>
          </p:cNvPr>
          <p:cNvSpPr txBox="1">
            <a:spLocks/>
          </p:cNvSpPr>
          <p:nvPr/>
        </p:nvSpPr>
        <p:spPr>
          <a:xfrm>
            <a:off x="3299855" y="4210799"/>
            <a:ext cx="5592288" cy="13201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ts val="4700"/>
              </a:lnSpc>
            </a:pPr>
            <a:r>
              <a:rPr lang="en-US" sz="3200" dirty="0"/>
              <a:t>APS March Meeting 2026</a:t>
            </a:r>
          </a:p>
          <a:p>
            <a:pPr algn="ctr">
              <a:lnSpc>
                <a:spcPts val="4700"/>
              </a:lnSpc>
            </a:pPr>
            <a:r>
              <a:rPr lang="en-US" sz="3200" dirty="0"/>
              <a:t>MAR-C09:5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45DFD7E-E992-7519-2A45-9EE63CDE86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291" y="5331420"/>
            <a:ext cx="2837543" cy="1200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ogos | Brand | University of Waterloo">
            <a:extLst>
              <a:ext uri="{FF2B5EF4-FFF2-40B4-BE49-F238E27FC236}">
                <a16:creationId xmlns:a16="http://schemas.microsoft.com/office/drawing/2014/main" id="{1BC946CE-CE0C-FFE3-7CA1-2C8190E862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2727" y="5174874"/>
            <a:ext cx="3784600" cy="1513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1314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B947D-EE59-3BF2-3AA8-2A25796C0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C0214A3-0E1E-B4E1-5B80-5A158BB6D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571" y="139495"/>
            <a:ext cx="7204858" cy="7749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Results at a Glance</a:t>
            </a:r>
          </a:p>
        </p:txBody>
      </p:sp>
    </p:spTree>
    <p:extLst>
      <p:ext uri="{BB962C8B-B14F-4D97-AF65-F5344CB8AC3E}">
        <p14:creationId xmlns:p14="http://schemas.microsoft.com/office/powerpoint/2010/main" val="2798005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26269-8DC5-9B3E-6491-4394E0534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AA5A984-A2D9-BA73-9DA5-7071D813D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571" y="139495"/>
            <a:ext cx="7204858" cy="77490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Cycle Error Reconstruction (CER)</a:t>
            </a:r>
          </a:p>
        </p:txBody>
      </p:sp>
    </p:spTree>
    <p:extLst>
      <p:ext uri="{BB962C8B-B14F-4D97-AF65-F5344CB8AC3E}">
        <p14:creationId xmlns:p14="http://schemas.microsoft.com/office/powerpoint/2010/main" val="2442000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87B17-57A9-40D6-E3B7-7BB756B60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3912B28D-5711-7335-71A1-47E6BA6FBCA4}"/>
              </a:ext>
            </a:extLst>
          </p:cNvPr>
          <p:cNvSpPr/>
          <p:nvPr/>
        </p:nvSpPr>
        <p:spPr>
          <a:xfrm>
            <a:off x="8726744" y="1054564"/>
            <a:ext cx="1527689" cy="7286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5F486B3-F7D6-E6FA-8C10-BF00DE6B22DC}"/>
              </a:ext>
            </a:extLst>
          </p:cNvPr>
          <p:cNvSpPr/>
          <p:nvPr/>
        </p:nvSpPr>
        <p:spPr>
          <a:xfrm>
            <a:off x="2629974" y="1054565"/>
            <a:ext cx="1527689" cy="7286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A2A815-C746-E6E6-0324-EF7D191A1118}"/>
              </a:ext>
            </a:extLst>
          </p:cNvPr>
          <p:cNvSpPr txBox="1"/>
          <p:nvPr/>
        </p:nvSpPr>
        <p:spPr>
          <a:xfrm>
            <a:off x="2744703" y="0"/>
            <a:ext cx="674588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Hypergraph Product Codes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20BB84-D5D7-4B23-A563-AC35663EFEDF}"/>
              </a:ext>
            </a:extLst>
          </p:cNvPr>
          <p:cNvSpPr txBox="1"/>
          <p:nvPr/>
        </p:nvSpPr>
        <p:spPr>
          <a:xfrm>
            <a:off x="0" y="1157287"/>
            <a:ext cx="112308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Combine two classical binary linear codes to obtain a quantum code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9E29487-0028-BC7A-37D0-CBF04208DF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371" y="2671136"/>
            <a:ext cx="3294995" cy="99536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6D46E32-699A-6470-62A4-4E4B92AA86DD}"/>
              </a:ext>
            </a:extLst>
          </p:cNvPr>
          <p:cNvSpPr/>
          <p:nvPr/>
        </p:nvSpPr>
        <p:spPr>
          <a:xfrm>
            <a:off x="1533558" y="4661860"/>
            <a:ext cx="528310" cy="52831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9FFD01-7B08-9533-5B49-194F9A7E64F1}"/>
              </a:ext>
            </a:extLst>
          </p:cNvPr>
          <p:cNvSpPr/>
          <p:nvPr/>
        </p:nvSpPr>
        <p:spPr>
          <a:xfrm>
            <a:off x="2891571" y="4661860"/>
            <a:ext cx="528310" cy="52831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F5F1CCA-BB8F-1CC7-45DE-4766137671C6}"/>
                  </a:ext>
                </a:extLst>
              </p:cNvPr>
              <p:cNvSpPr txBox="1"/>
              <p:nvPr/>
            </p:nvSpPr>
            <p:spPr>
              <a:xfrm>
                <a:off x="3919571" y="2671136"/>
                <a:ext cx="42684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F5F1CCA-BB8F-1CC7-45DE-476613767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9571" y="2671136"/>
                <a:ext cx="426847" cy="430887"/>
              </a:xfrm>
              <a:prstGeom prst="rect">
                <a:avLst/>
              </a:prstGeom>
              <a:blipFill>
                <a:blip r:embed="rId4"/>
                <a:stretch>
                  <a:fillRect l="-11429" r="-8571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03F044E-FC90-99A3-852F-B216BEA71F4D}"/>
                  </a:ext>
                </a:extLst>
              </p:cNvPr>
              <p:cNvSpPr txBox="1"/>
              <p:nvPr/>
            </p:nvSpPr>
            <p:spPr>
              <a:xfrm>
                <a:off x="3919570" y="3168817"/>
                <a:ext cx="42684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03F044E-FC90-99A3-852F-B216BEA71F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9570" y="3168817"/>
                <a:ext cx="426847" cy="430887"/>
              </a:xfrm>
              <a:prstGeom prst="rect">
                <a:avLst/>
              </a:prstGeom>
              <a:blipFill>
                <a:blip r:embed="rId5"/>
                <a:stretch>
                  <a:fillRect l="-11429" r="-8571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F32526E-074F-62AB-64D2-E1F149C76D8D}"/>
                  </a:ext>
                </a:extLst>
              </p:cNvPr>
              <p:cNvSpPr txBox="1"/>
              <p:nvPr/>
            </p:nvSpPr>
            <p:spPr>
              <a:xfrm>
                <a:off x="1533558" y="3666499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F32526E-074F-62AB-64D2-E1F149C76D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3558" y="3666499"/>
                <a:ext cx="460511" cy="430887"/>
              </a:xfrm>
              <a:prstGeom prst="rect">
                <a:avLst/>
              </a:prstGeom>
              <a:blipFill>
                <a:blip r:embed="rId6"/>
                <a:stretch>
                  <a:fillRect l="-10811" r="-8108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794D8B9-428F-FF6F-26F1-DBAD959C2BC8}"/>
                  </a:ext>
                </a:extLst>
              </p:cNvPr>
              <p:cNvSpPr txBox="1"/>
              <p:nvPr/>
            </p:nvSpPr>
            <p:spPr>
              <a:xfrm>
                <a:off x="2061868" y="3666499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794D8B9-428F-FF6F-26F1-DBAD959C2B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1868" y="3666499"/>
                <a:ext cx="460511" cy="430887"/>
              </a:xfrm>
              <a:prstGeom prst="rect">
                <a:avLst/>
              </a:prstGeom>
              <a:blipFill>
                <a:blip r:embed="rId7"/>
                <a:stretch>
                  <a:fillRect l="-13514" r="-8108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8F1C52C-98DE-1F08-6A33-D8B8EE02E110}"/>
                  </a:ext>
                </a:extLst>
              </p:cNvPr>
              <p:cNvSpPr txBox="1"/>
              <p:nvPr/>
            </p:nvSpPr>
            <p:spPr>
              <a:xfrm>
                <a:off x="2695215" y="3666498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8F1C52C-98DE-1F08-6A33-D8B8EE02E1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5215" y="3666498"/>
                <a:ext cx="460511" cy="430887"/>
              </a:xfrm>
              <a:prstGeom prst="rect">
                <a:avLst/>
              </a:prstGeom>
              <a:blipFill>
                <a:blip r:embed="rId8"/>
                <a:stretch>
                  <a:fillRect l="-13514" r="-8108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6068216-0D63-BB74-3937-BCE9ED791E59}"/>
                  </a:ext>
                </a:extLst>
              </p:cNvPr>
              <p:cNvSpPr txBox="1"/>
              <p:nvPr/>
            </p:nvSpPr>
            <p:spPr>
              <a:xfrm>
                <a:off x="3248855" y="3666497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6068216-0D63-BB74-3937-BCE9ED791E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8855" y="3666497"/>
                <a:ext cx="460511" cy="430887"/>
              </a:xfrm>
              <a:prstGeom prst="rect">
                <a:avLst/>
              </a:prstGeom>
              <a:blipFill>
                <a:blip r:embed="rId9"/>
                <a:stretch>
                  <a:fillRect l="-10811" r="-8108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D0FD43E-2781-A2BF-70D2-3101D4B3C305}"/>
                  </a:ext>
                </a:extLst>
              </p:cNvPr>
              <p:cNvSpPr txBox="1"/>
              <p:nvPr/>
            </p:nvSpPr>
            <p:spPr>
              <a:xfrm>
                <a:off x="1635021" y="4684837"/>
                <a:ext cx="42684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D0FD43E-2781-A2BF-70D2-3101D4B3C3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5021" y="4684837"/>
                <a:ext cx="426847" cy="430887"/>
              </a:xfrm>
              <a:prstGeom prst="rect">
                <a:avLst/>
              </a:prstGeom>
              <a:blipFill>
                <a:blip r:embed="rId10"/>
                <a:stretch>
                  <a:fillRect l="-11429" r="-8571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A13F111-D864-507C-4954-B1007E6D49A0}"/>
                  </a:ext>
                </a:extLst>
              </p:cNvPr>
              <p:cNvSpPr txBox="1"/>
              <p:nvPr/>
            </p:nvSpPr>
            <p:spPr>
              <a:xfrm>
                <a:off x="2993034" y="4661859"/>
                <a:ext cx="42684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A13F111-D864-507C-4954-B1007E6D49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3034" y="4661859"/>
                <a:ext cx="426847" cy="430887"/>
              </a:xfrm>
              <a:prstGeom prst="rect">
                <a:avLst/>
              </a:prstGeom>
              <a:blipFill>
                <a:blip r:embed="rId11"/>
                <a:stretch>
                  <a:fillRect l="-11429" r="-8571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Oval 20">
            <a:extLst>
              <a:ext uri="{FF2B5EF4-FFF2-40B4-BE49-F238E27FC236}">
                <a16:creationId xmlns:a16="http://schemas.microsoft.com/office/drawing/2014/main" id="{2FEAF0B6-4DE9-2F6E-C8A8-1A344FB5C2FF}"/>
              </a:ext>
            </a:extLst>
          </p:cNvPr>
          <p:cNvSpPr/>
          <p:nvPr/>
        </p:nvSpPr>
        <p:spPr>
          <a:xfrm>
            <a:off x="155825" y="5823787"/>
            <a:ext cx="528637" cy="528637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5DD0801-0C68-0307-F47E-CBEDEBC6946B}"/>
              </a:ext>
            </a:extLst>
          </p:cNvPr>
          <p:cNvSpPr/>
          <p:nvPr/>
        </p:nvSpPr>
        <p:spPr>
          <a:xfrm>
            <a:off x="1552689" y="5823789"/>
            <a:ext cx="528637" cy="528637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7223BFB-E6DB-EB7A-982D-FF81FB6D6AF3}"/>
              </a:ext>
            </a:extLst>
          </p:cNvPr>
          <p:cNvSpPr/>
          <p:nvPr/>
        </p:nvSpPr>
        <p:spPr>
          <a:xfrm>
            <a:off x="2949553" y="5823789"/>
            <a:ext cx="528637" cy="528637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A2D2B0B-17D0-40DC-CA2D-E3808BE81811}"/>
              </a:ext>
            </a:extLst>
          </p:cNvPr>
          <p:cNvSpPr/>
          <p:nvPr/>
        </p:nvSpPr>
        <p:spPr>
          <a:xfrm>
            <a:off x="4346417" y="5823788"/>
            <a:ext cx="528637" cy="528637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C9E85EF-44E0-F9F7-3F11-918DEDBCA50F}"/>
                  </a:ext>
                </a:extLst>
              </p:cNvPr>
              <p:cNvSpPr txBox="1"/>
              <p:nvPr/>
            </p:nvSpPr>
            <p:spPr>
              <a:xfrm>
                <a:off x="223951" y="5823787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C9E85EF-44E0-F9F7-3F11-918DEDBCA5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951" y="5823787"/>
                <a:ext cx="460511" cy="430887"/>
              </a:xfrm>
              <a:prstGeom prst="rect">
                <a:avLst/>
              </a:prstGeom>
              <a:blipFill>
                <a:blip r:embed="rId12"/>
                <a:stretch>
                  <a:fillRect l="-10811" r="-10811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D0AED0F-6CB2-7865-259D-6F3D6A2EED6C}"/>
                  </a:ext>
                </a:extLst>
              </p:cNvPr>
              <p:cNvSpPr txBox="1"/>
              <p:nvPr/>
            </p:nvSpPr>
            <p:spPr>
              <a:xfrm>
                <a:off x="1635021" y="5823786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D0AED0F-6CB2-7865-259D-6F3D6A2EED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5021" y="5823786"/>
                <a:ext cx="460511" cy="430887"/>
              </a:xfrm>
              <a:prstGeom prst="rect">
                <a:avLst/>
              </a:prstGeom>
              <a:blipFill>
                <a:blip r:embed="rId13"/>
                <a:stretch>
                  <a:fillRect l="-10526" r="-5263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66F6BFC-A11B-A78C-C42A-995907004DA7}"/>
                  </a:ext>
                </a:extLst>
              </p:cNvPr>
              <p:cNvSpPr txBox="1"/>
              <p:nvPr/>
            </p:nvSpPr>
            <p:spPr>
              <a:xfrm>
                <a:off x="3003473" y="5823787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66F6BFC-A11B-A78C-C42A-995907004D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3473" y="5823787"/>
                <a:ext cx="460511" cy="430887"/>
              </a:xfrm>
              <a:prstGeom prst="rect">
                <a:avLst/>
              </a:prstGeom>
              <a:blipFill>
                <a:blip r:embed="rId14"/>
                <a:stretch>
                  <a:fillRect l="-10811" r="-8108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B968A32-193F-AB60-6A36-86D5AF0EF504}"/>
                  </a:ext>
                </a:extLst>
              </p:cNvPr>
              <p:cNvSpPr txBox="1"/>
              <p:nvPr/>
            </p:nvSpPr>
            <p:spPr>
              <a:xfrm>
                <a:off x="4414543" y="5823786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B968A32-193F-AB60-6A36-86D5AF0EF5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4543" y="5823786"/>
                <a:ext cx="460511" cy="430887"/>
              </a:xfrm>
              <a:prstGeom prst="rect">
                <a:avLst/>
              </a:prstGeom>
              <a:blipFill>
                <a:blip r:embed="rId15"/>
                <a:stretch>
                  <a:fillRect l="-10811" r="-8108" b="-1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0DFD4F4-3AF6-94B8-00AD-92611AB84F3B}"/>
              </a:ext>
            </a:extLst>
          </p:cNvPr>
          <p:cNvCxnSpPr>
            <a:stCxn id="25" idx="0"/>
            <a:endCxn id="11" idx="2"/>
          </p:cNvCxnSpPr>
          <p:nvPr/>
        </p:nvCxnSpPr>
        <p:spPr>
          <a:xfrm flipV="1">
            <a:off x="454207" y="5190170"/>
            <a:ext cx="1343506" cy="633617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EF35B3F-F7D2-3AD6-80D5-0587D2B740B5}"/>
              </a:ext>
            </a:extLst>
          </p:cNvPr>
          <p:cNvCxnSpPr>
            <a:stCxn id="11" idx="2"/>
            <a:endCxn id="26" idx="0"/>
          </p:cNvCxnSpPr>
          <p:nvPr/>
        </p:nvCxnSpPr>
        <p:spPr>
          <a:xfrm>
            <a:off x="1797713" y="5190170"/>
            <a:ext cx="67564" cy="6336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1FFB337-3249-4448-95C9-AE160C9BF801}"/>
              </a:ext>
            </a:extLst>
          </p:cNvPr>
          <p:cNvCxnSpPr>
            <a:stCxn id="11" idx="2"/>
            <a:endCxn id="27" idx="0"/>
          </p:cNvCxnSpPr>
          <p:nvPr/>
        </p:nvCxnSpPr>
        <p:spPr>
          <a:xfrm>
            <a:off x="1797713" y="5190170"/>
            <a:ext cx="1436016" cy="63361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642E83C-F49D-6EDA-72F1-B1F0CE8334E9}"/>
              </a:ext>
            </a:extLst>
          </p:cNvPr>
          <p:cNvCxnSpPr>
            <a:stCxn id="12" idx="2"/>
            <a:endCxn id="26" idx="0"/>
          </p:cNvCxnSpPr>
          <p:nvPr/>
        </p:nvCxnSpPr>
        <p:spPr>
          <a:xfrm flipH="1">
            <a:off x="1865277" y="5190170"/>
            <a:ext cx="1290449" cy="6336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B878E5E-1036-1C37-4A1C-B0FF3480A7BB}"/>
              </a:ext>
            </a:extLst>
          </p:cNvPr>
          <p:cNvCxnSpPr>
            <a:stCxn id="12" idx="2"/>
            <a:endCxn id="27" idx="0"/>
          </p:cNvCxnSpPr>
          <p:nvPr/>
        </p:nvCxnSpPr>
        <p:spPr>
          <a:xfrm>
            <a:off x="3155726" y="5190170"/>
            <a:ext cx="78003" cy="63361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79EF407-BE56-9F0B-73F5-CB091DB075A9}"/>
              </a:ext>
            </a:extLst>
          </p:cNvPr>
          <p:cNvCxnSpPr>
            <a:stCxn id="12" idx="2"/>
            <a:endCxn id="24" idx="0"/>
          </p:cNvCxnSpPr>
          <p:nvPr/>
        </p:nvCxnSpPr>
        <p:spPr>
          <a:xfrm>
            <a:off x="3155726" y="5190170"/>
            <a:ext cx="1455010" cy="63361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B269621A-BB4E-D1C7-03FF-2EBEAE96DE5B}"/>
              </a:ext>
            </a:extLst>
          </p:cNvPr>
          <p:cNvGrpSpPr/>
          <p:nvPr/>
        </p:nvGrpSpPr>
        <p:grpSpPr>
          <a:xfrm>
            <a:off x="6663808" y="2068350"/>
            <a:ext cx="4973096" cy="512746"/>
            <a:chOff x="6663808" y="2068350"/>
            <a:chExt cx="4973096" cy="512746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4B0CDB4C-53BC-3140-1F48-12159279D960}"/>
                </a:ext>
              </a:extLst>
            </p:cNvPr>
            <p:cNvSpPr/>
            <p:nvPr/>
          </p:nvSpPr>
          <p:spPr>
            <a:xfrm>
              <a:off x="7604158" y="2144920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9CE71238-AC41-AE6D-8E08-12F75E264CE3}"/>
                </a:ext>
              </a:extLst>
            </p:cNvPr>
            <p:cNvSpPr/>
            <p:nvPr/>
          </p:nvSpPr>
          <p:spPr>
            <a:xfrm>
              <a:off x="10327479" y="2109590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3C023491-0141-E73D-6978-D047C028FD9F}"/>
                    </a:ext>
                  </a:extLst>
                </p:cNvPr>
                <p:cNvSpPr txBox="1"/>
                <p:nvPr/>
              </p:nvSpPr>
              <p:spPr>
                <a:xfrm>
                  <a:off x="7682097" y="2162569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3C023491-0141-E73D-6978-D047C028FD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82097" y="2162569"/>
                  <a:ext cx="327883" cy="276999"/>
                </a:xfrm>
                <a:prstGeom prst="rect">
                  <a:avLst/>
                </a:prstGeom>
                <a:blipFill>
                  <a:blip r:embed="rId16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B94A596E-812E-96EA-A12C-91E8D37A8CB4}"/>
                    </a:ext>
                  </a:extLst>
                </p:cNvPr>
                <p:cNvSpPr txBox="1"/>
                <p:nvPr/>
              </p:nvSpPr>
              <p:spPr>
                <a:xfrm>
                  <a:off x="10405418" y="2109589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B94A596E-812E-96EA-A12C-91E8D37A8C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05418" y="2109589"/>
                  <a:ext cx="274049" cy="276999"/>
                </a:xfrm>
                <a:prstGeom prst="rect">
                  <a:avLst/>
                </a:prstGeom>
                <a:blipFill>
                  <a:blip r:embed="rId17"/>
                  <a:stretch>
                    <a:fillRect l="-13636" r="-9091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B89CDFFD-97CC-A4EE-7593-773A220665BD}"/>
                </a:ext>
              </a:extLst>
            </p:cNvPr>
            <p:cNvSpPr/>
            <p:nvPr/>
          </p:nvSpPr>
          <p:spPr>
            <a:xfrm>
              <a:off x="6663808" y="2175023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49426420-510E-902A-AF09-4009098DDDDB}"/>
                </a:ext>
              </a:extLst>
            </p:cNvPr>
            <p:cNvSpPr/>
            <p:nvPr/>
          </p:nvSpPr>
          <p:spPr>
            <a:xfrm>
              <a:off x="8540182" y="2128617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73C78745-CA6A-32CD-75BD-B93836D750F5}"/>
                </a:ext>
              </a:extLst>
            </p:cNvPr>
            <p:cNvSpPr/>
            <p:nvPr/>
          </p:nvSpPr>
          <p:spPr>
            <a:xfrm>
              <a:off x="9433830" y="2142096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7553452B-DE8E-7B7E-A1CB-347866D21D96}"/>
                </a:ext>
              </a:extLst>
            </p:cNvPr>
            <p:cNvSpPr/>
            <p:nvPr/>
          </p:nvSpPr>
          <p:spPr>
            <a:xfrm>
              <a:off x="11230831" y="2068350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282563D1-D5D8-C91E-912B-E1E994A70688}"/>
                    </a:ext>
                  </a:extLst>
                </p:cNvPr>
                <p:cNvSpPr txBox="1"/>
                <p:nvPr/>
              </p:nvSpPr>
              <p:spPr>
                <a:xfrm>
                  <a:off x="6716139" y="2217887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282563D1-D5D8-C91E-912B-E1E994A706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16139" y="2217887"/>
                  <a:ext cx="353742" cy="276999"/>
                </a:xfrm>
                <a:prstGeom prst="rect">
                  <a:avLst/>
                </a:prstGeom>
                <a:blipFill>
                  <a:blip r:embed="rId18"/>
                  <a:stretch>
                    <a:fillRect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3811C18A-7E75-AB51-FCC1-992C6DD4788A}"/>
                    </a:ext>
                  </a:extLst>
                </p:cNvPr>
                <p:cNvSpPr txBox="1"/>
                <p:nvPr/>
              </p:nvSpPr>
              <p:spPr>
                <a:xfrm>
                  <a:off x="8603426" y="215719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3811C18A-7E75-AB51-FCC1-992C6DD478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03426" y="2157191"/>
                  <a:ext cx="353742" cy="276999"/>
                </a:xfrm>
                <a:prstGeom prst="rect">
                  <a:avLst/>
                </a:prstGeom>
                <a:blipFill>
                  <a:blip r:embed="rId19"/>
                  <a:stretch>
                    <a:fillRect l="-3448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0182C7CA-8797-51A7-1E6E-97A5D4380BD5}"/>
                    </a:ext>
                  </a:extLst>
                </p:cNvPr>
                <p:cNvSpPr txBox="1"/>
                <p:nvPr/>
              </p:nvSpPr>
              <p:spPr>
                <a:xfrm>
                  <a:off x="9475249" y="2170670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0182C7CA-8797-51A7-1E6E-97A5D4380B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75249" y="2170670"/>
                  <a:ext cx="353742" cy="276999"/>
                </a:xfrm>
                <a:prstGeom prst="rect">
                  <a:avLst/>
                </a:prstGeom>
                <a:blipFill>
                  <a:blip r:embed="rId20"/>
                  <a:stretch>
                    <a:fillRect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98CD2905-041F-0BF1-C09A-23EAC1FC9214}"/>
                    </a:ext>
                  </a:extLst>
                </p:cNvPr>
                <p:cNvSpPr txBox="1"/>
                <p:nvPr/>
              </p:nvSpPr>
              <p:spPr>
                <a:xfrm>
                  <a:off x="11311738" y="2096924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98CD2905-041F-0BF1-C09A-23EAC1FC92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11738" y="2096924"/>
                  <a:ext cx="294889" cy="276999"/>
                </a:xfrm>
                <a:prstGeom prst="rect">
                  <a:avLst/>
                </a:prstGeom>
                <a:blipFill>
                  <a:blip r:embed="rId21"/>
                  <a:stretch>
                    <a:fillRect l="-8333" r="-8333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3E4D9EA-B9FE-D4DB-971B-391B2A5F3333}"/>
                </a:ext>
              </a:extLst>
            </p:cNvPr>
            <p:cNvCxnSpPr>
              <a:cxnSpLocks/>
              <a:stCxn id="49" idx="3"/>
              <a:endCxn id="41" idx="1"/>
            </p:cNvCxnSpPr>
            <p:nvPr/>
          </p:nvCxnSpPr>
          <p:spPr>
            <a:xfrm flipV="1">
              <a:off x="7069881" y="2347831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528AF5F-0124-FBF0-F0C0-5C8DA0E8B552}"/>
                </a:ext>
              </a:extLst>
            </p:cNvPr>
            <p:cNvCxnSpPr>
              <a:cxnSpLocks/>
              <a:stCxn id="43" idx="3"/>
              <a:endCxn id="46" idx="2"/>
            </p:cNvCxnSpPr>
            <p:nvPr/>
          </p:nvCxnSpPr>
          <p:spPr>
            <a:xfrm>
              <a:off x="8009980" y="2301069"/>
              <a:ext cx="530202" cy="30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F101EF5E-8F6A-AD71-E44D-960AC70BDC28}"/>
                </a:ext>
              </a:extLst>
            </p:cNvPr>
            <p:cNvCxnSpPr>
              <a:cxnSpLocks/>
              <a:stCxn id="51" idx="3"/>
              <a:endCxn id="42" idx="1"/>
            </p:cNvCxnSpPr>
            <p:nvPr/>
          </p:nvCxnSpPr>
          <p:spPr>
            <a:xfrm>
              <a:off x="9828991" y="2309170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B786226E-0C1E-C3CB-731B-F1E98F745C7A}"/>
                </a:ext>
              </a:extLst>
            </p:cNvPr>
            <p:cNvCxnSpPr>
              <a:stCxn id="44" idx="3"/>
              <a:endCxn id="48" idx="2"/>
            </p:cNvCxnSpPr>
            <p:nvPr/>
          </p:nvCxnSpPr>
          <p:spPr>
            <a:xfrm>
              <a:off x="10679467" y="2248089"/>
              <a:ext cx="551364" cy="2329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urved Connector 81">
              <a:extLst>
                <a:ext uri="{FF2B5EF4-FFF2-40B4-BE49-F238E27FC236}">
                  <a16:creationId xmlns:a16="http://schemas.microsoft.com/office/drawing/2014/main" id="{6470ADE3-E9EC-7DE0-443C-A71D57E357D7}"/>
                </a:ext>
              </a:extLst>
            </p:cNvPr>
            <p:cNvCxnSpPr>
              <a:cxnSpLocks/>
              <a:stCxn id="41" idx="0"/>
              <a:endCxn id="51" idx="0"/>
            </p:cNvCxnSpPr>
            <p:nvPr/>
          </p:nvCxnSpPr>
          <p:spPr>
            <a:xfrm rot="16200000" flipH="1">
              <a:off x="8716719" y="1235270"/>
              <a:ext cx="25750" cy="1845051"/>
            </a:xfrm>
            <a:prstGeom prst="curvedConnector3">
              <a:avLst>
                <a:gd name="adj1" fmla="val -88776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urved Connector 85">
              <a:extLst>
                <a:ext uri="{FF2B5EF4-FFF2-40B4-BE49-F238E27FC236}">
                  <a16:creationId xmlns:a16="http://schemas.microsoft.com/office/drawing/2014/main" id="{46406036-C01E-5457-C6C6-625D3E5C22C3}"/>
                </a:ext>
              </a:extLst>
            </p:cNvPr>
            <p:cNvCxnSpPr>
              <a:stCxn id="46" idx="0"/>
              <a:endCxn id="44" idx="0"/>
            </p:cNvCxnSpPr>
            <p:nvPr/>
          </p:nvCxnSpPr>
          <p:spPr>
            <a:xfrm rot="5400000" flipH="1" flipV="1">
              <a:off x="9633317" y="1219491"/>
              <a:ext cx="19028" cy="1799224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6E2D1534-F872-25C0-2F94-1C9E309C1994}"/>
              </a:ext>
            </a:extLst>
          </p:cNvPr>
          <p:cNvGrpSpPr/>
          <p:nvPr/>
        </p:nvGrpSpPr>
        <p:grpSpPr>
          <a:xfrm>
            <a:off x="6674720" y="2908048"/>
            <a:ext cx="5007275" cy="3827772"/>
            <a:chOff x="6674720" y="2908048"/>
            <a:chExt cx="5007275" cy="3827772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82340665-EC12-7BCF-B066-DC2B1EC55C0E}"/>
                </a:ext>
              </a:extLst>
            </p:cNvPr>
            <p:cNvSpPr/>
            <p:nvPr/>
          </p:nvSpPr>
          <p:spPr>
            <a:xfrm>
              <a:off x="7615070" y="2984618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CFC12C26-582A-6313-902A-926B5FB3AF1F}"/>
                </a:ext>
              </a:extLst>
            </p:cNvPr>
            <p:cNvSpPr/>
            <p:nvPr/>
          </p:nvSpPr>
          <p:spPr>
            <a:xfrm>
              <a:off x="10338391" y="2949288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B724D28A-E7F4-09DF-5162-217A135D9B81}"/>
                    </a:ext>
                  </a:extLst>
                </p:cNvPr>
                <p:cNvSpPr txBox="1"/>
                <p:nvPr/>
              </p:nvSpPr>
              <p:spPr>
                <a:xfrm>
                  <a:off x="7693009" y="3002268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B724D28A-E7F4-09DF-5162-217A135D9B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93009" y="3002268"/>
                  <a:ext cx="327883" cy="276999"/>
                </a:xfrm>
                <a:prstGeom prst="rect">
                  <a:avLst/>
                </a:prstGeom>
                <a:blipFill>
                  <a:blip r:embed="rId22"/>
                  <a:stretch>
                    <a:fillRect l="-3704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EC74430E-6BD3-04DD-B06B-91555C7526AE}"/>
                    </a:ext>
                  </a:extLst>
                </p:cNvPr>
                <p:cNvSpPr txBox="1"/>
                <p:nvPr/>
              </p:nvSpPr>
              <p:spPr>
                <a:xfrm>
                  <a:off x="10416330" y="2949288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EC74430E-6BD3-04DD-B06B-91555C7526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6330" y="2949288"/>
                  <a:ext cx="274049" cy="276999"/>
                </a:xfrm>
                <a:prstGeom prst="rect">
                  <a:avLst/>
                </a:prstGeom>
                <a:blipFill>
                  <a:blip r:embed="rId23"/>
                  <a:stretch>
                    <a:fillRect l="-13636" r="-9091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48708835-B834-EBAC-7A3E-50E4FB02FD89}"/>
                </a:ext>
              </a:extLst>
            </p:cNvPr>
            <p:cNvSpPr/>
            <p:nvPr/>
          </p:nvSpPr>
          <p:spPr>
            <a:xfrm>
              <a:off x="6674720" y="3014721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BE17BE04-33E4-E076-1035-00CD2C1CA6D1}"/>
                </a:ext>
              </a:extLst>
            </p:cNvPr>
            <p:cNvSpPr/>
            <p:nvPr/>
          </p:nvSpPr>
          <p:spPr>
            <a:xfrm>
              <a:off x="8551095" y="2968315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C4F5B3AF-86D6-7A9C-4C9B-42ED3D847020}"/>
                </a:ext>
              </a:extLst>
            </p:cNvPr>
            <p:cNvSpPr/>
            <p:nvPr/>
          </p:nvSpPr>
          <p:spPr>
            <a:xfrm>
              <a:off x="9444742" y="2981794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C0C462F5-5C05-1EAD-860A-AE4A92D2A340}"/>
                </a:ext>
              </a:extLst>
            </p:cNvPr>
            <p:cNvSpPr/>
            <p:nvPr/>
          </p:nvSpPr>
          <p:spPr>
            <a:xfrm>
              <a:off x="11241743" y="2908048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69EFB6BD-0B99-A799-BCE6-F83628BE323A}"/>
                    </a:ext>
                  </a:extLst>
                </p:cNvPr>
                <p:cNvSpPr txBox="1"/>
                <p:nvPr/>
              </p:nvSpPr>
              <p:spPr>
                <a:xfrm>
                  <a:off x="6727051" y="305758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69EFB6BD-0B99-A799-BCE6-F83628BE32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7051" y="3057585"/>
                  <a:ext cx="353742" cy="276999"/>
                </a:xfrm>
                <a:prstGeom prst="rect">
                  <a:avLst/>
                </a:prstGeom>
                <a:blipFill>
                  <a:blip r:embed="rId24"/>
                  <a:stretch>
                    <a:fillRect l="-3448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4EA24DF9-D074-1478-576D-38FEB49F4301}"/>
                    </a:ext>
                  </a:extLst>
                </p:cNvPr>
                <p:cNvSpPr txBox="1"/>
                <p:nvPr/>
              </p:nvSpPr>
              <p:spPr>
                <a:xfrm>
                  <a:off x="8614338" y="2996889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4EA24DF9-D074-1478-576D-38FEB49F43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4338" y="2996889"/>
                  <a:ext cx="353742" cy="276999"/>
                </a:xfrm>
                <a:prstGeom prst="rect">
                  <a:avLst/>
                </a:prstGeom>
                <a:blipFill>
                  <a:blip r:embed="rId25"/>
                  <a:stretch>
                    <a:fillRect l="-3448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CBAA506C-3FBB-E19D-342A-B4A82239EED3}"/>
                    </a:ext>
                  </a:extLst>
                </p:cNvPr>
                <p:cNvSpPr txBox="1"/>
                <p:nvPr/>
              </p:nvSpPr>
              <p:spPr>
                <a:xfrm>
                  <a:off x="9486161" y="3010369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CBAA506C-3FBB-E19D-342A-B4A82239EE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6161" y="3010369"/>
                  <a:ext cx="353742" cy="276999"/>
                </a:xfrm>
                <a:prstGeom prst="rect">
                  <a:avLst/>
                </a:prstGeom>
                <a:blipFill>
                  <a:blip r:embed="rId26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DD7A9EFD-DC24-8F50-0506-9F2A7735B3AB}"/>
                    </a:ext>
                  </a:extLst>
                </p:cNvPr>
                <p:cNvSpPr txBox="1"/>
                <p:nvPr/>
              </p:nvSpPr>
              <p:spPr>
                <a:xfrm>
                  <a:off x="11322650" y="2936622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DD7A9EFD-DC24-8F50-0506-9F2A7735B3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22650" y="2936622"/>
                  <a:ext cx="294889" cy="276999"/>
                </a:xfrm>
                <a:prstGeom prst="rect">
                  <a:avLst/>
                </a:prstGeom>
                <a:blipFill>
                  <a:blip r:embed="rId27"/>
                  <a:stretch>
                    <a:fillRect l="-12500" r="-8333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958B07A-4B46-63A0-6E7C-C80D2B49C218}"/>
                </a:ext>
              </a:extLst>
            </p:cNvPr>
            <p:cNvCxnSpPr>
              <a:cxnSpLocks/>
              <a:stCxn id="96" idx="3"/>
              <a:endCxn id="88" idx="1"/>
            </p:cNvCxnSpPr>
            <p:nvPr/>
          </p:nvCxnSpPr>
          <p:spPr>
            <a:xfrm flipV="1">
              <a:off x="7080793" y="3187529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D8BABAB7-00F8-B9EC-1AE5-2E4BC448A9E7}"/>
                </a:ext>
              </a:extLst>
            </p:cNvPr>
            <p:cNvCxnSpPr>
              <a:cxnSpLocks/>
              <a:stCxn id="90" idx="3"/>
              <a:endCxn id="93" idx="2"/>
            </p:cNvCxnSpPr>
            <p:nvPr/>
          </p:nvCxnSpPr>
          <p:spPr>
            <a:xfrm>
              <a:off x="8020892" y="3140768"/>
              <a:ext cx="530203" cy="3058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AD85E5C5-4B05-467A-2837-2DCCBCDFC2F5}"/>
                </a:ext>
              </a:extLst>
            </p:cNvPr>
            <p:cNvCxnSpPr>
              <a:cxnSpLocks/>
              <a:stCxn id="98" idx="3"/>
              <a:endCxn id="89" idx="1"/>
            </p:cNvCxnSpPr>
            <p:nvPr/>
          </p:nvCxnSpPr>
          <p:spPr>
            <a:xfrm>
              <a:off x="9839903" y="3148869"/>
              <a:ext cx="498488" cy="333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09B58018-613C-96E4-5277-787749C41B1E}"/>
                </a:ext>
              </a:extLst>
            </p:cNvPr>
            <p:cNvCxnSpPr>
              <a:stCxn id="91" idx="3"/>
              <a:endCxn id="95" idx="2"/>
            </p:cNvCxnSpPr>
            <p:nvPr/>
          </p:nvCxnSpPr>
          <p:spPr>
            <a:xfrm>
              <a:off x="10690379" y="3087788"/>
              <a:ext cx="551364" cy="2329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urved Connector 103">
              <a:extLst>
                <a:ext uri="{FF2B5EF4-FFF2-40B4-BE49-F238E27FC236}">
                  <a16:creationId xmlns:a16="http://schemas.microsoft.com/office/drawing/2014/main" id="{6FB8E766-4134-8CEF-7D74-25500DADA48E}"/>
                </a:ext>
              </a:extLst>
            </p:cNvPr>
            <p:cNvCxnSpPr>
              <a:cxnSpLocks/>
              <a:stCxn id="88" idx="0"/>
              <a:endCxn id="98" idx="0"/>
            </p:cNvCxnSpPr>
            <p:nvPr/>
          </p:nvCxnSpPr>
          <p:spPr>
            <a:xfrm rot="16200000" flipH="1">
              <a:off x="8727630" y="2074968"/>
              <a:ext cx="25751" cy="1845051"/>
            </a:xfrm>
            <a:prstGeom prst="curvedConnector3">
              <a:avLst>
                <a:gd name="adj1" fmla="val -88773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urved Connector 104">
              <a:extLst>
                <a:ext uri="{FF2B5EF4-FFF2-40B4-BE49-F238E27FC236}">
                  <a16:creationId xmlns:a16="http://schemas.microsoft.com/office/drawing/2014/main" id="{C3E7A04A-C6EA-74DE-9F65-70CA58F5C6D2}"/>
                </a:ext>
              </a:extLst>
            </p:cNvPr>
            <p:cNvCxnSpPr>
              <a:stCxn id="93" idx="0"/>
              <a:endCxn id="91" idx="0"/>
            </p:cNvCxnSpPr>
            <p:nvPr/>
          </p:nvCxnSpPr>
          <p:spPr>
            <a:xfrm rot="5400000" flipH="1" flipV="1">
              <a:off x="9644230" y="2059191"/>
              <a:ext cx="19027" cy="1799223"/>
            </a:xfrm>
            <a:prstGeom prst="curvedConnector3">
              <a:avLst>
                <a:gd name="adj1" fmla="val 1301451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08204211-E3F8-9E54-5242-580CC5F13F18}"/>
                </a:ext>
              </a:extLst>
            </p:cNvPr>
            <p:cNvSpPr/>
            <p:nvPr/>
          </p:nvSpPr>
          <p:spPr>
            <a:xfrm>
              <a:off x="7615070" y="3818176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847D8E4E-7806-4728-3572-34706E599F07}"/>
                </a:ext>
              </a:extLst>
            </p:cNvPr>
            <p:cNvSpPr/>
            <p:nvPr/>
          </p:nvSpPr>
          <p:spPr>
            <a:xfrm>
              <a:off x="10338391" y="3782846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2C07FD3A-C248-9523-3777-11756358BF66}"/>
                    </a:ext>
                  </a:extLst>
                </p:cNvPr>
                <p:cNvSpPr txBox="1"/>
                <p:nvPr/>
              </p:nvSpPr>
              <p:spPr>
                <a:xfrm>
                  <a:off x="7693009" y="3835826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2C07FD3A-C248-9523-3777-11756358BF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93009" y="3835826"/>
                  <a:ext cx="327883" cy="276999"/>
                </a:xfrm>
                <a:prstGeom prst="rect">
                  <a:avLst/>
                </a:prstGeom>
                <a:blipFill>
                  <a:blip r:embed="rId28"/>
                  <a:stretch>
                    <a:fillRect l="-3704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98F76CED-6B68-61F0-7C65-6D8116497420}"/>
                    </a:ext>
                  </a:extLst>
                </p:cNvPr>
                <p:cNvSpPr txBox="1"/>
                <p:nvPr/>
              </p:nvSpPr>
              <p:spPr>
                <a:xfrm>
                  <a:off x="10416330" y="3782845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98F76CED-6B68-61F0-7C65-6D81164974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6330" y="3782845"/>
                  <a:ext cx="274049" cy="276999"/>
                </a:xfrm>
                <a:prstGeom prst="rect">
                  <a:avLst/>
                </a:prstGeom>
                <a:blipFill>
                  <a:blip r:embed="rId29"/>
                  <a:stretch>
                    <a:fillRect l="-13636" r="-9091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BC504218-0D98-6291-43BE-5F6BF37BBB43}"/>
                </a:ext>
              </a:extLst>
            </p:cNvPr>
            <p:cNvSpPr/>
            <p:nvPr/>
          </p:nvSpPr>
          <p:spPr>
            <a:xfrm>
              <a:off x="6674720" y="3848279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6C8DAEC9-EAC5-6A55-E19B-D9B0975797A6}"/>
                </a:ext>
              </a:extLst>
            </p:cNvPr>
            <p:cNvSpPr/>
            <p:nvPr/>
          </p:nvSpPr>
          <p:spPr>
            <a:xfrm>
              <a:off x="8551095" y="3801873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DAD9035D-1DD0-5417-FF83-E1831EBF135A}"/>
                </a:ext>
              </a:extLst>
            </p:cNvPr>
            <p:cNvSpPr/>
            <p:nvPr/>
          </p:nvSpPr>
          <p:spPr>
            <a:xfrm>
              <a:off x="9444742" y="3815352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01E507AB-0CFC-2C1C-68F0-E5E4C41CFAE7}"/>
                </a:ext>
              </a:extLst>
            </p:cNvPr>
            <p:cNvSpPr/>
            <p:nvPr/>
          </p:nvSpPr>
          <p:spPr>
            <a:xfrm>
              <a:off x="11241743" y="3741606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CA927D72-B663-8BF0-E7A1-44EFF34E81CE}"/>
                    </a:ext>
                  </a:extLst>
                </p:cNvPr>
                <p:cNvSpPr txBox="1"/>
                <p:nvPr/>
              </p:nvSpPr>
              <p:spPr>
                <a:xfrm>
                  <a:off x="6727051" y="3891143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CA927D72-B663-8BF0-E7A1-44EFF34E81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7051" y="3891143"/>
                  <a:ext cx="353742" cy="276999"/>
                </a:xfrm>
                <a:prstGeom prst="rect">
                  <a:avLst/>
                </a:prstGeom>
                <a:blipFill>
                  <a:blip r:embed="rId30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66C98B64-075D-E135-9C07-8EF3AB7D4208}"/>
                    </a:ext>
                  </a:extLst>
                </p:cNvPr>
                <p:cNvSpPr txBox="1"/>
                <p:nvPr/>
              </p:nvSpPr>
              <p:spPr>
                <a:xfrm>
                  <a:off x="8614338" y="3830447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66C98B64-075D-E135-9C07-8EF3AB7D42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4338" y="3830447"/>
                  <a:ext cx="353742" cy="276999"/>
                </a:xfrm>
                <a:prstGeom prst="rect">
                  <a:avLst/>
                </a:prstGeom>
                <a:blipFill>
                  <a:blip r:embed="rId31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82EDA474-740B-5712-E688-E4717373A77E}"/>
                    </a:ext>
                  </a:extLst>
                </p:cNvPr>
                <p:cNvSpPr txBox="1"/>
                <p:nvPr/>
              </p:nvSpPr>
              <p:spPr>
                <a:xfrm>
                  <a:off x="9486161" y="3843926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82EDA474-740B-5712-E688-E4717373A7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6161" y="3843926"/>
                  <a:ext cx="353742" cy="276999"/>
                </a:xfrm>
                <a:prstGeom prst="rect">
                  <a:avLst/>
                </a:prstGeom>
                <a:blipFill>
                  <a:blip r:embed="rId32"/>
                  <a:stretch>
                    <a:fillRect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3" name="TextBox 152">
                  <a:extLst>
                    <a:ext uri="{FF2B5EF4-FFF2-40B4-BE49-F238E27FC236}">
                      <a16:creationId xmlns:a16="http://schemas.microsoft.com/office/drawing/2014/main" id="{3C84BC87-2F3F-1278-677F-93CAB7D0D08D}"/>
                    </a:ext>
                  </a:extLst>
                </p:cNvPr>
                <p:cNvSpPr txBox="1"/>
                <p:nvPr/>
              </p:nvSpPr>
              <p:spPr>
                <a:xfrm>
                  <a:off x="11322650" y="3770180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3" name="TextBox 152">
                  <a:extLst>
                    <a:ext uri="{FF2B5EF4-FFF2-40B4-BE49-F238E27FC236}">
                      <a16:creationId xmlns:a16="http://schemas.microsoft.com/office/drawing/2014/main" id="{3C84BC87-2F3F-1278-677F-93CAB7D0D0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22650" y="3770180"/>
                  <a:ext cx="294889" cy="276999"/>
                </a:xfrm>
                <a:prstGeom prst="rect">
                  <a:avLst/>
                </a:prstGeom>
                <a:blipFill>
                  <a:blip r:embed="rId33"/>
                  <a:stretch>
                    <a:fillRect l="-12500" r="-8333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09228876-0429-1DDF-E881-7A6E0D47041D}"/>
                </a:ext>
              </a:extLst>
            </p:cNvPr>
            <p:cNvCxnSpPr>
              <a:cxnSpLocks/>
              <a:stCxn id="150" idx="3"/>
              <a:endCxn id="142" idx="1"/>
            </p:cNvCxnSpPr>
            <p:nvPr/>
          </p:nvCxnSpPr>
          <p:spPr>
            <a:xfrm flipV="1">
              <a:off x="7080793" y="4021087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37FB0EEC-5866-5339-D634-CBA948676097}"/>
                </a:ext>
              </a:extLst>
            </p:cNvPr>
            <p:cNvCxnSpPr>
              <a:cxnSpLocks/>
              <a:stCxn id="144" idx="3"/>
              <a:endCxn id="147" idx="2"/>
            </p:cNvCxnSpPr>
            <p:nvPr/>
          </p:nvCxnSpPr>
          <p:spPr>
            <a:xfrm>
              <a:off x="8020892" y="3974326"/>
              <a:ext cx="530203" cy="3058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6998E481-F92F-0BD5-583E-3B9512C9DF82}"/>
                </a:ext>
              </a:extLst>
            </p:cNvPr>
            <p:cNvCxnSpPr>
              <a:cxnSpLocks/>
              <a:stCxn id="152" idx="3"/>
              <a:endCxn id="143" idx="1"/>
            </p:cNvCxnSpPr>
            <p:nvPr/>
          </p:nvCxnSpPr>
          <p:spPr>
            <a:xfrm>
              <a:off x="9839903" y="3982426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779559DA-BF0E-C8FF-FC3C-F9B290BB3AE1}"/>
                </a:ext>
              </a:extLst>
            </p:cNvPr>
            <p:cNvCxnSpPr>
              <a:stCxn id="145" idx="3"/>
              <a:endCxn id="149" idx="2"/>
            </p:cNvCxnSpPr>
            <p:nvPr/>
          </p:nvCxnSpPr>
          <p:spPr>
            <a:xfrm>
              <a:off x="10690379" y="3921345"/>
              <a:ext cx="551364" cy="2329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urved Connector 157">
              <a:extLst>
                <a:ext uri="{FF2B5EF4-FFF2-40B4-BE49-F238E27FC236}">
                  <a16:creationId xmlns:a16="http://schemas.microsoft.com/office/drawing/2014/main" id="{9EB2923E-2B8C-BBDB-04B7-A329269EDC36}"/>
                </a:ext>
              </a:extLst>
            </p:cNvPr>
            <p:cNvCxnSpPr>
              <a:cxnSpLocks/>
              <a:stCxn id="142" idx="0"/>
              <a:endCxn id="152" idx="0"/>
            </p:cNvCxnSpPr>
            <p:nvPr/>
          </p:nvCxnSpPr>
          <p:spPr>
            <a:xfrm rot="16200000" flipH="1">
              <a:off x="8727631" y="2908526"/>
              <a:ext cx="25750" cy="1845051"/>
            </a:xfrm>
            <a:prstGeom prst="curvedConnector3">
              <a:avLst>
                <a:gd name="adj1" fmla="val -88776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Curved Connector 158">
              <a:extLst>
                <a:ext uri="{FF2B5EF4-FFF2-40B4-BE49-F238E27FC236}">
                  <a16:creationId xmlns:a16="http://schemas.microsoft.com/office/drawing/2014/main" id="{A5322A53-918E-3431-27E9-BF5A91B1198A}"/>
                </a:ext>
              </a:extLst>
            </p:cNvPr>
            <p:cNvCxnSpPr>
              <a:stCxn id="147" idx="0"/>
              <a:endCxn id="145" idx="0"/>
            </p:cNvCxnSpPr>
            <p:nvPr/>
          </p:nvCxnSpPr>
          <p:spPr>
            <a:xfrm rot="5400000" flipH="1" flipV="1">
              <a:off x="9644229" y="2892748"/>
              <a:ext cx="19028" cy="1799223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CB4B0443-15B6-AAB2-92B7-928AD8A4DFAB}"/>
                </a:ext>
              </a:extLst>
            </p:cNvPr>
            <p:cNvSpPr/>
            <p:nvPr/>
          </p:nvSpPr>
          <p:spPr>
            <a:xfrm>
              <a:off x="7625983" y="4657874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F4B04B2C-801D-8869-D7B5-C06DB0034860}"/>
                </a:ext>
              </a:extLst>
            </p:cNvPr>
            <p:cNvSpPr/>
            <p:nvPr/>
          </p:nvSpPr>
          <p:spPr>
            <a:xfrm>
              <a:off x="10349303" y="4622545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2" name="TextBox 161">
                  <a:extLst>
                    <a:ext uri="{FF2B5EF4-FFF2-40B4-BE49-F238E27FC236}">
                      <a16:creationId xmlns:a16="http://schemas.microsoft.com/office/drawing/2014/main" id="{3FC17EFD-EE9F-FD09-E081-822C2E1B22FB}"/>
                    </a:ext>
                  </a:extLst>
                </p:cNvPr>
                <p:cNvSpPr txBox="1"/>
                <p:nvPr/>
              </p:nvSpPr>
              <p:spPr>
                <a:xfrm>
                  <a:off x="7703921" y="4675524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2" name="TextBox 161">
                  <a:extLst>
                    <a:ext uri="{FF2B5EF4-FFF2-40B4-BE49-F238E27FC236}">
                      <a16:creationId xmlns:a16="http://schemas.microsoft.com/office/drawing/2014/main" id="{3FC17EFD-EE9F-FD09-E081-822C2E1B22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03921" y="4675524"/>
                  <a:ext cx="327883" cy="276999"/>
                </a:xfrm>
                <a:prstGeom prst="rect">
                  <a:avLst/>
                </a:prstGeom>
                <a:blipFill>
                  <a:blip r:embed="rId34"/>
                  <a:stretch>
                    <a:fillRect l="-3704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AA1A9F97-C05B-CB7D-4AD1-0EFA21BCD63E}"/>
                    </a:ext>
                  </a:extLst>
                </p:cNvPr>
                <p:cNvSpPr txBox="1"/>
                <p:nvPr/>
              </p:nvSpPr>
              <p:spPr>
                <a:xfrm>
                  <a:off x="10427242" y="4622544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AA1A9F97-C05B-CB7D-4AD1-0EFA21BCD6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27242" y="4622544"/>
                  <a:ext cx="274049" cy="276999"/>
                </a:xfrm>
                <a:prstGeom prst="rect">
                  <a:avLst/>
                </a:prstGeom>
                <a:blipFill>
                  <a:blip r:embed="rId35"/>
                  <a:stretch>
                    <a:fillRect l="-13636" r="-9091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2EDEC12E-CB67-112A-064B-4C17597AB97B}"/>
                </a:ext>
              </a:extLst>
            </p:cNvPr>
            <p:cNvSpPr/>
            <p:nvPr/>
          </p:nvSpPr>
          <p:spPr>
            <a:xfrm>
              <a:off x="6685633" y="4687977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ED3BE72D-55B5-E0B0-0D37-019F48F95C3A}"/>
                </a:ext>
              </a:extLst>
            </p:cNvPr>
            <p:cNvSpPr/>
            <p:nvPr/>
          </p:nvSpPr>
          <p:spPr>
            <a:xfrm>
              <a:off x="8562007" y="4641572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86822699-21BB-4A3E-B5C7-82F9B611F973}"/>
                </a:ext>
              </a:extLst>
            </p:cNvPr>
            <p:cNvSpPr/>
            <p:nvPr/>
          </p:nvSpPr>
          <p:spPr>
            <a:xfrm>
              <a:off x="9455655" y="4655050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924C3556-6EE4-99AC-C5BB-3A528D36C988}"/>
                </a:ext>
              </a:extLst>
            </p:cNvPr>
            <p:cNvSpPr/>
            <p:nvPr/>
          </p:nvSpPr>
          <p:spPr>
            <a:xfrm>
              <a:off x="11252655" y="4581304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8BF234B9-81E4-D179-3F03-760F55DA9C7B}"/>
                    </a:ext>
                  </a:extLst>
                </p:cNvPr>
                <p:cNvSpPr txBox="1"/>
                <p:nvPr/>
              </p:nvSpPr>
              <p:spPr>
                <a:xfrm>
                  <a:off x="6737964" y="473084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8BF234B9-81E4-D179-3F03-760F55DA9C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37964" y="4730841"/>
                  <a:ext cx="353742" cy="276999"/>
                </a:xfrm>
                <a:prstGeom prst="rect">
                  <a:avLst/>
                </a:prstGeom>
                <a:blipFill>
                  <a:blip r:embed="rId36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076243D6-B40C-78AE-65F2-2E31A3FB70EE}"/>
                    </a:ext>
                  </a:extLst>
                </p:cNvPr>
                <p:cNvSpPr txBox="1"/>
                <p:nvPr/>
              </p:nvSpPr>
              <p:spPr>
                <a:xfrm>
                  <a:off x="8625250" y="467014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076243D6-B40C-78AE-65F2-2E31A3FB70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25250" y="4670145"/>
                  <a:ext cx="353742" cy="276999"/>
                </a:xfrm>
                <a:prstGeom prst="rect">
                  <a:avLst/>
                </a:prstGeom>
                <a:blipFill>
                  <a:blip r:embed="rId37"/>
                  <a:stretch>
                    <a:fillRect l="-3448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873FD123-544B-FA64-BB94-F1707060ED98}"/>
                    </a:ext>
                  </a:extLst>
                </p:cNvPr>
                <p:cNvSpPr txBox="1"/>
                <p:nvPr/>
              </p:nvSpPr>
              <p:spPr>
                <a:xfrm>
                  <a:off x="9497073" y="468362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873FD123-544B-FA64-BB94-F1707060ED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97073" y="4683625"/>
                  <a:ext cx="353742" cy="276999"/>
                </a:xfrm>
                <a:prstGeom prst="rect">
                  <a:avLst/>
                </a:prstGeom>
                <a:blipFill>
                  <a:blip r:embed="rId38"/>
                  <a:stretch>
                    <a:fillRect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id="{9EEACE5E-2A55-EE62-873A-7BD923162E84}"/>
                    </a:ext>
                  </a:extLst>
                </p:cNvPr>
                <p:cNvSpPr txBox="1"/>
                <p:nvPr/>
              </p:nvSpPr>
              <p:spPr>
                <a:xfrm>
                  <a:off x="11333562" y="4609879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id="{9EEACE5E-2A55-EE62-873A-7BD923162E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33562" y="4609879"/>
                  <a:ext cx="294889" cy="276999"/>
                </a:xfrm>
                <a:prstGeom prst="rect">
                  <a:avLst/>
                </a:prstGeom>
                <a:blipFill>
                  <a:blip r:embed="rId39"/>
                  <a:stretch>
                    <a:fillRect l="-12500" r="-8333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4BA0AA6F-0413-94B7-2905-E7868B7B07E6}"/>
                </a:ext>
              </a:extLst>
            </p:cNvPr>
            <p:cNvCxnSpPr>
              <a:cxnSpLocks/>
              <a:stCxn id="168" idx="3"/>
              <a:endCxn id="160" idx="1"/>
            </p:cNvCxnSpPr>
            <p:nvPr/>
          </p:nvCxnSpPr>
          <p:spPr>
            <a:xfrm flipV="1">
              <a:off x="7091706" y="4860785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641C5FBB-F4FB-0945-2CB9-18BC8AAA3C04}"/>
                </a:ext>
              </a:extLst>
            </p:cNvPr>
            <p:cNvCxnSpPr>
              <a:cxnSpLocks/>
              <a:stCxn id="162" idx="3"/>
              <a:endCxn id="165" idx="2"/>
            </p:cNvCxnSpPr>
            <p:nvPr/>
          </p:nvCxnSpPr>
          <p:spPr>
            <a:xfrm>
              <a:off x="8031804" y="4814024"/>
              <a:ext cx="530203" cy="30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7ABB4541-266C-3516-AEF0-9DAAC6803D4F}"/>
                </a:ext>
              </a:extLst>
            </p:cNvPr>
            <p:cNvCxnSpPr>
              <a:cxnSpLocks/>
              <a:stCxn id="170" idx="3"/>
              <a:endCxn id="161" idx="1"/>
            </p:cNvCxnSpPr>
            <p:nvPr/>
          </p:nvCxnSpPr>
          <p:spPr>
            <a:xfrm>
              <a:off x="9850815" y="4822125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173299CA-E505-D9D5-0EA3-37BCAAAEE36B}"/>
                </a:ext>
              </a:extLst>
            </p:cNvPr>
            <p:cNvCxnSpPr>
              <a:stCxn id="163" idx="3"/>
              <a:endCxn id="167" idx="2"/>
            </p:cNvCxnSpPr>
            <p:nvPr/>
          </p:nvCxnSpPr>
          <p:spPr>
            <a:xfrm>
              <a:off x="10701291" y="4761044"/>
              <a:ext cx="551364" cy="2329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Curved Connector 175">
              <a:extLst>
                <a:ext uri="{FF2B5EF4-FFF2-40B4-BE49-F238E27FC236}">
                  <a16:creationId xmlns:a16="http://schemas.microsoft.com/office/drawing/2014/main" id="{ADB6F28F-BFFF-5865-CAA9-DD0C1F90B089}"/>
                </a:ext>
              </a:extLst>
            </p:cNvPr>
            <p:cNvCxnSpPr>
              <a:cxnSpLocks/>
              <a:stCxn id="160" idx="0"/>
              <a:endCxn id="170" idx="0"/>
            </p:cNvCxnSpPr>
            <p:nvPr/>
          </p:nvCxnSpPr>
          <p:spPr>
            <a:xfrm rot="16200000" flipH="1">
              <a:off x="8738543" y="3748224"/>
              <a:ext cx="25751" cy="1845050"/>
            </a:xfrm>
            <a:prstGeom prst="curvedConnector3">
              <a:avLst>
                <a:gd name="adj1" fmla="val -88773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Curved Connector 176">
              <a:extLst>
                <a:ext uri="{FF2B5EF4-FFF2-40B4-BE49-F238E27FC236}">
                  <a16:creationId xmlns:a16="http://schemas.microsoft.com/office/drawing/2014/main" id="{6F22B03D-4CD9-F679-B261-0366F7C53A34}"/>
                </a:ext>
              </a:extLst>
            </p:cNvPr>
            <p:cNvCxnSpPr>
              <a:stCxn id="165" idx="0"/>
              <a:endCxn id="163" idx="0"/>
            </p:cNvCxnSpPr>
            <p:nvPr/>
          </p:nvCxnSpPr>
          <p:spPr>
            <a:xfrm rot="5400000" flipH="1" flipV="1">
              <a:off x="9655141" y="3732447"/>
              <a:ext cx="19028" cy="1799223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756373D1-0C89-C869-C237-E6F7BF69509F}"/>
                </a:ext>
              </a:extLst>
            </p:cNvPr>
            <p:cNvSpPr/>
            <p:nvPr/>
          </p:nvSpPr>
          <p:spPr>
            <a:xfrm>
              <a:off x="7615071" y="5517520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C4E3F315-F136-8594-5CBD-5F78788311D3}"/>
                </a:ext>
              </a:extLst>
            </p:cNvPr>
            <p:cNvSpPr/>
            <p:nvPr/>
          </p:nvSpPr>
          <p:spPr>
            <a:xfrm>
              <a:off x="10338391" y="5482191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1" name="TextBox 180">
                  <a:extLst>
                    <a:ext uri="{FF2B5EF4-FFF2-40B4-BE49-F238E27FC236}">
                      <a16:creationId xmlns:a16="http://schemas.microsoft.com/office/drawing/2014/main" id="{2AF62967-6C2B-7720-5FCA-01FA9DCBC946}"/>
                    </a:ext>
                  </a:extLst>
                </p:cNvPr>
                <p:cNvSpPr txBox="1"/>
                <p:nvPr/>
              </p:nvSpPr>
              <p:spPr>
                <a:xfrm>
                  <a:off x="7693009" y="5535170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1" name="TextBox 180">
                  <a:extLst>
                    <a:ext uri="{FF2B5EF4-FFF2-40B4-BE49-F238E27FC236}">
                      <a16:creationId xmlns:a16="http://schemas.microsoft.com/office/drawing/2014/main" id="{2AF62967-6C2B-7720-5FCA-01FA9DCBC9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93009" y="5535170"/>
                  <a:ext cx="327883" cy="276999"/>
                </a:xfrm>
                <a:prstGeom prst="rect">
                  <a:avLst/>
                </a:prstGeom>
                <a:blipFill>
                  <a:blip r:embed="rId40"/>
                  <a:stretch>
                    <a:fillRect l="-3704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7C6F3C2D-EAD4-C6F1-4826-3750983CD435}"/>
                    </a:ext>
                  </a:extLst>
                </p:cNvPr>
                <p:cNvSpPr txBox="1"/>
                <p:nvPr/>
              </p:nvSpPr>
              <p:spPr>
                <a:xfrm>
                  <a:off x="10416330" y="5482190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7C6F3C2D-EAD4-C6F1-4826-3750983CD4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6330" y="5482190"/>
                  <a:ext cx="274049" cy="276999"/>
                </a:xfrm>
                <a:prstGeom prst="rect">
                  <a:avLst/>
                </a:prstGeom>
                <a:blipFill>
                  <a:blip r:embed="rId41"/>
                  <a:stretch>
                    <a:fillRect l="-13636" r="-9091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3" name="Oval 182">
              <a:extLst>
                <a:ext uri="{FF2B5EF4-FFF2-40B4-BE49-F238E27FC236}">
                  <a16:creationId xmlns:a16="http://schemas.microsoft.com/office/drawing/2014/main" id="{6A2888BB-5BC6-AE49-7958-4107D9120C4E}"/>
                </a:ext>
              </a:extLst>
            </p:cNvPr>
            <p:cNvSpPr/>
            <p:nvPr/>
          </p:nvSpPr>
          <p:spPr>
            <a:xfrm>
              <a:off x="6674721" y="5547623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A6C9FF7A-DBC0-B941-749E-6F62D14D2A71}"/>
                </a:ext>
              </a:extLst>
            </p:cNvPr>
            <p:cNvSpPr/>
            <p:nvPr/>
          </p:nvSpPr>
          <p:spPr>
            <a:xfrm>
              <a:off x="8551095" y="5501218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Oval 184">
              <a:extLst>
                <a:ext uri="{FF2B5EF4-FFF2-40B4-BE49-F238E27FC236}">
                  <a16:creationId xmlns:a16="http://schemas.microsoft.com/office/drawing/2014/main" id="{65B8E8B1-DAAD-E2FB-9E3B-FB532C34662A}"/>
                </a:ext>
              </a:extLst>
            </p:cNvPr>
            <p:cNvSpPr/>
            <p:nvPr/>
          </p:nvSpPr>
          <p:spPr>
            <a:xfrm>
              <a:off x="9444743" y="5514696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Oval 185">
              <a:extLst>
                <a:ext uri="{FF2B5EF4-FFF2-40B4-BE49-F238E27FC236}">
                  <a16:creationId xmlns:a16="http://schemas.microsoft.com/office/drawing/2014/main" id="{35C018DB-D9BD-7DE1-AA12-39029E113B7A}"/>
                </a:ext>
              </a:extLst>
            </p:cNvPr>
            <p:cNvSpPr/>
            <p:nvPr/>
          </p:nvSpPr>
          <p:spPr>
            <a:xfrm>
              <a:off x="11241743" y="5440950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7" name="TextBox 186">
                  <a:extLst>
                    <a:ext uri="{FF2B5EF4-FFF2-40B4-BE49-F238E27FC236}">
                      <a16:creationId xmlns:a16="http://schemas.microsoft.com/office/drawing/2014/main" id="{B828F0BF-AE7F-E547-6E1D-19266FE0BC27}"/>
                    </a:ext>
                  </a:extLst>
                </p:cNvPr>
                <p:cNvSpPr txBox="1"/>
                <p:nvPr/>
              </p:nvSpPr>
              <p:spPr>
                <a:xfrm>
                  <a:off x="6727052" y="5590487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7" name="TextBox 186">
                  <a:extLst>
                    <a:ext uri="{FF2B5EF4-FFF2-40B4-BE49-F238E27FC236}">
                      <a16:creationId xmlns:a16="http://schemas.microsoft.com/office/drawing/2014/main" id="{B828F0BF-AE7F-E547-6E1D-19266FE0BC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7052" y="5590487"/>
                  <a:ext cx="353742" cy="276999"/>
                </a:xfrm>
                <a:prstGeom prst="rect">
                  <a:avLst/>
                </a:prstGeom>
                <a:blipFill>
                  <a:blip r:embed="rId42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81AD1C2F-80A9-D8F5-F972-1C80568B6C80}"/>
                    </a:ext>
                  </a:extLst>
                </p:cNvPr>
                <p:cNvSpPr txBox="1"/>
                <p:nvPr/>
              </p:nvSpPr>
              <p:spPr>
                <a:xfrm>
                  <a:off x="8614338" y="552979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81AD1C2F-80A9-D8F5-F972-1C80568B6C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4338" y="5529791"/>
                  <a:ext cx="353742" cy="276999"/>
                </a:xfrm>
                <a:prstGeom prst="rect">
                  <a:avLst/>
                </a:prstGeom>
                <a:blipFill>
                  <a:blip r:embed="rId43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14ED29D8-53E5-F4EA-8CB6-87DD1C0C47A9}"/>
                    </a:ext>
                  </a:extLst>
                </p:cNvPr>
                <p:cNvSpPr txBox="1"/>
                <p:nvPr/>
              </p:nvSpPr>
              <p:spPr>
                <a:xfrm>
                  <a:off x="9486161" y="554327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14ED29D8-53E5-F4EA-8CB6-87DD1C0C47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6161" y="5543271"/>
                  <a:ext cx="353742" cy="276999"/>
                </a:xfrm>
                <a:prstGeom prst="rect">
                  <a:avLst/>
                </a:prstGeom>
                <a:blipFill>
                  <a:blip r:embed="rId44"/>
                  <a:stretch>
                    <a:fillRect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0" name="TextBox 189">
                  <a:extLst>
                    <a:ext uri="{FF2B5EF4-FFF2-40B4-BE49-F238E27FC236}">
                      <a16:creationId xmlns:a16="http://schemas.microsoft.com/office/drawing/2014/main" id="{DC978375-47A2-5A6C-0519-3280CA733EFE}"/>
                    </a:ext>
                  </a:extLst>
                </p:cNvPr>
                <p:cNvSpPr txBox="1"/>
                <p:nvPr/>
              </p:nvSpPr>
              <p:spPr>
                <a:xfrm>
                  <a:off x="11322650" y="5469525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90" name="TextBox 189">
                  <a:extLst>
                    <a:ext uri="{FF2B5EF4-FFF2-40B4-BE49-F238E27FC236}">
                      <a16:creationId xmlns:a16="http://schemas.microsoft.com/office/drawing/2014/main" id="{DC978375-47A2-5A6C-0519-3280CA733E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22650" y="5469525"/>
                  <a:ext cx="294889" cy="276999"/>
                </a:xfrm>
                <a:prstGeom prst="rect">
                  <a:avLst/>
                </a:prstGeom>
                <a:blipFill>
                  <a:blip r:embed="rId45"/>
                  <a:stretch>
                    <a:fillRect l="-12500" r="-8333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2861F2AD-26D6-2D96-223C-A443A2ECBF60}"/>
                </a:ext>
              </a:extLst>
            </p:cNvPr>
            <p:cNvCxnSpPr>
              <a:cxnSpLocks/>
              <a:stCxn id="187" idx="3"/>
              <a:endCxn id="179" idx="1"/>
            </p:cNvCxnSpPr>
            <p:nvPr/>
          </p:nvCxnSpPr>
          <p:spPr>
            <a:xfrm flipV="1">
              <a:off x="7080794" y="5720431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E451DB8F-96A4-ACF1-98FF-2568CBC059B4}"/>
                </a:ext>
              </a:extLst>
            </p:cNvPr>
            <p:cNvCxnSpPr>
              <a:cxnSpLocks/>
              <a:stCxn id="181" idx="3"/>
              <a:endCxn id="184" idx="2"/>
            </p:cNvCxnSpPr>
            <p:nvPr/>
          </p:nvCxnSpPr>
          <p:spPr>
            <a:xfrm>
              <a:off x="8020892" y="5673670"/>
              <a:ext cx="530203" cy="30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081FB06A-403B-0AC9-9B0E-6CFBFF8D88D0}"/>
                </a:ext>
              </a:extLst>
            </p:cNvPr>
            <p:cNvCxnSpPr>
              <a:cxnSpLocks/>
              <a:stCxn id="189" idx="3"/>
              <a:endCxn id="180" idx="1"/>
            </p:cNvCxnSpPr>
            <p:nvPr/>
          </p:nvCxnSpPr>
          <p:spPr>
            <a:xfrm>
              <a:off x="9839903" y="5681771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7FC274F9-5BF0-BBD7-3DD5-9D8E61FF8157}"/>
                </a:ext>
              </a:extLst>
            </p:cNvPr>
            <p:cNvCxnSpPr>
              <a:stCxn id="182" idx="3"/>
              <a:endCxn id="186" idx="2"/>
            </p:cNvCxnSpPr>
            <p:nvPr/>
          </p:nvCxnSpPr>
          <p:spPr>
            <a:xfrm>
              <a:off x="10690379" y="5620690"/>
              <a:ext cx="551364" cy="2329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Curved Connector 194">
              <a:extLst>
                <a:ext uri="{FF2B5EF4-FFF2-40B4-BE49-F238E27FC236}">
                  <a16:creationId xmlns:a16="http://schemas.microsoft.com/office/drawing/2014/main" id="{1E4A53A4-6716-8808-411A-9A17903B3212}"/>
                </a:ext>
              </a:extLst>
            </p:cNvPr>
            <p:cNvCxnSpPr>
              <a:cxnSpLocks/>
              <a:stCxn id="179" idx="0"/>
              <a:endCxn id="189" idx="0"/>
            </p:cNvCxnSpPr>
            <p:nvPr/>
          </p:nvCxnSpPr>
          <p:spPr>
            <a:xfrm rot="16200000" flipH="1">
              <a:off x="8727631" y="4607870"/>
              <a:ext cx="25751" cy="1845050"/>
            </a:xfrm>
            <a:prstGeom prst="curvedConnector3">
              <a:avLst>
                <a:gd name="adj1" fmla="val -88773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Curved Connector 195">
              <a:extLst>
                <a:ext uri="{FF2B5EF4-FFF2-40B4-BE49-F238E27FC236}">
                  <a16:creationId xmlns:a16="http://schemas.microsoft.com/office/drawing/2014/main" id="{A3DD92BA-E352-8142-B26D-CF13FE291C3C}"/>
                </a:ext>
              </a:extLst>
            </p:cNvPr>
            <p:cNvCxnSpPr>
              <a:stCxn id="184" idx="0"/>
              <a:endCxn id="182" idx="0"/>
            </p:cNvCxnSpPr>
            <p:nvPr/>
          </p:nvCxnSpPr>
          <p:spPr>
            <a:xfrm rot="5400000" flipH="1" flipV="1">
              <a:off x="9644229" y="4592093"/>
              <a:ext cx="19028" cy="1799223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AEE212CB-E1C3-5E5B-3F43-E79AFE4C7303}"/>
                </a:ext>
              </a:extLst>
            </p:cNvPr>
            <p:cNvSpPr/>
            <p:nvPr/>
          </p:nvSpPr>
          <p:spPr>
            <a:xfrm>
              <a:off x="7649250" y="6299644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746AA346-FCE4-C5DC-97FB-B4808B9C8FE8}"/>
                </a:ext>
              </a:extLst>
            </p:cNvPr>
            <p:cNvSpPr/>
            <p:nvPr/>
          </p:nvSpPr>
          <p:spPr>
            <a:xfrm>
              <a:off x="10372570" y="6264315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9" name="TextBox 198">
                  <a:extLst>
                    <a:ext uri="{FF2B5EF4-FFF2-40B4-BE49-F238E27FC236}">
                      <a16:creationId xmlns:a16="http://schemas.microsoft.com/office/drawing/2014/main" id="{A4128576-4C64-C0A2-3A09-BC2B84DFAAA6}"/>
                    </a:ext>
                  </a:extLst>
                </p:cNvPr>
                <p:cNvSpPr txBox="1"/>
                <p:nvPr/>
              </p:nvSpPr>
              <p:spPr>
                <a:xfrm>
                  <a:off x="7727188" y="6317294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99" name="TextBox 198">
                  <a:extLst>
                    <a:ext uri="{FF2B5EF4-FFF2-40B4-BE49-F238E27FC236}">
                      <a16:creationId xmlns:a16="http://schemas.microsoft.com/office/drawing/2014/main" id="{A4128576-4C64-C0A2-3A09-BC2B84DFAA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27188" y="6317294"/>
                  <a:ext cx="327883" cy="276999"/>
                </a:xfrm>
                <a:prstGeom prst="rect">
                  <a:avLst/>
                </a:prstGeom>
                <a:blipFill>
                  <a:blip r:embed="rId46"/>
                  <a:stretch>
                    <a:fillRect l="-3704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0" name="TextBox 199">
                  <a:extLst>
                    <a:ext uri="{FF2B5EF4-FFF2-40B4-BE49-F238E27FC236}">
                      <a16:creationId xmlns:a16="http://schemas.microsoft.com/office/drawing/2014/main" id="{9FDADAE1-AD31-DCCA-BCCC-11174AAFC8C7}"/>
                    </a:ext>
                  </a:extLst>
                </p:cNvPr>
                <p:cNvSpPr txBox="1"/>
                <p:nvPr/>
              </p:nvSpPr>
              <p:spPr>
                <a:xfrm>
                  <a:off x="10450509" y="6264314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0" name="TextBox 199">
                  <a:extLst>
                    <a:ext uri="{FF2B5EF4-FFF2-40B4-BE49-F238E27FC236}">
                      <a16:creationId xmlns:a16="http://schemas.microsoft.com/office/drawing/2014/main" id="{9FDADAE1-AD31-DCCA-BCCC-11174AAFC8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50509" y="6264314"/>
                  <a:ext cx="274049" cy="276999"/>
                </a:xfrm>
                <a:prstGeom prst="rect">
                  <a:avLst/>
                </a:prstGeom>
                <a:blipFill>
                  <a:blip r:embed="rId47"/>
                  <a:stretch>
                    <a:fillRect l="-13043" r="-8696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1" name="Oval 200">
              <a:extLst>
                <a:ext uri="{FF2B5EF4-FFF2-40B4-BE49-F238E27FC236}">
                  <a16:creationId xmlns:a16="http://schemas.microsoft.com/office/drawing/2014/main" id="{E04B0EA0-F8E0-4C81-9A63-C1A0FFB75B2E}"/>
                </a:ext>
              </a:extLst>
            </p:cNvPr>
            <p:cNvSpPr/>
            <p:nvPr/>
          </p:nvSpPr>
          <p:spPr>
            <a:xfrm>
              <a:off x="6708900" y="6329747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AC3600B9-2F7D-DADC-178D-FDC2B5D26AA0}"/>
                </a:ext>
              </a:extLst>
            </p:cNvPr>
            <p:cNvSpPr/>
            <p:nvPr/>
          </p:nvSpPr>
          <p:spPr>
            <a:xfrm>
              <a:off x="8585274" y="6283342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C5661209-80B1-5998-9C25-CBAFA7F30D7B}"/>
                </a:ext>
              </a:extLst>
            </p:cNvPr>
            <p:cNvSpPr/>
            <p:nvPr/>
          </p:nvSpPr>
          <p:spPr>
            <a:xfrm>
              <a:off x="9478922" y="6296820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EC15A0F2-F1A2-C3DF-E5EA-65D88123C546}"/>
                </a:ext>
              </a:extLst>
            </p:cNvPr>
            <p:cNvSpPr/>
            <p:nvPr/>
          </p:nvSpPr>
          <p:spPr>
            <a:xfrm>
              <a:off x="11275922" y="6223074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5" name="TextBox 204">
                  <a:extLst>
                    <a:ext uri="{FF2B5EF4-FFF2-40B4-BE49-F238E27FC236}">
                      <a16:creationId xmlns:a16="http://schemas.microsoft.com/office/drawing/2014/main" id="{119ACA5E-2FFA-BD7A-412D-13364E67DEB4}"/>
                    </a:ext>
                  </a:extLst>
                </p:cNvPr>
                <p:cNvSpPr txBox="1"/>
                <p:nvPr/>
              </p:nvSpPr>
              <p:spPr>
                <a:xfrm>
                  <a:off x="6761231" y="637261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5" name="TextBox 204">
                  <a:extLst>
                    <a:ext uri="{FF2B5EF4-FFF2-40B4-BE49-F238E27FC236}">
                      <a16:creationId xmlns:a16="http://schemas.microsoft.com/office/drawing/2014/main" id="{119ACA5E-2FFA-BD7A-412D-13364E67DE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1231" y="6372611"/>
                  <a:ext cx="353742" cy="276999"/>
                </a:xfrm>
                <a:prstGeom prst="rect">
                  <a:avLst/>
                </a:prstGeom>
                <a:blipFill>
                  <a:blip r:embed="rId48"/>
                  <a:stretch>
                    <a:fillRect l="-3448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6" name="TextBox 205">
                  <a:extLst>
                    <a:ext uri="{FF2B5EF4-FFF2-40B4-BE49-F238E27FC236}">
                      <a16:creationId xmlns:a16="http://schemas.microsoft.com/office/drawing/2014/main" id="{3431C296-A9F5-83D4-6F4F-332EC9A0BA2C}"/>
                    </a:ext>
                  </a:extLst>
                </p:cNvPr>
                <p:cNvSpPr txBox="1"/>
                <p:nvPr/>
              </p:nvSpPr>
              <p:spPr>
                <a:xfrm>
                  <a:off x="8648517" y="631191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6" name="TextBox 205">
                  <a:extLst>
                    <a:ext uri="{FF2B5EF4-FFF2-40B4-BE49-F238E27FC236}">
                      <a16:creationId xmlns:a16="http://schemas.microsoft.com/office/drawing/2014/main" id="{3431C296-A9F5-83D4-6F4F-332EC9A0BA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48517" y="6311915"/>
                  <a:ext cx="353742" cy="276999"/>
                </a:xfrm>
                <a:prstGeom prst="rect">
                  <a:avLst/>
                </a:prstGeom>
                <a:blipFill>
                  <a:blip r:embed="rId49"/>
                  <a:stretch>
                    <a:fillRect l="-3571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7" name="TextBox 206">
                  <a:extLst>
                    <a:ext uri="{FF2B5EF4-FFF2-40B4-BE49-F238E27FC236}">
                      <a16:creationId xmlns:a16="http://schemas.microsoft.com/office/drawing/2014/main" id="{7AB197B5-F494-0B4D-3140-EA8D704834E3}"/>
                    </a:ext>
                  </a:extLst>
                </p:cNvPr>
                <p:cNvSpPr txBox="1"/>
                <p:nvPr/>
              </p:nvSpPr>
              <p:spPr>
                <a:xfrm>
                  <a:off x="9520340" y="632539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7" name="TextBox 206">
                  <a:extLst>
                    <a:ext uri="{FF2B5EF4-FFF2-40B4-BE49-F238E27FC236}">
                      <a16:creationId xmlns:a16="http://schemas.microsoft.com/office/drawing/2014/main" id="{7AB197B5-F494-0B4D-3140-EA8D704834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20340" y="6325395"/>
                  <a:ext cx="353742" cy="276999"/>
                </a:xfrm>
                <a:prstGeom prst="rect">
                  <a:avLst/>
                </a:prstGeom>
                <a:blipFill>
                  <a:blip r:embed="rId50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8" name="TextBox 207">
                  <a:extLst>
                    <a:ext uri="{FF2B5EF4-FFF2-40B4-BE49-F238E27FC236}">
                      <a16:creationId xmlns:a16="http://schemas.microsoft.com/office/drawing/2014/main" id="{84E42C68-3B01-4E0A-B3FA-B51BCC3B7FF7}"/>
                    </a:ext>
                  </a:extLst>
                </p:cNvPr>
                <p:cNvSpPr txBox="1"/>
                <p:nvPr/>
              </p:nvSpPr>
              <p:spPr>
                <a:xfrm>
                  <a:off x="11356829" y="6251649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8" name="TextBox 207">
                  <a:extLst>
                    <a:ext uri="{FF2B5EF4-FFF2-40B4-BE49-F238E27FC236}">
                      <a16:creationId xmlns:a16="http://schemas.microsoft.com/office/drawing/2014/main" id="{84E42C68-3B01-4E0A-B3FA-B51BCC3B7F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56829" y="6251649"/>
                  <a:ext cx="294889" cy="276999"/>
                </a:xfrm>
                <a:prstGeom prst="rect">
                  <a:avLst/>
                </a:prstGeom>
                <a:blipFill>
                  <a:blip r:embed="rId51"/>
                  <a:stretch>
                    <a:fillRect l="-12500" r="-8333" b="-869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2CF5F503-BF52-B4F7-A595-0B9BB5A44001}"/>
                </a:ext>
              </a:extLst>
            </p:cNvPr>
            <p:cNvCxnSpPr>
              <a:cxnSpLocks/>
              <a:stCxn id="205" idx="3"/>
              <a:endCxn id="197" idx="1"/>
            </p:cNvCxnSpPr>
            <p:nvPr/>
          </p:nvCxnSpPr>
          <p:spPr>
            <a:xfrm flipV="1">
              <a:off x="7114973" y="6502555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6585B342-0A8F-9D83-482C-AFE445574B0B}"/>
                </a:ext>
              </a:extLst>
            </p:cNvPr>
            <p:cNvCxnSpPr>
              <a:cxnSpLocks/>
              <a:stCxn id="199" idx="3"/>
              <a:endCxn id="202" idx="2"/>
            </p:cNvCxnSpPr>
            <p:nvPr/>
          </p:nvCxnSpPr>
          <p:spPr>
            <a:xfrm>
              <a:off x="8055071" y="6455794"/>
              <a:ext cx="530203" cy="30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55D2CECC-BE5F-36FB-D09A-5C8A3CC898FD}"/>
                </a:ext>
              </a:extLst>
            </p:cNvPr>
            <p:cNvCxnSpPr>
              <a:cxnSpLocks/>
              <a:stCxn id="207" idx="3"/>
              <a:endCxn id="198" idx="1"/>
            </p:cNvCxnSpPr>
            <p:nvPr/>
          </p:nvCxnSpPr>
          <p:spPr>
            <a:xfrm>
              <a:off x="9874082" y="6463895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5A12E97F-299C-CDC8-39FB-AC481B1D2FDE}"/>
                </a:ext>
              </a:extLst>
            </p:cNvPr>
            <p:cNvCxnSpPr>
              <a:stCxn id="200" idx="3"/>
              <a:endCxn id="204" idx="2"/>
            </p:cNvCxnSpPr>
            <p:nvPr/>
          </p:nvCxnSpPr>
          <p:spPr>
            <a:xfrm>
              <a:off x="10724558" y="6402814"/>
              <a:ext cx="551364" cy="2329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Curved Connector 212">
              <a:extLst>
                <a:ext uri="{FF2B5EF4-FFF2-40B4-BE49-F238E27FC236}">
                  <a16:creationId xmlns:a16="http://schemas.microsoft.com/office/drawing/2014/main" id="{EBF709A5-D38C-AD63-FD95-1EEA981C7CC3}"/>
                </a:ext>
              </a:extLst>
            </p:cNvPr>
            <p:cNvCxnSpPr>
              <a:cxnSpLocks/>
              <a:stCxn id="197" idx="0"/>
              <a:endCxn id="207" idx="0"/>
            </p:cNvCxnSpPr>
            <p:nvPr/>
          </p:nvCxnSpPr>
          <p:spPr>
            <a:xfrm rot="16200000" flipH="1">
              <a:off x="8761810" y="5389994"/>
              <a:ext cx="25751" cy="1845050"/>
            </a:xfrm>
            <a:prstGeom prst="curvedConnector3">
              <a:avLst>
                <a:gd name="adj1" fmla="val -88773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Curved Connector 213">
              <a:extLst>
                <a:ext uri="{FF2B5EF4-FFF2-40B4-BE49-F238E27FC236}">
                  <a16:creationId xmlns:a16="http://schemas.microsoft.com/office/drawing/2014/main" id="{FB612F54-F645-7320-9ACC-AC63740E027A}"/>
                </a:ext>
              </a:extLst>
            </p:cNvPr>
            <p:cNvCxnSpPr>
              <a:stCxn id="202" idx="0"/>
              <a:endCxn id="200" idx="0"/>
            </p:cNvCxnSpPr>
            <p:nvPr/>
          </p:nvCxnSpPr>
          <p:spPr>
            <a:xfrm rot="5400000" flipH="1" flipV="1">
              <a:off x="9678408" y="5374217"/>
              <a:ext cx="19028" cy="1799223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5CCBC49C-6AD9-0584-986C-72E1D7825F43}"/>
              </a:ext>
            </a:extLst>
          </p:cNvPr>
          <p:cNvGrpSpPr/>
          <p:nvPr/>
        </p:nvGrpSpPr>
        <p:grpSpPr>
          <a:xfrm rot="16200000">
            <a:off x="3773117" y="4255449"/>
            <a:ext cx="4534248" cy="467499"/>
            <a:chOff x="6663808" y="2068350"/>
            <a:chExt cx="4973096" cy="512746"/>
          </a:xfrm>
        </p:grpSpPr>
        <p:sp>
          <p:nvSpPr>
            <p:cNvPr id="217" name="Rectangle 216">
              <a:extLst>
                <a:ext uri="{FF2B5EF4-FFF2-40B4-BE49-F238E27FC236}">
                  <a16:creationId xmlns:a16="http://schemas.microsoft.com/office/drawing/2014/main" id="{98B4F2C1-CC91-06EF-972C-A0415E7EC170}"/>
                </a:ext>
              </a:extLst>
            </p:cNvPr>
            <p:cNvSpPr/>
            <p:nvPr/>
          </p:nvSpPr>
          <p:spPr>
            <a:xfrm>
              <a:off x="7604158" y="2144920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1EC18D93-524D-E099-F4B4-EE96A65D4A9F}"/>
                </a:ext>
              </a:extLst>
            </p:cNvPr>
            <p:cNvSpPr/>
            <p:nvPr/>
          </p:nvSpPr>
          <p:spPr>
            <a:xfrm>
              <a:off x="10327479" y="2109590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9" name="TextBox 218">
                  <a:extLst>
                    <a:ext uri="{FF2B5EF4-FFF2-40B4-BE49-F238E27FC236}">
                      <a16:creationId xmlns:a16="http://schemas.microsoft.com/office/drawing/2014/main" id="{C56CD56B-F6F0-5E5D-9927-6B275719B9B9}"/>
                    </a:ext>
                  </a:extLst>
                </p:cNvPr>
                <p:cNvSpPr txBox="1"/>
                <p:nvPr/>
              </p:nvSpPr>
              <p:spPr>
                <a:xfrm>
                  <a:off x="7682097" y="2162569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19" name="TextBox 218">
                  <a:extLst>
                    <a:ext uri="{FF2B5EF4-FFF2-40B4-BE49-F238E27FC236}">
                      <a16:creationId xmlns:a16="http://schemas.microsoft.com/office/drawing/2014/main" id="{C56CD56B-F6F0-5E5D-9927-6B275719B9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82097" y="2162569"/>
                  <a:ext cx="327883" cy="276999"/>
                </a:xfrm>
                <a:prstGeom prst="rect">
                  <a:avLst/>
                </a:prstGeom>
                <a:blipFill>
                  <a:blip r:embed="rId52"/>
                  <a:stretch>
                    <a:fillRect t="-4167" r="-30000" b="-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0" name="TextBox 219">
                  <a:extLst>
                    <a:ext uri="{FF2B5EF4-FFF2-40B4-BE49-F238E27FC236}">
                      <a16:creationId xmlns:a16="http://schemas.microsoft.com/office/drawing/2014/main" id="{CAF84355-9209-13DE-8868-68A8B8FB1498}"/>
                    </a:ext>
                  </a:extLst>
                </p:cNvPr>
                <p:cNvSpPr txBox="1"/>
                <p:nvPr/>
              </p:nvSpPr>
              <p:spPr>
                <a:xfrm>
                  <a:off x="10405418" y="2109589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20" name="TextBox 219">
                  <a:extLst>
                    <a:ext uri="{FF2B5EF4-FFF2-40B4-BE49-F238E27FC236}">
                      <a16:creationId xmlns:a16="http://schemas.microsoft.com/office/drawing/2014/main" id="{CAF84355-9209-13DE-8868-68A8B8FB14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05418" y="2109589"/>
                  <a:ext cx="274049" cy="276999"/>
                </a:xfrm>
                <a:prstGeom prst="rect">
                  <a:avLst/>
                </a:prstGeom>
                <a:blipFill>
                  <a:blip r:embed="rId53"/>
                  <a:stretch>
                    <a:fillRect t="-14286" r="-23810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1" name="Oval 220">
              <a:extLst>
                <a:ext uri="{FF2B5EF4-FFF2-40B4-BE49-F238E27FC236}">
                  <a16:creationId xmlns:a16="http://schemas.microsoft.com/office/drawing/2014/main" id="{22276C08-4FA9-1B82-D3DC-5FF4589D9D3A}"/>
                </a:ext>
              </a:extLst>
            </p:cNvPr>
            <p:cNvSpPr/>
            <p:nvPr/>
          </p:nvSpPr>
          <p:spPr>
            <a:xfrm>
              <a:off x="6663808" y="2175023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2" name="Oval 221">
              <a:extLst>
                <a:ext uri="{FF2B5EF4-FFF2-40B4-BE49-F238E27FC236}">
                  <a16:creationId xmlns:a16="http://schemas.microsoft.com/office/drawing/2014/main" id="{DAAAD283-6048-C9DA-F502-EF9C670D7871}"/>
                </a:ext>
              </a:extLst>
            </p:cNvPr>
            <p:cNvSpPr/>
            <p:nvPr/>
          </p:nvSpPr>
          <p:spPr>
            <a:xfrm>
              <a:off x="8540182" y="2128617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3" name="Oval 222">
              <a:extLst>
                <a:ext uri="{FF2B5EF4-FFF2-40B4-BE49-F238E27FC236}">
                  <a16:creationId xmlns:a16="http://schemas.microsoft.com/office/drawing/2014/main" id="{93F6B617-DBC4-E206-3F3F-D12FD1A5D97D}"/>
                </a:ext>
              </a:extLst>
            </p:cNvPr>
            <p:cNvSpPr/>
            <p:nvPr/>
          </p:nvSpPr>
          <p:spPr>
            <a:xfrm>
              <a:off x="9433830" y="2142096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4" name="Oval 223">
              <a:extLst>
                <a:ext uri="{FF2B5EF4-FFF2-40B4-BE49-F238E27FC236}">
                  <a16:creationId xmlns:a16="http://schemas.microsoft.com/office/drawing/2014/main" id="{F2F4583F-6B73-430C-04A1-589959BF3912}"/>
                </a:ext>
              </a:extLst>
            </p:cNvPr>
            <p:cNvSpPr/>
            <p:nvPr/>
          </p:nvSpPr>
          <p:spPr>
            <a:xfrm>
              <a:off x="11230831" y="2068350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5" name="TextBox 224">
                  <a:extLst>
                    <a:ext uri="{FF2B5EF4-FFF2-40B4-BE49-F238E27FC236}">
                      <a16:creationId xmlns:a16="http://schemas.microsoft.com/office/drawing/2014/main" id="{C9ABA8AC-E9B2-583D-6647-B2E4D59EF24D}"/>
                    </a:ext>
                  </a:extLst>
                </p:cNvPr>
                <p:cNvSpPr txBox="1"/>
                <p:nvPr/>
              </p:nvSpPr>
              <p:spPr>
                <a:xfrm>
                  <a:off x="6716139" y="2217887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25" name="TextBox 224">
                  <a:extLst>
                    <a:ext uri="{FF2B5EF4-FFF2-40B4-BE49-F238E27FC236}">
                      <a16:creationId xmlns:a16="http://schemas.microsoft.com/office/drawing/2014/main" id="{C9ABA8AC-E9B2-583D-6647-B2E4D59EF2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16139" y="2217887"/>
                  <a:ext cx="353742" cy="276999"/>
                </a:xfrm>
                <a:prstGeom prst="rect">
                  <a:avLst/>
                </a:prstGeom>
                <a:blipFill>
                  <a:blip r:embed="rId54"/>
                  <a:stretch>
                    <a:fillRect t="-4000" r="-30000" b="-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6" name="TextBox 225">
                  <a:extLst>
                    <a:ext uri="{FF2B5EF4-FFF2-40B4-BE49-F238E27FC236}">
                      <a16:creationId xmlns:a16="http://schemas.microsoft.com/office/drawing/2014/main" id="{EFE7364F-BAD0-A9B4-1E72-F52601E304DA}"/>
                    </a:ext>
                  </a:extLst>
                </p:cNvPr>
                <p:cNvSpPr txBox="1"/>
                <p:nvPr/>
              </p:nvSpPr>
              <p:spPr>
                <a:xfrm>
                  <a:off x="8603426" y="215719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26" name="TextBox 225">
                  <a:extLst>
                    <a:ext uri="{FF2B5EF4-FFF2-40B4-BE49-F238E27FC236}">
                      <a16:creationId xmlns:a16="http://schemas.microsoft.com/office/drawing/2014/main" id="{EFE7364F-BAD0-A9B4-1E72-F52601E304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03426" y="2157191"/>
                  <a:ext cx="353742" cy="276999"/>
                </a:xfrm>
                <a:prstGeom prst="rect">
                  <a:avLst/>
                </a:prstGeom>
                <a:blipFill>
                  <a:blip r:embed="rId55"/>
                  <a:stretch>
                    <a:fillRect t="-3846" r="-28571" b="-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7" name="TextBox 226">
                  <a:extLst>
                    <a:ext uri="{FF2B5EF4-FFF2-40B4-BE49-F238E27FC236}">
                      <a16:creationId xmlns:a16="http://schemas.microsoft.com/office/drawing/2014/main" id="{5FAD32C6-4AA8-DB87-9D4A-00C09F1CE820}"/>
                    </a:ext>
                  </a:extLst>
                </p:cNvPr>
                <p:cNvSpPr txBox="1"/>
                <p:nvPr/>
              </p:nvSpPr>
              <p:spPr>
                <a:xfrm>
                  <a:off x="9475249" y="2170670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27" name="TextBox 226">
                  <a:extLst>
                    <a:ext uri="{FF2B5EF4-FFF2-40B4-BE49-F238E27FC236}">
                      <a16:creationId xmlns:a16="http://schemas.microsoft.com/office/drawing/2014/main" id="{5FAD32C6-4AA8-DB87-9D4A-00C09F1CE8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75249" y="2170670"/>
                  <a:ext cx="353742" cy="276999"/>
                </a:xfrm>
                <a:prstGeom prst="rect">
                  <a:avLst/>
                </a:prstGeom>
                <a:blipFill>
                  <a:blip r:embed="rId56"/>
                  <a:stretch>
                    <a:fillRect t="-3704" r="-28571" b="-370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8" name="TextBox 227">
                  <a:extLst>
                    <a:ext uri="{FF2B5EF4-FFF2-40B4-BE49-F238E27FC236}">
                      <a16:creationId xmlns:a16="http://schemas.microsoft.com/office/drawing/2014/main" id="{B3D24F20-60FE-E12A-D6C4-01F99E4EA9B5}"/>
                    </a:ext>
                  </a:extLst>
                </p:cNvPr>
                <p:cNvSpPr txBox="1"/>
                <p:nvPr/>
              </p:nvSpPr>
              <p:spPr>
                <a:xfrm>
                  <a:off x="11311738" y="2096924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28" name="TextBox 227">
                  <a:extLst>
                    <a:ext uri="{FF2B5EF4-FFF2-40B4-BE49-F238E27FC236}">
                      <a16:creationId xmlns:a16="http://schemas.microsoft.com/office/drawing/2014/main" id="{B3D24F20-60FE-E12A-D6C4-01F99E4EA9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11738" y="2096924"/>
                  <a:ext cx="294889" cy="276999"/>
                </a:xfrm>
                <a:prstGeom prst="rect">
                  <a:avLst/>
                </a:prstGeom>
                <a:blipFill>
                  <a:blip r:embed="rId57"/>
                  <a:stretch>
                    <a:fillRect t="-13636" r="-23810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D3D24614-5B40-7189-8C49-ABE9A37DFCCF}"/>
                </a:ext>
              </a:extLst>
            </p:cNvPr>
            <p:cNvCxnSpPr>
              <a:cxnSpLocks/>
              <a:stCxn id="225" idx="3"/>
              <a:endCxn id="217" idx="1"/>
            </p:cNvCxnSpPr>
            <p:nvPr/>
          </p:nvCxnSpPr>
          <p:spPr>
            <a:xfrm flipV="1">
              <a:off x="7069881" y="2347831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B10DCBB5-6E9A-BC27-E4B5-07E610340812}"/>
                </a:ext>
              </a:extLst>
            </p:cNvPr>
            <p:cNvCxnSpPr>
              <a:cxnSpLocks/>
              <a:stCxn id="219" idx="3"/>
              <a:endCxn id="222" idx="2"/>
            </p:cNvCxnSpPr>
            <p:nvPr/>
          </p:nvCxnSpPr>
          <p:spPr>
            <a:xfrm>
              <a:off x="8009980" y="2301069"/>
              <a:ext cx="530202" cy="30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230">
              <a:extLst>
                <a:ext uri="{FF2B5EF4-FFF2-40B4-BE49-F238E27FC236}">
                  <a16:creationId xmlns:a16="http://schemas.microsoft.com/office/drawing/2014/main" id="{56C4A2FE-9A1A-4D2E-1EA2-082DD12ED77A}"/>
                </a:ext>
              </a:extLst>
            </p:cNvPr>
            <p:cNvCxnSpPr>
              <a:cxnSpLocks/>
              <a:stCxn id="227" idx="3"/>
              <a:endCxn id="218" idx="1"/>
            </p:cNvCxnSpPr>
            <p:nvPr/>
          </p:nvCxnSpPr>
          <p:spPr>
            <a:xfrm>
              <a:off x="9828991" y="2309170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>
              <a:extLst>
                <a:ext uri="{FF2B5EF4-FFF2-40B4-BE49-F238E27FC236}">
                  <a16:creationId xmlns:a16="http://schemas.microsoft.com/office/drawing/2014/main" id="{367A93DA-2448-1938-7AFF-825D3A0F5B9D}"/>
                </a:ext>
              </a:extLst>
            </p:cNvPr>
            <p:cNvCxnSpPr>
              <a:stCxn id="220" idx="3"/>
              <a:endCxn id="224" idx="2"/>
            </p:cNvCxnSpPr>
            <p:nvPr/>
          </p:nvCxnSpPr>
          <p:spPr>
            <a:xfrm>
              <a:off x="10679467" y="2248089"/>
              <a:ext cx="551364" cy="2329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Curved Connector 232">
              <a:extLst>
                <a:ext uri="{FF2B5EF4-FFF2-40B4-BE49-F238E27FC236}">
                  <a16:creationId xmlns:a16="http://schemas.microsoft.com/office/drawing/2014/main" id="{CBF4A541-8D79-79B0-1AEA-5A441577BD86}"/>
                </a:ext>
              </a:extLst>
            </p:cNvPr>
            <p:cNvCxnSpPr>
              <a:cxnSpLocks/>
              <a:stCxn id="217" idx="0"/>
              <a:endCxn id="227" idx="0"/>
            </p:cNvCxnSpPr>
            <p:nvPr/>
          </p:nvCxnSpPr>
          <p:spPr>
            <a:xfrm rot="16200000" flipH="1">
              <a:off x="8716719" y="1235270"/>
              <a:ext cx="25750" cy="1845051"/>
            </a:xfrm>
            <a:prstGeom prst="curvedConnector3">
              <a:avLst>
                <a:gd name="adj1" fmla="val -88776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Curved Connector 233">
              <a:extLst>
                <a:ext uri="{FF2B5EF4-FFF2-40B4-BE49-F238E27FC236}">
                  <a16:creationId xmlns:a16="http://schemas.microsoft.com/office/drawing/2014/main" id="{A0260702-913E-4370-6842-B7D16F27D18A}"/>
                </a:ext>
              </a:extLst>
            </p:cNvPr>
            <p:cNvCxnSpPr>
              <a:stCxn id="222" idx="0"/>
              <a:endCxn id="220" idx="0"/>
            </p:cNvCxnSpPr>
            <p:nvPr/>
          </p:nvCxnSpPr>
          <p:spPr>
            <a:xfrm rot="5400000" flipH="1" flipV="1">
              <a:off x="9633317" y="1219491"/>
              <a:ext cx="19028" cy="1799224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9318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3C341-55AA-B595-D219-510809F7B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E007D3ED-3F88-BF27-3BF5-BFF2154F9BC0}"/>
              </a:ext>
            </a:extLst>
          </p:cNvPr>
          <p:cNvSpPr/>
          <p:nvPr/>
        </p:nvSpPr>
        <p:spPr>
          <a:xfrm>
            <a:off x="8726744" y="1054564"/>
            <a:ext cx="1527689" cy="7286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F78D8AE-30AA-1710-325D-673585C60AB2}"/>
              </a:ext>
            </a:extLst>
          </p:cNvPr>
          <p:cNvSpPr/>
          <p:nvPr/>
        </p:nvSpPr>
        <p:spPr>
          <a:xfrm>
            <a:off x="2629974" y="1054565"/>
            <a:ext cx="1527689" cy="7286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5D6DD4-FDB5-7B2B-294A-3EC913834BA0}"/>
              </a:ext>
            </a:extLst>
          </p:cNvPr>
          <p:cNvSpPr txBox="1"/>
          <p:nvPr/>
        </p:nvSpPr>
        <p:spPr>
          <a:xfrm>
            <a:off x="2744703" y="0"/>
            <a:ext cx="674588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Hypergraph Product Codes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239928-8429-C3A0-0C56-D7A99BEE2BB7}"/>
              </a:ext>
            </a:extLst>
          </p:cNvPr>
          <p:cNvSpPr txBox="1"/>
          <p:nvPr/>
        </p:nvSpPr>
        <p:spPr>
          <a:xfrm>
            <a:off x="0" y="1157287"/>
            <a:ext cx="112308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Combine two classical binary linear codes to obtain a quantum code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0374A56-7D9B-773C-9470-6459290CB1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371" y="2671136"/>
            <a:ext cx="3294995" cy="99536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549E48F-1ABB-6AF9-CB5D-343213676FAD}"/>
              </a:ext>
            </a:extLst>
          </p:cNvPr>
          <p:cNvSpPr/>
          <p:nvPr/>
        </p:nvSpPr>
        <p:spPr>
          <a:xfrm>
            <a:off x="1533558" y="4661860"/>
            <a:ext cx="528310" cy="52831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CFD418-DE99-DBB9-037E-1CB6269C877F}"/>
              </a:ext>
            </a:extLst>
          </p:cNvPr>
          <p:cNvSpPr/>
          <p:nvPr/>
        </p:nvSpPr>
        <p:spPr>
          <a:xfrm>
            <a:off x="2891571" y="4661860"/>
            <a:ext cx="528310" cy="52831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5D31B7B-4690-77E8-B2A1-805701CBF417}"/>
                  </a:ext>
                </a:extLst>
              </p:cNvPr>
              <p:cNvSpPr txBox="1"/>
              <p:nvPr/>
            </p:nvSpPr>
            <p:spPr>
              <a:xfrm>
                <a:off x="3919571" y="2671136"/>
                <a:ext cx="42684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5D31B7B-4690-77E8-B2A1-805701CBF4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9571" y="2671136"/>
                <a:ext cx="426847" cy="430887"/>
              </a:xfrm>
              <a:prstGeom prst="rect">
                <a:avLst/>
              </a:prstGeom>
              <a:blipFill>
                <a:blip r:embed="rId4"/>
                <a:stretch>
                  <a:fillRect l="-11429" r="-8571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E5E5260-B707-27C8-D0E9-2F4BEE358846}"/>
                  </a:ext>
                </a:extLst>
              </p:cNvPr>
              <p:cNvSpPr txBox="1"/>
              <p:nvPr/>
            </p:nvSpPr>
            <p:spPr>
              <a:xfrm>
                <a:off x="3919570" y="3168817"/>
                <a:ext cx="42684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E5E5260-B707-27C8-D0E9-2F4BEE3588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9570" y="3168817"/>
                <a:ext cx="426847" cy="430887"/>
              </a:xfrm>
              <a:prstGeom prst="rect">
                <a:avLst/>
              </a:prstGeom>
              <a:blipFill>
                <a:blip r:embed="rId5"/>
                <a:stretch>
                  <a:fillRect l="-11429" r="-8571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00D45D1-57BE-6D7A-8316-D6F14A515150}"/>
                  </a:ext>
                </a:extLst>
              </p:cNvPr>
              <p:cNvSpPr txBox="1"/>
              <p:nvPr/>
            </p:nvSpPr>
            <p:spPr>
              <a:xfrm>
                <a:off x="1533558" y="3666499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00D45D1-57BE-6D7A-8316-D6F14A5151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3558" y="3666499"/>
                <a:ext cx="460511" cy="430887"/>
              </a:xfrm>
              <a:prstGeom prst="rect">
                <a:avLst/>
              </a:prstGeom>
              <a:blipFill>
                <a:blip r:embed="rId6"/>
                <a:stretch>
                  <a:fillRect l="-10811" r="-8108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DBFB28A-A1E5-40BE-988A-76B95EFF4149}"/>
                  </a:ext>
                </a:extLst>
              </p:cNvPr>
              <p:cNvSpPr txBox="1"/>
              <p:nvPr/>
            </p:nvSpPr>
            <p:spPr>
              <a:xfrm>
                <a:off x="2061868" y="3666499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DBFB28A-A1E5-40BE-988A-76B95EFF41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1868" y="3666499"/>
                <a:ext cx="460511" cy="430887"/>
              </a:xfrm>
              <a:prstGeom prst="rect">
                <a:avLst/>
              </a:prstGeom>
              <a:blipFill>
                <a:blip r:embed="rId7"/>
                <a:stretch>
                  <a:fillRect l="-13514" r="-8108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4478CB7-22AD-DE90-BC75-87C03C7EC661}"/>
                  </a:ext>
                </a:extLst>
              </p:cNvPr>
              <p:cNvSpPr txBox="1"/>
              <p:nvPr/>
            </p:nvSpPr>
            <p:spPr>
              <a:xfrm>
                <a:off x="2695215" y="3666498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4478CB7-22AD-DE90-BC75-87C03C7EC6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5215" y="3666498"/>
                <a:ext cx="460511" cy="430887"/>
              </a:xfrm>
              <a:prstGeom prst="rect">
                <a:avLst/>
              </a:prstGeom>
              <a:blipFill>
                <a:blip r:embed="rId8"/>
                <a:stretch>
                  <a:fillRect l="-13514" r="-8108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EF3CDFE-E93F-CDB7-5766-0DE61CB961BA}"/>
                  </a:ext>
                </a:extLst>
              </p:cNvPr>
              <p:cNvSpPr txBox="1"/>
              <p:nvPr/>
            </p:nvSpPr>
            <p:spPr>
              <a:xfrm>
                <a:off x="3248855" y="3666497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EF3CDFE-E93F-CDB7-5766-0DE61CB961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8855" y="3666497"/>
                <a:ext cx="460511" cy="430887"/>
              </a:xfrm>
              <a:prstGeom prst="rect">
                <a:avLst/>
              </a:prstGeom>
              <a:blipFill>
                <a:blip r:embed="rId9"/>
                <a:stretch>
                  <a:fillRect l="-10811" r="-8108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96BB164-C97F-5ACE-DB42-F66443FE5603}"/>
                  </a:ext>
                </a:extLst>
              </p:cNvPr>
              <p:cNvSpPr txBox="1"/>
              <p:nvPr/>
            </p:nvSpPr>
            <p:spPr>
              <a:xfrm>
                <a:off x="1635021" y="4684837"/>
                <a:ext cx="42684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96BB164-C97F-5ACE-DB42-F66443FE56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5021" y="4684837"/>
                <a:ext cx="426847" cy="430887"/>
              </a:xfrm>
              <a:prstGeom prst="rect">
                <a:avLst/>
              </a:prstGeom>
              <a:blipFill>
                <a:blip r:embed="rId10"/>
                <a:stretch>
                  <a:fillRect l="-11429" r="-8571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CF6DE09-A2D2-9274-0EF9-2F7E37087802}"/>
                  </a:ext>
                </a:extLst>
              </p:cNvPr>
              <p:cNvSpPr txBox="1"/>
              <p:nvPr/>
            </p:nvSpPr>
            <p:spPr>
              <a:xfrm>
                <a:off x="2993034" y="4661859"/>
                <a:ext cx="42684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CF6DE09-A2D2-9274-0EF9-2F7E370878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3034" y="4661859"/>
                <a:ext cx="426847" cy="430887"/>
              </a:xfrm>
              <a:prstGeom prst="rect">
                <a:avLst/>
              </a:prstGeom>
              <a:blipFill>
                <a:blip r:embed="rId11"/>
                <a:stretch>
                  <a:fillRect l="-11429" r="-8571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Oval 20">
            <a:extLst>
              <a:ext uri="{FF2B5EF4-FFF2-40B4-BE49-F238E27FC236}">
                <a16:creationId xmlns:a16="http://schemas.microsoft.com/office/drawing/2014/main" id="{3D37135D-F200-CCA1-C501-2FFECF4BFFE8}"/>
              </a:ext>
            </a:extLst>
          </p:cNvPr>
          <p:cNvSpPr/>
          <p:nvPr/>
        </p:nvSpPr>
        <p:spPr>
          <a:xfrm>
            <a:off x="155825" y="5823787"/>
            <a:ext cx="528637" cy="528637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5E2F364-F091-3D69-097E-308975F8D792}"/>
              </a:ext>
            </a:extLst>
          </p:cNvPr>
          <p:cNvSpPr/>
          <p:nvPr/>
        </p:nvSpPr>
        <p:spPr>
          <a:xfrm>
            <a:off x="1552689" y="5823789"/>
            <a:ext cx="528637" cy="528637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3E221E4-BDAB-A856-189E-506B440DE4D9}"/>
              </a:ext>
            </a:extLst>
          </p:cNvPr>
          <p:cNvSpPr/>
          <p:nvPr/>
        </p:nvSpPr>
        <p:spPr>
          <a:xfrm>
            <a:off x="2949553" y="5823789"/>
            <a:ext cx="528637" cy="528637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2A389D8-50FD-68DE-D111-4AFE63C43060}"/>
              </a:ext>
            </a:extLst>
          </p:cNvPr>
          <p:cNvSpPr/>
          <p:nvPr/>
        </p:nvSpPr>
        <p:spPr>
          <a:xfrm>
            <a:off x="4346417" y="5823788"/>
            <a:ext cx="528637" cy="528637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CDD42F7-A3EA-9A6E-48DE-7BF051749F59}"/>
                  </a:ext>
                </a:extLst>
              </p:cNvPr>
              <p:cNvSpPr txBox="1"/>
              <p:nvPr/>
            </p:nvSpPr>
            <p:spPr>
              <a:xfrm>
                <a:off x="223951" y="5823787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CDD42F7-A3EA-9A6E-48DE-7BF051749F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951" y="5823787"/>
                <a:ext cx="460511" cy="430887"/>
              </a:xfrm>
              <a:prstGeom prst="rect">
                <a:avLst/>
              </a:prstGeom>
              <a:blipFill>
                <a:blip r:embed="rId12"/>
                <a:stretch>
                  <a:fillRect l="-10811" r="-10811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38D1D00-9E48-4505-C40E-21156846E301}"/>
                  </a:ext>
                </a:extLst>
              </p:cNvPr>
              <p:cNvSpPr txBox="1"/>
              <p:nvPr/>
            </p:nvSpPr>
            <p:spPr>
              <a:xfrm>
                <a:off x="1635021" y="5823786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38D1D00-9E48-4505-C40E-21156846E3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5021" y="5823786"/>
                <a:ext cx="460511" cy="430887"/>
              </a:xfrm>
              <a:prstGeom prst="rect">
                <a:avLst/>
              </a:prstGeom>
              <a:blipFill>
                <a:blip r:embed="rId13"/>
                <a:stretch>
                  <a:fillRect l="-10526" r="-5263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655061C-787C-0A62-4CB9-0D1D60D0E81B}"/>
                  </a:ext>
                </a:extLst>
              </p:cNvPr>
              <p:cNvSpPr txBox="1"/>
              <p:nvPr/>
            </p:nvSpPr>
            <p:spPr>
              <a:xfrm>
                <a:off x="3003473" y="5823787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655061C-787C-0A62-4CB9-0D1D60D0E8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3473" y="5823787"/>
                <a:ext cx="460511" cy="430887"/>
              </a:xfrm>
              <a:prstGeom prst="rect">
                <a:avLst/>
              </a:prstGeom>
              <a:blipFill>
                <a:blip r:embed="rId14"/>
                <a:stretch>
                  <a:fillRect l="-10811" r="-8108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24C8C63-E4C8-B34A-982C-4E2AC877834D}"/>
                  </a:ext>
                </a:extLst>
              </p:cNvPr>
              <p:cNvSpPr txBox="1"/>
              <p:nvPr/>
            </p:nvSpPr>
            <p:spPr>
              <a:xfrm>
                <a:off x="4414543" y="5823786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24C8C63-E4C8-B34A-982C-4E2AC87783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4543" y="5823786"/>
                <a:ext cx="460511" cy="430887"/>
              </a:xfrm>
              <a:prstGeom prst="rect">
                <a:avLst/>
              </a:prstGeom>
              <a:blipFill>
                <a:blip r:embed="rId15"/>
                <a:stretch>
                  <a:fillRect l="-10811" r="-8108" b="-1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2371285-BB8E-5657-037B-D3A6410DC242}"/>
              </a:ext>
            </a:extLst>
          </p:cNvPr>
          <p:cNvCxnSpPr>
            <a:stCxn id="25" idx="0"/>
            <a:endCxn id="11" idx="2"/>
          </p:cNvCxnSpPr>
          <p:nvPr/>
        </p:nvCxnSpPr>
        <p:spPr>
          <a:xfrm flipV="1">
            <a:off x="454207" y="5190170"/>
            <a:ext cx="1343506" cy="633617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91272EF-4FD5-DC5E-8E89-2C506C129FAB}"/>
              </a:ext>
            </a:extLst>
          </p:cNvPr>
          <p:cNvCxnSpPr>
            <a:stCxn id="11" idx="2"/>
            <a:endCxn id="26" idx="0"/>
          </p:cNvCxnSpPr>
          <p:nvPr/>
        </p:nvCxnSpPr>
        <p:spPr>
          <a:xfrm>
            <a:off x="1797713" y="5190170"/>
            <a:ext cx="67564" cy="6336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3670AAF-8128-3AD9-8AD7-58D45C12E5A0}"/>
              </a:ext>
            </a:extLst>
          </p:cNvPr>
          <p:cNvCxnSpPr>
            <a:stCxn id="11" idx="2"/>
            <a:endCxn id="27" idx="0"/>
          </p:cNvCxnSpPr>
          <p:nvPr/>
        </p:nvCxnSpPr>
        <p:spPr>
          <a:xfrm>
            <a:off x="1797713" y="5190170"/>
            <a:ext cx="1436016" cy="63361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327E3E0-91FF-546D-4A2B-5A184A7E79C5}"/>
              </a:ext>
            </a:extLst>
          </p:cNvPr>
          <p:cNvCxnSpPr>
            <a:stCxn id="12" idx="2"/>
            <a:endCxn id="26" idx="0"/>
          </p:cNvCxnSpPr>
          <p:nvPr/>
        </p:nvCxnSpPr>
        <p:spPr>
          <a:xfrm flipH="1">
            <a:off x="1865277" y="5190170"/>
            <a:ext cx="1290449" cy="6336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01EC1F3-CFB8-4806-17B1-E02EC2EFB4E8}"/>
              </a:ext>
            </a:extLst>
          </p:cNvPr>
          <p:cNvCxnSpPr>
            <a:stCxn id="12" idx="2"/>
            <a:endCxn id="27" idx="0"/>
          </p:cNvCxnSpPr>
          <p:nvPr/>
        </p:nvCxnSpPr>
        <p:spPr>
          <a:xfrm>
            <a:off x="3155726" y="5190170"/>
            <a:ext cx="78003" cy="63361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DD9A758-5783-7858-FE2D-B4262D612BE8}"/>
              </a:ext>
            </a:extLst>
          </p:cNvPr>
          <p:cNvCxnSpPr>
            <a:stCxn id="12" idx="2"/>
            <a:endCxn id="24" idx="0"/>
          </p:cNvCxnSpPr>
          <p:nvPr/>
        </p:nvCxnSpPr>
        <p:spPr>
          <a:xfrm>
            <a:off x="3155726" y="5190170"/>
            <a:ext cx="1455010" cy="63361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4F02F086-F3B4-C8F3-3EE8-D20EE6584B2B}"/>
              </a:ext>
            </a:extLst>
          </p:cNvPr>
          <p:cNvGrpSpPr/>
          <p:nvPr/>
        </p:nvGrpSpPr>
        <p:grpSpPr>
          <a:xfrm>
            <a:off x="6663808" y="2068350"/>
            <a:ext cx="4973096" cy="512746"/>
            <a:chOff x="6663808" y="2068350"/>
            <a:chExt cx="4973096" cy="512746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57423C54-8FE3-8C36-89C6-4BE4B2B4378D}"/>
                </a:ext>
              </a:extLst>
            </p:cNvPr>
            <p:cNvSpPr/>
            <p:nvPr/>
          </p:nvSpPr>
          <p:spPr>
            <a:xfrm>
              <a:off x="7604158" y="2144920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FD31985F-525A-3352-FACD-75D5E05CC018}"/>
                </a:ext>
              </a:extLst>
            </p:cNvPr>
            <p:cNvSpPr/>
            <p:nvPr/>
          </p:nvSpPr>
          <p:spPr>
            <a:xfrm>
              <a:off x="10327479" y="2109590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FDE44FC5-A86E-9879-6000-874228170BFE}"/>
                    </a:ext>
                  </a:extLst>
                </p:cNvPr>
                <p:cNvSpPr txBox="1"/>
                <p:nvPr/>
              </p:nvSpPr>
              <p:spPr>
                <a:xfrm>
                  <a:off x="7682097" y="2162569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FDE44FC5-A86E-9879-6000-874228170B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82097" y="2162569"/>
                  <a:ext cx="327883" cy="276999"/>
                </a:xfrm>
                <a:prstGeom prst="rect">
                  <a:avLst/>
                </a:prstGeom>
                <a:blipFill>
                  <a:blip r:embed="rId16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985FCA15-0D72-E594-2C84-22AEB4B79071}"/>
                    </a:ext>
                  </a:extLst>
                </p:cNvPr>
                <p:cNvSpPr txBox="1"/>
                <p:nvPr/>
              </p:nvSpPr>
              <p:spPr>
                <a:xfrm>
                  <a:off x="10405418" y="2109589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985FCA15-0D72-E594-2C84-22AEB4B790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05418" y="2109589"/>
                  <a:ext cx="274049" cy="276999"/>
                </a:xfrm>
                <a:prstGeom prst="rect">
                  <a:avLst/>
                </a:prstGeom>
                <a:blipFill>
                  <a:blip r:embed="rId17"/>
                  <a:stretch>
                    <a:fillRect l="-13636" r="-9091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34B06F16-63EC-7075-B694-250A731F6178}"/>
                </a:ext>
              </a:extLst>
            </p:cNvPr>
            <p:cNvSpPr/>
            <p:nvPr/>
          </p:nvSpPr>
          <p:spPr>
            <a:xfrm>
              <a:off x="6663808" y="2175023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7F2413DD-B97B-9D9F-12BB-3D8096E2B63A}"/>
                </a:ext>
              </a:extLst>
            </p:cNvPr>
            <p:cNvSpPr/>
            <p:nvPr/>
          </p:nvSpPr>
          <p:spPr>
            <a:xfrm>
              <a:off x="8540182" y="2128617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D5EFCDB9-7D55-7F54-2BAB-A27870248678}"/>
                </a:ext>
              </a:extLst>
            </p:cNvPr>
            <p:cNvSpPr/>
            <p:nvPr/>
          </p:nvSpPr>
          <p:spPr>
            <a:xfrm>
              <a:off x="9433830" y="2142096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42F8B0CF-C341-78CC-5F39-211C2ABB97C8}"/>
                </a:ext>
              </a:extLst>
            </p:cNvPr>
            <p:cNvSpPr/>
            <p:nvPr/>
          </p:nvSpPr>
          <p:spPr>
            <a:xfrm>
              <a:off x="11230831" y="2068350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54EBB2A9-7B98-405B-8B88-59CB3D45F53B}"/>
                    </a:ext>
                  </a:extLst>
                </p:cNvPr>
                <p:cNvSpPr txBox="1"/>
                <p:nvPr/>
              </p:nvSpPr>
              <p:spPr>
                <a:xfrm>
                  <a:off x="6716139" y="2217887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54EBB2A9-7B98-405B-8B88-59CB3D45F5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16139" y="2217887"/>
                  <a:ext cx="353742" cy="276999"/>
                </a:xfrm>
                <a:prstGeom prst="rect">
                  <a:avLst/>
                </a:prstGeom>
                <a:blipFill>
                  <a:blip r:embed="rId18"/>
                  <a:stretch>
                    <a:fillRect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C1AE6258-6C2D-4796-1B9C-F185EF31E827}"/>
                    </a:ext>
                  </a:extLst>
                </p:cNvPr>
                <p:cNvSpPr txBox="1"/>
                <p:nvPr/>
              </p:nvSpPr>
              <p:spPr>
                <a:xfrm>
                  <a:off x="8603426" y="215719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C1AE6258-6C2D-4796-1B9C-F185EF31E8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03426" y="2157191"/>
                  <a:ext cx="353742" cy="276999"/>
                </a:xfrm>
                <a:prstGeom prst="rect">
                  <a:avLst/>
                </a:prstGeom>
                <a:blipFill>
                  <a:blip r:embed="rId19"/>
                  <a:stretch>
                    <a:fillRect l="-3448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12872971-B4E6-A078-05F4-F5FB9AACE4FA}"/>
                    </a:ext>
                  </a:extLst>
                </p:cNvPr>
                <p:cNvSpPr txBox="1"/>
                <p:nvPr/>
              </p:nvSpPr>
              <p:spPr>
                <a:xfrm>
                  <a:off x="9475249" y="2170670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12872971-B4E6-A078-05F4-F5FB9AACE4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75249" y="2170670"/>
                  <a:ext cx="353742" cy="276999"/>
                </a:xfrm>
                <a:prstGeom prst="rect">
                  <a:avLst/>
                </a:prstGeom>
                <a:blipFill>
                  <a:blip r:embed="rId20"/>
                  <a:stretch>
                    <a:fillRect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836DFE89-CBAC-2D77-C0CA-480C6B418324}"/>
                    </a:ext>
                  </a:extLst>
                </p:cNvPr>
                <p:cNvSpPr txBox="1"/>
                <p:nvPr/>
              </p:nvSpPr>
              <p:spPr>
                <a:xfrm>
                  <a:off x="11311738" y="2096924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836DFE89-CBAC-2D77-C0CA-480C6B4183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11738" y="2096924"/>
                  <a:ext cx="294889" cy="276999"/>
                </a:xfrm>
                <a:prstGeom prst="rect">
                  <a:avLst/>
                </a:prstGeom>
                <a:blipFill>
                  <a:blip r:embed="rId21"/>
                  <a:stretch>
                    <a:fillRect l="-8333" r="-8333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9EE19788-CE61-097E-85D6-739561AA7171}"/>
                </a:ext>
              </a:extLst>
            </p:cNvPr>
            <p:cNvCxnSpPr>
              <a:cxnSpLocks/>
              <a:stCxn id="49" idx="3"/>
              <a:endCxn id="41" idx="1"/>
            </p:cNvCxnSpPr>
            <p:nvPr/>
          </p:nvCxnSpPr>
          <p:spPr>
            <a:xfrm flipV="1">
              <a:off x="7069881" y="2347831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3A778125-DF13-FBD4-E7D2-1D3EF2D79B3C}"/>
                </a:ext>
              </a:extLst>
            </p:cNvPr>
            <p:cNvCxnSpPr>
              <a:cxnSpLocks/>
              <a:stCxn id="43" idx="3"/>
              <a:endCxn id="46" idx="2"/>
            </p:cNvCxnSpPr>
            <p:nvPr/>
          </p:nvCxnSpPr>
          <p:spPr>
            <a:xfrm>
              <a:off x="8009980" y="2301069"/>
              <a:ext cx="530202" cy="30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55FEFBBD-7B53-79B7-6B45-909D40C8AC29}"/>
                </a:ext>
              </a:extLst>
            </p:cNvPr>
            <p:cNvCxnSpPr>
              <a:cxnSpLocks/>
              <a:stCxn id="51" idx="3"/>
              <a:endCxn id="42" idx="1"/>
            </p:cNvCxnSpPr>
            <p:nvPr/>
          </p:nvCxnSpPr>
          <p:spPr>
            <a:xfrm>
              <a:off x="9828991" y="2309170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FE79D5DB-AC86-9E8D-F8C1-6796E34B265E}"/>
                </a:ext>
              </a:extLst>
            </p:cNvPr>
            <p:cNvCxnSpPr>
              <a:stCxn id="44" idx="3"/>
              <a:endCxn id="48" idx="2"/>
            </p:cNvCxnSpPr>
            <p:nvPr/>
          </p:nvCxnSpPr>
          <p:spPr>
            <a:xfrm>
              <a:off x="10679467" y="2248089"/>
              <a:ext cx="551364" cy="2329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urved Connector 81">
              <a:extLst>
                <a:ext uri="{FF2B5EF4-FFF2-40B4-BE49-F238E27FC236}">
                  <a16:creationId xmlns:a16="http://schemas.microsoft.com/office/drawing/2014/main" id="{8255C570-E2B5-1439-5B2E-D37EDE452167}"/>
                </a:ext>
              </a:extLst>
            </p:cNvPr>
            <p:cNvCxnSpPr>
              <a:cxnSpLocks/>
              <a:stCxn id="41" idx="0"/>
              <a:endCxn id="51" idx="0"/>
            </p:cNvCxnSpPr>
            <p:nvPr/>
          </p:nvCxnSpPr>
          <p:spPr>
            <a:xfrm rot="16200000" flipH="1">
              <a:off x="8716719" y="1235270"/>
              <a:ext cx="25750" cy="1845051"/>
            </a:xfrm>
            <a:prstGeom prst="curvedConnector3">
              <a:avLst>
                <a:gd name="adj1" fmla="val -88776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urved Connector 85">
              <a:extLst>
                <a:ext uri="{FF2B5EF4-FFF2-40B4-BE49-F238E27FC236}">
                  <a16:creationId xmlns:a16="http://schemas.microsoft.com/office/drawing/2014/main" id="{6AC63826-D0FE-800D-D034-386440215CBC}"/>
                </a:ext>
              </a:extLst>
            </p:cNvPr>
            <p:cNvCxnSpPr>
              <a:stCxn id="46" idx="0"/>
              <a:endCxn id="44" idx="0"/>
            </p:cNvCxnSpPr>
            <p:nvPr/>
          </p:nvCxnSpPr>
          <p:spPr>
            <a:xfrm rot="5400000" flipH="1" flipV="1">
              <a:off x="9633317" y="1219491"/>
              <a:ext cx="19028" cy="1799224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E5BA1A10-9441-A597-B678-EF5365194A5D}"/>
              </a:ext>
            </a:extLst>
          </p:cNvPr>
          <p:cNvGrpSpPr/>
          <p:nvPr/>
        </p:nvGrpSpPr>
        <p:grpSpPr>
          <a:xfrm>
            <a:off x="6674720" y="2908048"/>
            <a:ext cx="5007275" cy="3827772"/>
            <a:chOff x="6674720" y="2908048"/>
            <a:chExt cx="5007275" cy="3827772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CB685478-9B82-4174-ADB0-E9F5B312D83A}"/>
                </a:ext>
              </a:extLst>
            </p:cNvPr>
            <p:cNvSpPr/>
            <p:nvPr/>
          </p:nvSpPr>
          <p:spPr>
            <a:xfrm>
              <a:off x="7615070" y="2984618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5730B406-E405-1FCF-0C4C-0AFFDCFF7434}"/>
                </a:ext>
              </a:extLst>
            </p:cNvPr>
            <p:cNvSpPr/>
            <p:nvPr/>
          </p:nvSpPr>
          <p:spPr>
            <a:xfrm>
              <a:off x="10338391" y="2949288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82184164-5B27-04FC-A3E7-5C9DBD2E55A7}"/>
                    </a:ext>
                  </a:extLst>
                </p:cNvPr>
                <p:cNvSpPr txBox="1"/>
                <p:nvPr/>
              </p:nvSpPr>
              <p:spPr>
                <a:xfrm>
                  <a:off x="7693009" y="3002268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82184164-5B27-04FC-A3E7-5C9DBD2E55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93009" y="3002268"/>
                  <a:ext cx="327883" cy="276999"/>
                </a:xfrm>
                <a:prstGeom prst="rect">
                  <a:avLst/>
                </a:prstGeom>
                <a:blipFill>
                  <a:blip r:embed="rId22"/>
                  <a:stretch>
                    <a:fillRect l="-3704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DD30DB61-E2AE-C5C1-7FBD-2BAF8BD122E8}"/>
                    </a:ext>
                  </a:extLst>
                </p:cNvPr>
                <p:cNvSpPr txBox="1"/>
                <p:nvPr/>
              </p:nvSpPr>
              <p:spPr>
                <a:xfrm>
                  <a:off x="10416330" y="2949288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DD30DB61-E2AE-C5C1-7FBD-2BAF8BD122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6330" y="2949288"/>
                  <a:ext cx="274049" cy="276999"/>
                </a:xfrm>
                <a:prstGeom prst="rect">
                  <a:avLst/>
                </a:prstGeom>
                <a:blipFill>
                  <a:blip r:embed="rId23"/>
                  <a:stretch>
                    <a:fillRect l="-13636" r="-9091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992A6A61-798C-34B2-33A7-A402083134F1}"/>
                </a:ext>
              </a:extLst>
            </p:cNvPr>
            <p:cNvSpPr/>
            <p:nvPr/>
          </p:nvSpPr>
          <p:spPr>
            <a:xfrm>
              <a:off x="6674720" y="3014721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44569023-A5F3-8B5E-FFB9-93C4851CAEEB}"/>
                </a:ext>
              </a:extLst>
            </p:cNvPr>
            <p:cNvSpPr/>
            <p:nvPr/>
          </p:nvSpPr>
          <p:spPr>
            <a:xfrm>
              <a:off x="8551095" y="2968315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03541631-A16F-76C2-B668-2BAD2E689594}"/>
                </a:ext>
              </a:extLst>
            </p:cNvPr>
            <p:cNvSpPr/>
            <p:nvPr/>
          </p:nvSpPr>
          <p:spPr>
            <a:xfrm>
              <a:off x="9444742" y="2981794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6CF0AA49-DB6C-DC21-40E1-5A647F408395}"/>
                </a:ext>
              </a:extLst>
            </p:cNvPr>
            <p:cNvSpPr/>
            <p:nvPr/>
          </p:nvSpPr>
          <p:spPr>
            <a:xfrm>
              <a:off x="11241743" y="2908048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89290ACE-55E5-B9DA-A560-BFADE2FECEAD}"/>
                    </a:ext>
                  </a:extLst>
                </p:cNvPr>
                <p:cNvSpPr txBox="1"/>
                <p:nvPr/>
              </p:nvSpPr>
              <p:spPr>
                <a:xfrm>
                  <a:off x="6727051" y="305758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89290ACE-55E5-B9DA-A560-BFADE2FECE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7051" y="3057585"/>
                  <a:ext cx="353742" cy="276999"/>
                </a:xfrm>
                <a:prstGeom prst="rect">
                  <a:avLst/>
                </a:prstGeom>
                <a:blipFill>
                  <a:blip r:embed="rId24"/>
                  <a:stretch>
                    <a:fillRect l="-3448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4F446CA8-AE5E-889C-3D4C-02CEFC0F45AD}"/>
                    </a:ext>
                  </a:extLst>
                </p:cNvPr>
                <p:cNvSpPr txBox="1"/>
                <p:nvPr/>
              </p:nvSpPr>
              <p:spPr>
                <a:xfrm>
                  <a:off x="8614338" y="2996889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4F446CA8-AE5E-889C-3D4C-02CEFC0F45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4338" y="2996889"/>
                  <a:ext cx="353742" cy="276999"/>
                </a:xfrm>
                <a:prstGeom prst="rect">
                  <a:avLst/>
                </a:prstGeom>
                <a:blipFill>
                  <a:blip r:embed="rId25"/>
                  <a:stretch>
                    <a:fillRect l="-3448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0F37188A-73EA-E2BE-D61E-2FC52CCAABFE}"/>
                    </a:ext>
                  </a:extLst>
                </p:cNvPr>
                <p:cNvSpPr txBox="1"/>
                <p:nvPr/>
              </p:nvSpPr>
              <p:spPr>
                <a:xfrm>
                  <a:off x="9486161" y="3010369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0F37188A-73EA-E2BE-D61E-2FC52CCAAB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6161" y="3010369"/>
                  <a:ext cx="353742" cy="276999"/>
                </a:xfrm>
                <a:prstGeom prst="rect">
                  <a:avLst/>
                </a:prstGeom>
                <a:blipFill>
                  <a:blip r:embed="rId26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85E2F32F-6609-3E43-9D1C-58312ABC49BF}"/>
                    </a:ext>
                  </a:extLst>
                </p:cNvPr>
                <p:cNvSpPr txBox="1"/>
                <p:nvPr/>
              </p:nvSpPr>
              <p:spPr>
                <a:xfrm>
                  <a:off x="11322650" y="2936622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85E2F32F-6609-3E43-9D1C-58312ABC49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22650" y="2936622"/>
                  <a:ext cx="294889" cy="276999"/>
                </a:xfrm>
                <a:prstGeom prst="rect">
                  <a:avLst/>
                </a:prstGeom>
                <a:blipFill>
                  <a:blip r:embed="rId27"/>
                  <a:stretch>
                    <a:fillRect l="-12500" r="-8333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AFBF7A83-E783-7508-8B7B-F1FCA6063A28}"/>
                </a:ext>
              </a:extLst>
            </p:cNvPr>
            <p:cNvCxnSpPr>
              <a:cxnSpLocks/>
              <a:stCxn id="96" idx="3"/>
              <a:endCxn id="88" idx="1"/>
            </p:cNvCxnSpPr>
            <p:nvPr/>
          </p:nvCxnSpPr>
          <p:spPr>
            <a:xfrm flipV="1">
              <a:off x="7080793" y="3187529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348FF3E4-BEA9-F0D0-F721-3A8334027CBA}"/>
                </a:ext>
              </a:extLst>
            </p:cNvPr>
            <p:cNvCxnSpPr>
              <a:cxnSpLocks/>
              <a:stCxn id="90" idx="3"/>
              <a:endCxn id="93" idx="2"/>
            </p:cNvCxnSpPr>
            <p:nvPr/>
          </p:nvCxnSpPr>
          <p:spPr>
            <a:xfrm>
              <a:off x="8020892" y="3140768"/>
              <a:ext cx="530203" cy="3058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AF16F5C0-E1E1-C1EA-E984-5566D3E85EA3}"/>
                </a:ext>
              </a:extLst>
            </p:cNvPr>
            <p:cNvCxnSpPr>
              <a:cxnSpLocks/>
              <a:stCxn id="98" idx="3"/>
              <a:endCxn id="89" idx="1"/>
            </p:cNvCxnSpPr>
            <p:nvPr/>
          </p:nvCxnSpPr>
          <p:spPr>
            <a:xfrm>
              <a:off x="9839903" y="3148869"/>
              <a:ext cx="498488" cy="333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07E6871C-C77B-28B1-2951-65FACB9D4CE2}"/>
                </a:ext>
              </a:extLst>
            </p:cNvPr>
            <p:cNvCxnSpPr>
              <a:stCxn id="91" idx="3"/>
              <a:endCxn id="95" idx="2"/>
            </p:cNvCxnSpPr>
            <p:nvPr/>
          </p:nvCxnSpPr>
          <p:spPr>
            <a:xfrm>
              <a:off x="10690379" y="3087788"/>
              <a:ext cx="551364" cy="2329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urved Connector 103">
              <a:extLst>
                <a:ext uri="{FF2B5EF4-FFF2-40B4-BE49-F238E27FC236}">
                  <a16:creationId xmlns:a16="http://schemas.microsoft.com/office/drawing/2014/main" id="{563B5E08-73D7-6D79-A504-1AD1638A543A}"/>
                </a:ext>
              </a:extLst>
            </p:cNvPr>
            <p:cNvCxnSpPr>
              <a:cxnSpLocks/>
              <a:stCxn id="88" idx="0"/>
              <a:endCxn id="98" idx="0"/>
            </p:cNvCxnSpPr>
            <p:nvPr/>
          </p:nvCxnSpPr>
          <p:spPr>
            <a:xfrm rot="16200000" flipH="1">
              <a:off x="8727630" y="2074968"/>
              <a:ext cx="25751" cy="1845051"/>
            </a:xfrm>
            <a:prstGeom prst="curvedConnector3">
              <a:avLst>
                <a:gd name="adj1" fmla="val -88773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urved Connector 104">
              <a:extLst>
                <a:ext uri="{FF2B5EF4-FFF2-40B4-BE49-F238E27FC236}">
                  <a16:creationId xmlns:a16="http://schemas.microsoft.com/office/drawing/2014/main" id="{C8440A1C-66BD-9607-3E57-A620CB0BFBF3}"/>
                </a:ext>
              </a:extLst>
            </p:cNvPr>
            <p:cNvCxnSpPr>
              <a:stCxn id="93" idx="0"/>
              <a:endCxn id="91" idx="0"/>
            </p:cNvCxnSpPr>
            <p:nvPr/>
          </p:nvCxnSpPr>
          <p:spPr>
            <a:xfrm rot="5400000" flipH="1" flipV="1">
              <a:off x="9644230" y="2059191"/>
              <a:ext cx="19027" cy="1799223"/>
            </a:xfrm>
            <a:prstGeom prst="curvedConnector3">
              <a:avLst>
                <a:gd name="adj1" fmla="val 1301451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B5EBC71B-E2B0-475B-A445-B8538054A582}"/>
                </a:ext>
              </a:extLst>
            </p:cNvPr>
            <p:cNvSpPr/>
            <p:nvPr/>
          </p:nvSpPr>
          <p:spPr>
            <a:xfrm>
              <a:off x="7615070" y="3818176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5FA19FFB-1C13-4F5A-4896-B5D17E6039BA}"/>
                </a:ext>
              </a:extLst>
            </p:cNvPr>
            <p:cNvSpPr/>
            <p:nvPr/>
          </p:nvSpPr>
          <p:spPr>
            <a:xfrm>
              <a:off x="10338391" y="3782846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BB85947C-54B4-1E2C-9D27-997BCF353EA5}"/>
                    </a:ext>
                  </a:extLst>
                </p:cNvPr>
                <p:cNvSpPr txBox="1"/>
                <p:nvPr/>
              </p:nvSpPr>
              <p:spPr>
                <a:xfrm>
                  <a:off x="7693009" y="3835826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BB85947C-54B4-1E2C-9D27-997BCF353E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93009" y="3835826"/>
                  <a:ext cx="327883" cy="276999"/>
                </a:xfrm>
                <a:prstGeom prst="rect">
                  <a:avLst/>
                </a:prstGeom>
                <a:blipFill>
                  <a:blip r:embed="rId28"/>
                  <a:stretch>
                    <a:fillRect l="-3704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999168A4-644F-EF8B-E882-768EC251300B}"/>
                    </a:ext>
                  </a:extLst>
                </p:cNvPr>
                <p:cNvSpPr txBox="1"/>
                <p:nvPr/>
              </p:nvSpPr>
              <p:spPr>
                <a:xfrm>
                  <a:off x="10416330" y="3782845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999168A4-644F-EF8B-E882-768EC25130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6330" y="3782845"/>
                  <a:ext cx="274049" cy="276999"/>
                </a:xfrm>
                <a:prstGeom prst="rect">
                  <a:avLst/>
                </a:prstGeom>
                <a:blipFill>
                  <a:blip r:embed="rId29"/>
                  <a:stretch>
                    <a:fillRect l="-13636" r="-9091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AB81A87F-1F1C-1600-F537-398319AAD141}"/>
                </a:ext>
              </a:extLst>
            </p:cNvPr>
            <p:cNvSpPr/>
            <p:nvPr/>
          </p:nvSpPr>
          <p:spPr>
            <a:xfrm>
              <a:off x="6674720" y="3848279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0C97D83C-D92D-B3BF-83A1-7FCAFC47E4B3}"/>
                </a:ext>
              </a:extLst>
            </p:cNvPr>
            <p:cNvSpPr/>
            <p:nvPr/>
          </p:nvSpPr>
          <p:spPr>
            <a:xfrm>
              <a:off x="8551095" y="3801873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7F224EF8-7DD9-16ED-69CB-B7C4380771FF}"/>
                </a:ext>
              </a:extLst>
            </p:cNvPr>
            <p:cNvSpPr/>
            <p:nvPr/>
          </p:nvSpPr>
          <p:spPr>
            <a:xfrm>
              <a:off x="9444742" y="3815352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3A4750DE-40D9-2067-032F-48407DC6005C}"/>
                </a:ext>
              </a:extLst>
            </p:cNvPr>
            <p:cNvSpPr/>
            <p:nvPr/>
          </p:nvSpPr>
          <p:spPr>
            <a:xfrm>
              <a:off x="11241743" y="3741606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A1774909-AC70-0524-0827-E9E2B786005E}"/>
                    </a:ext>
                  </a:extLst>
                </p:cNvPr>
                <p:cNvSpPr txBox="1"/>
                <p:nvPr/>
              </p:nvSpPr>
              <p:spPr>
                <a:xfrm>
                  <a:off x="6727051" y="3891143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A1774909-AC70-0524-0827-E9E2B78600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7051" y="3891143"/>
                  <a:ext cx="353742" cy="276999"/>
                </a:xfrm>
                <a:prstGeom prst="rect">
                  <a:avLst/>
                </a:prstGeom>
                <a:blipFill>
                  <a:blip r:embed="rId30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BDA05DB5-4E8D-BEFC-0089-82D8C061EE17}"/>
                    </a:ext>
                  </a:extLst>
                </p:cNvPr>
                <p:cNvSpPr txBox="1"/>
                <p:nvPr/>
              </p:nvSpPr>
              <p:spPr>
                <a:xfrm>
                  <a:off x="8614338" y="3830447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BDA05DB5-4E8D-BEFC-0089-82D8C061EE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4338" y="3830447"/>
                  <a:ext cx="353742" cy="276999"/>
                </a:xfrm>
                <a:prstGeom prst="rect">
                  <a:avLst/>
                </a:prstGeom>
                <a:blipFill>
                  <a:blip r:embed="rId31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4AD34500-9CFD-3664-C58C-62CFCBF813CD}"/>
                    </a:ext>
                  </a:extLst>
                </p:cNvPr>
                <p:cNvSpPr txBox="1"/>
                <p:nvPr/>
              </p:nvSpPr>
              <p:spPr>
                <a:xfrm>
                  <a:off x="9486161" y="3843926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4AD34500-9CFD-3664-C58C-62CFCBF813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6161" y="3843926"/>
                  <a:ext cx="353742" cy="276999"/>
                </a:xfrm>
                <a:prstGeom prst="rect">
                  <a:avLst/>
                </a:prstGeom>
                <a:blipFill>
                  <a:blip r:embed="rId32"/>
                  <a:stretch>
                    <a:fillRect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3" name="TextBox 152">
                  <a:extLst>
                    <a:ext uri="{FF2B5EF4-FFF2-40B4-BE49-F238E27FC236}">
                      <a16:creationId xmlns:a16="http://schemas.microsoft.com/office/drawing/2014/main" id="{A0C4A39E-C8CC-37EA-9EB4-7F41A24FFF54}"/>
                    </a:ext>
                  </a:extLst>
                </p:cNvPr>
                <p:cNvSpPr txBox="1"/>
                <p:nvPr/>
              </p:nvSpPr>
              <p:spPr>
                <a:xfrm>
                  <a:off x="11322650" y="3770180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3" name="TextBox 152">
                  <a:extLst>
                    <a:ext uri="{FF2B5EF4-FFF2-40B4-BE49-F238E27FC236}">
                      <a16:creationId xmlns:a16="http://schemas.microsoft.com/office/drawing/2014/main" id="{A0C4A39E-C8CC-37EA-9EB4-7F41A24FFF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22650" y="3770180"/>
                  <a:ext cx="294889" cy="276999"/>
                </a:xfrm>
                <a:prstGeom prst="rect">
                  <a:avLst/>
                </a:prstGeom>
                <a:blipFill>
                  <a:blip r:embed="rId33"/>
                  <a:stretch>
                    <a:fillRect l="-12500" r="-8333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A44D25AB-13A2-984F-7994-DD8D471390EB}"/>
                </a:ext>
              </a:extLst>
            </p:cNvPr>
            <p:cNvCxnSpPr>
              <a:cxnSpLocks/>
              <a:stCxn id="150" idx="3"/>
              <a:endCxn id="142" idx="1"/>
            </p:cNvCxnSpPr>
            <p:nvPr/>
          </p:nvCxnSpPr>
          <p:spPr>
            <a:xfrm flipV="1">
              <a:off x="7080793" y="4021087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A69E2109-0770-65AA-B7EC-7574C085D517}"/>
                </a:ext>
              </a:extLst>
            </p:cNvPr>
            <p:cNvCxnSpPr>
              <a:cxnSpLocks/>
              <a:stCxn id="144" idx="3"/>
              <a:endCxn id="147" idx="2"/>
            </p:cNvCxnSpPr>
            <p:nvPr/>
          </p:nvCxnSpPr>
          <p:spPr>
            <a:xfrm>
              <a:off x="8020892" y="3974326"/>
              <a:ext cx="530203" cy="3058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492651A5-CCD0-11B2-3AE7-991787629812}"/>
                </a:ext>
              </a:extLst>
            </p:cNvPr>
            <p:cNvCxnSpPr>
              <a:cxnSpLocks/>
              <a:stCxn id="152" idx="3"/>
              <a:endCxn id="143" idx="1"/>
            </p:cNvCxnSpPr>
            <p:nvPr/>
          </p:nvCxnSpPr>
          <p:spPr>
            <a:xfrm>
              <a:off x="9839903" y="3982426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E8E68B4D-D913-7D02-84E2-BAEA6BF4BE49}"/>
                </a:ext>
              </a:extLst>
            </p:cNvPr>
            <p:cNvCxnSpPr>
              <a:stCxn id="145" idx="3"/>
              <a:endCxn id="149" idx="2"/>
            </p:cNvCxnSpPr>
            <p:nvPr/>
          </p:nvCxnSpPr>
          <p:spPr>
            <a:xfrm>
              <a:off x="10690379" y="3921345"/>
              <a:ext cx="551364" cy="2329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urved Connector 157">
              <a:extLst>
                <a:ext uri="{FF2B5EF4-FFF2-40B4-BE49-F238E27FC236}">
                  <a16:creationId xmlns:a16="http://schemas.microsoft.com/office/drawing/2014/main" id="{47A8BD31-B2C7-4B1B-5B34-C60095607954}"/>
                </a:ext>
              </a:extLst>
            </p:cNvPr>
            <p:cNvCxnSpPr>
              <a:cxnSpLocks/>
              <a:stCxn id="142" idx="0"/>
              <a:endCxn id="152" idx="0"/>
            </p:cNvCxnSpPr>
            <p:nvPr/>
          </p:nvCxnSpPr>
          <p:spPr>
            <a:xfrm rot="16200000" flipH="1">
              <a:off x="8727631" y="2908526"/>
              <a:ext cx="25750" cy="1845051"/>
            </a:xfrm>
            <a:prstGeom prst="curvedConnector3">
              <a:avLst>
                <a:gd name="adj1" fmla="val -88776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Curved Connector 158">
              <a:extLst>
                <a:ext uri="{FF2B5EF4-FFF2-40B4-BE49-F238E27FC236}">
                  <a16:creationId xmlns:a16="http://schemas.microsoft.com/office/drawing/2014/main" id="{B842D2AA-D7C7-41CA-1352-39714305ADEE}"/>
                </a:ext>
              </a:extLst>
            </p:cNvPr>
            <p:cNvCxnSpPr>
              <a:stCxn id="147" idx="0"/>
              <a:endCxn id="145" idx="0"/>
            </p:cNvCxnSpPr>
            <p:nvPr/>
          </p:nvCxnSpPr>
          <p:spPr>
            <a:xfrm rot="5400000" flipH="1" flipV="1">
              <a:off x="9644229" y="2892748"/>
              <a:ext cx="19028" cy="1799223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0CBCB088-CCF1-D80D-0489-E6EB7CB3670B}"/>
                </a:ext>
              </a:extLst>
            </p:cNvPr>
            <p:cNvSpPr/>
            <p:nvPr/>
          </p:nvSpPr>
          <p:spPr>
            <a:xfrm>
              <a:off x="7625983" y="4657874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CFDD7B53-CA0F-2131-AA4A-82F48BBF1E80}"/>
                </a:ext>
              </a:extLst>
            </p:cNvPr>
            <p:cNvSpPr/>
            <p:nvPr/>
          </p:nvSpPr>
          <p:spPr>
            <a:xfrm>
              <a:off x="10349303" y="4622545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2" name="TextBox 161">
                  <a:extLst>
                    <a:ext uri="{FF2B5EF4-FFF2-40B4-BE49-F238E27FC236}">
                      <a16:creationId xmlns:a16="http://schemas.microsoft.com/office/drawing/2014/main" id="{A092BDAF-FDF6-5398-5E32-E613E2ED214A}"/>
                    </a:ext>
                  </a:extLst>
                </p:cNvPr>
                <p:cNvSpPr txBox="1"/>
                <p:nvPr/>
              </p:nvSpPr>
              <p:spPr>
                <a:xfrm>
                  <a:off x="7703921" y="4675524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2" name="TextBox 161">
                  <a:extLst>
                    <a:ext uri="{FF2B5EF4-FFF2-40B4-BE49-F238E27FC236}">
                      <a16:creationId xmlns:a16="http://schemas.microsoft.com/office/drawing/2014/main" id="{A092BDAF-FDF6-5398-5E32-E613E2ED21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03921" y="4675524"/>
                  <a:ext cx="327883" cy="276999"/>
                </a:xfrm>
                <a:prstGeom prst="rect">
                  <a:avLst/>
                </a:prstGeom>
                <a:blipFill>
                  <a:blip r:embed="rId34"/>
                  <a:stretch>
                    <a:fillRect l="-3704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5DEE4243-AE85-FA5A-1C78-1F2776F4033F}"/>
                    </a:ext>
                  </a:extLst>
                </p:cNvPr>
                <p:cNvSpPr txBox="1"/>
                <p:nvPr/>
              </p:nvSpPr>
              <p:spPr>
                <a:xfrm>
                  <a:off x="10427242" y="4622544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5DEE4243-AE85-FA5A-1C78-1F2776F403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27242" y="4622544"/>
                  <a:ext cx="274049" cy="276999"/>
                </a:xfrm>
                <a:prstGeom prst="rect">
                  <a:avLst/>
                </a:prstGeom>
                <a:blipFill>
                  <a:blip r:embed="rId35"/>
                  <a:stretch>
                    <a:fillRect l="-13636" r="-9091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6347CD9F-AF6B-CEE2-D0E6-B162327C6A05}"/>
                </a:ext>
              </a:extLst>
            </p:cNvPr>
            <p:cNvSpPr/>
            <p:nvPr/>
          </p:nvSpPr>
          <p:spPr>
            <a:xfrm>
              <a:off x="6685633" y="4687977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2DF1E5A3-10FE-63BC-D22A-D8BC250C0D25}"/>
                </a:ext>
              </a:extLst>
            </p:cNvPr>
            <p:cNvSpPr/>
            <p:nvPr/>
          </p:nvSpPr>
          <p:spPr>
            <a:xfrm>
              <a:off x="8562007" y="4641572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AFA71D8B-7078-6357-4916-769AEBE2371C}"/>
                </a:ext>
              </a:extLst>
            </p:cNvPr>
            <p:cNvSpPr/>
            <p:nvPr/>
          </p:nvSpPr>
          <p:spPr>
            <a:xfrm>
              <a:off x="9455655" y="4655050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B2A6C356-6D01-BF06-5FB5-468ED9DCDCBE}"/>
                </a:ext>
              </a:extLst>
            </p:cNvPr>
            <p:cNvSpPr/>
            <p:nvPr/>
          </p:nvSpPr>
          <p:spPr>
            <a:xfrm>
              <a:off x="11252655" y="4581304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40DD1F8C-4FE5-3DED-1A7C-47DDC4816DA1}"/>
                    </a:ext>
                  </a:extLst>
                </p:cNvPr>
                <p:cNvSpPr txBox="1"/>
                <p:nvPr/>
              </p:nvSpPr>
              <p:spPr>
                <a:xfrm>
                  <a:off x="6737964" y="473084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40DD1F8C-4FE5-3DED-1A7C-47DDC4816D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37964" y="4730841"/>
                  <a:ext cx="353742" cy="276999"/>
                </a:xfrm>
                <a:prstGeom prst="rect">
                  <a:avLst/>
                </a:prstGeom>
                <a:blipFill>
                  <a:blip r:embed="rId36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26AE6D3D-C35C-C3B8-7D30-96E71F58F16B}"/>
                    </a:ext>
                  </a:extLst>
                </p:cNvPr>
                <p:cNvSpPr txBox="1"/>
                <p:nvPr/>
              </p:nvSpPr>
              <p:spPr>
                <a:xfrm>
                  <a:off x="8625250" y="467014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26AE6D3D-C35C-C3B8-7D30-96E71F58F1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25250" y="4670145"/>
                  <a:ext cx="353742" cy="276999"/>
                </a:xfrm>
                <a:prstGeom prst="rect">
                  <a:avLst/>
                </a:prstGeom>
                <a:blipFill>
                  <a:blip r:embed="rId37"/>
                  <a:stretch>
                    <a:fillRect l="-3448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6B84741F-C0F0-34ED-0887-2FF0BC635CC2}"/>
                    </a:ext>
                  </a:extLst>
                </p:cNvPr>
                <p:cNvSpPr txBox="1"/>
                <p:nvPr/>
              </p:nvSpPr>
              <p:spPr>
                <a:xfrm>
                  <a:off x="9497073" y="468362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6B84741F-C0F0-34ED-0887-2FF0BC635C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97073" y="4683625"/>
                  <a:ext cx="353742" cy="276999"/>
                </a:xfrm>
                <a:prstGeom prst="rect">
                  <a:avLst/>
                </a:prstGeom>
                <a:blipFill>
                  <a:blip r:embed="rId38"/>
                  <a:stretch>
                    <a:fillRect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id="{2FD61147-DD50-A54E-0BBB-D6490DCDA23E}"/>
                    </a:ext>
                  </a:extLst>
                </p:cNvPr>
                <p:cNvSpPr txBox="1"/>
                <p:nvPr/>
              </p:nvSpPr>
              <p:spPr>
                <a:xfrm>
                  <a:off x="11333562" y="4609879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id="{2FD61147-DD50-A54E-0BBB-D6490DCDA2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33562" y="4609879"/>
                  <a:ext cx="294889" cy="276999"/>
                </a:xfrm>
                <a:prstGeom prst="rect">
                  <a:avLst/>
                </a:prstGeom>
                <a:blipFill>
                  <a:blip r:embed="rId39"/>
                  <a:stretch>
                    <a:fillRect l="-12500" r="-8333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7E702B47-2289-1DD3-F861-85FC61A76B4A}"/>
                </a:ext>
              </a:extLst>
            </p:cNvPr>
            <p:cNvCxnSpPr>
              <a:cxnSpLocks/>
              <a:stCxn id="168" idx="3"/>
              <a:endCxn id="160" idx="1"/>
            </p:cNvCxnSpPr>
            <p:nvPr/>
          </p:nvCxnSpPr>
          <p:spPr>
            <a:xfrm flipV="1">
              <a:off x="7091706" y="4860785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2C47F17C-EECF-0A3C-D813-5C4FC63B022D}"/>
                </a:ext>
              </a:extLst>
            </p:cNvPr>
            <p:cNvCxnSpPr>
              <a:cxnSpLocks/>
              <a:stCxn id="162" idx="3"/>
              <a:endCxn id="165" idx="2"/>
            </p:cNvCxnSpPr>
            <p:nvPr/>
          </p:nvCxnSpPr>
          <p:spPr>
            <a:xfrm>
              <a:off x="8031804" y="4814024"/>
              <a:ext cx="530203" cy="30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ED779B62-5930-2391-49C7-F9C1FBC0ABF5}"/>
                </a:ext>
              </a:extLst>
            </p:cNvPr>
            <p:cNvCxnSpPr>
              <a:cxnSpLocks/>
              <a:stCxn id="170" idx="3"/>
              <a:endCxn id="161" idx="1"/>
            </p:cNvCxnSpPr>
            <p:nvPr/>
          </p:nvCxnSpPr>
          <p:spPr>
            <a:xfrm>
              <a:off x="9850815" y="4822125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CDCCDE7B-E8EA-14CF-1CCD-F86691EC5340}"/>
                </a:ext>
              </a:extLst>
            </p:cNvPr>
            <p:cNvCxnSpPr>
              <a:stCxn id="163" idx="3"/>
              <a:endCxn id="167" idx="2"/>
            </p:cNvCxnSpPr>
            <p:nvPr/>
          </p:nvCxnSpPr>
          <p:spPr>
            <a:xfrm>
              <a:off x="10701291" y="4761044"/>
              <a:ext cx="551364" cy="2329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Curved Connector 175">
              <a:extLst>
                <a:ext uri="{FF2B5EF4-FFF2-40B4-BE49-F238E27FC236}">
                  <a16:creationId xmlns:a16="http://schemas.microsoft.com/office/drawing/2014/main" id="{56915546-F3C2-EDE1-A29F-A787AC3ABB29}"/>
                </a:ext>
              </a:extLst>
            </p:cNvPr>
            <p:cNvCxnSpPr>
              <a:cxnSpLocks/>
              <a:stCxn id="160" idx="0"/>
              <a:endCxn id="170" idx="0"/>
            </p:cNvCxnSpPr>
            <p:nvPr/>
          </p:nvCxnSpPr>
          <p:spPr>
            <a:xfrm rot="16200000" flipH="1">
              <a:off x="8738543" y="3748224"/>
              <a:ext cx="25751" cy="1845050"/>
            </a:xfrm>
            <a:prstGeom prst="curvedConnector3">
              <a:avLst>
                <a:gd name="adj1" fmla="val -88773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Curved Connector 176">
              <a:extLst>
                <a:ext uri="{FF2B5EF4-FFF2-40B4-BE49-F238E27FC236}">
                  <a16:creationId xmlns:a16="http://schemas.microsoft.com/office/drawing/2014/main" id="{1F7B15F3-317E-02EE-7A1E-E0C68ECC18BB}"/>
                </a:ext>
              </a:extLst>
            </p:cNvPr>
            <p:cNvCxnSpPr>
              <a:stCxn id="165" idx="0"/>
              <a:endCxn id="163" idx="0"/>
            </p:cNvCxnSpPr>
            <p:nvPr/>
          </p:nvCxnSpPr>
          <p:spPr>
            <a:xfrm rot="5400000" flipH="1" flipV="1">
              <a:off x="9655141" y="3732447"/>
              <a:ext cx="19028" cy="1799223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876D1060-9745-58F9-748D-D69CC9DBFF99}"/>
                </a:ext>
              </a:extLst>
            </p:cNvPr>
            <p:cNvSpPr/>
            <p:nvPr/>
          </p:nvSpPr>
          <p:spPr>
            <a:xfrm>
              <a:off x="7615071" y="5517520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3F68E3A8-8D9A-F122-73B0-2520B8375DFF}"/>
                </a:ext>
              </a:extLst>
            </p:cNvPr>
            <p:cNvSpPr/>
            <p:nvPr/>
          </p:nvSpPr>
          <p:spPr>
            <a:xfrm>
              <a:off x="10338391" y="5482191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1" name="TextBox 180">
                  <a:extLst>
                    <a:ext uri="{FF2B5EF4-FFF2-40B4-BE49-F238E27FC236}">
                      <a16:creationId xmlns:a16="http://schemas.microsoft.com/office/drawing/2014/main" id="{1BA5E8C5-89E1-4F96-83A2-3346F9988A4C}"/>
                    </a:ext>
                  </a:extLst>
                </p:cNvPr>
                <p:cNvSpPr txBox="1"/>
                <p:nvPr/>
              </p:nvSpPr>
              <p:spPr>
                <a:xfrm>
                  <a:off x="7693009" y="5535170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1" name="TextBox 180">
                  <a:extLst>
                    <a:ext uri="{FF2B5EF4-FFF2-40B4-BE49-F238E27FC236}">
                      <a16:creationId xmlns:a16="http://schemas.microsoft.com/office/drawing/2014/main" id="{1BA5E8C5-89E1-4F96-83A2-3346F9988A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93009" y="5535170"/>
                  <a:ext cx="327883" cy="276999"/>
                </a:xfrm>
                <a:prstGeom prst="rect">
                  <a:avLst/>
                </a:prstGeom>
                <a:blipFill>
                  <a:blip r:embed="rId40"/>
                  <a:stretch>
                    <a:fillRect l="-3704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E5C5CE3F-AE13-5950-0AD7-155B7493BCD3}"/>
                    </a:ext>
                  </a:extLst>
                </p:cNvPr>
                <p:cNvSpPr txBox="1"/>
                <p:nvPr/>
              </p:nvSpPr>
              <p:spPr>
                <a:xfrm>
                  <a:off x="10416330" y="5482190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E5C5CE3F-AE13-5950-0AD7-155B7493BC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6330" y="5482190"/>
                  <a:ext cx="274049" cy="276999"/>
                </a:xfrm>
                <a:prstGeom prst="rect">
                  <a:avLst/>
                </a:prstGeom>
                <a:blipFill>
                  <a:blip r:embed="rId41"/>
                  <a:stretch>
                    <a:fillRect l="-13636" r="-9091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3" name="Oval 182">
              <a:extLst>
                <a:ext uri="{FF2B5EF4-FFF2-40B4-BE49-F238E27FC236}">
                  <a16:creationId xmlns:a16="http://schemas.microsoft.com/office/drawing/2014/main" id="{128DACD7-69AD-1374-E305-0ED878EB9310}"/>
                </a:ext>
              </a:extLst>
            </p:cNvPr>
            <p:cNvSpPr/>
            <p:nvPr/>
          </p:nvSpPr>
          <p:spPr>
            <a:xfrm>
              <a:off x="6674721" y="5547623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933D3A7E-1CF4-31E2-DBF2-6765C00E3CBD}"/>
                </a:ext>
              </a:extLst>
            </p:cNvPr>
            <p:cNvSpPr/>
            <p:nvPr/>
          </p:nvSpPr>
          <p:spPr>
            <a:xfrm>
              <a:off x="8551095" y="5501218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Oval 184">
              <a:extLst>
                <a:ext uri="{FF2B5EF4-FFF2-40B4-BE49-F238E27FC236}">
                  <a16:creationId xmlns:a16="http://schemas.microsoft.com/office/drawing/2014/main" id="{6F3D0330-9157-2CCC-3538-FA56793FF1BA}"/>
                </a:ext>
              </a:extLst>
            </p:cNvPr>
            <p:cNvSpPr/>
            <p:nvPr/>
          </p:nvSpPr>
          <p:spPr>
            <a:xfrm>
              <a:off x="9444743" y="5514696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Oval 185">
              <a:extLst>
                <a:ext uri="{FF2B5EF4-FFF2-40B4-BE49-F238E27FC236}">
                  <a16:creationId xmlns:a16="http://schemas.microsoft.com/office/drawing/2014/main" id="{D4881B0F-9A37-F3BD-3CB8-8BF17294CD8E}"/>
                </a:ext>
              </a:extLst>
            </p:cNvPr>
            <p:cNvSpPr/>
            <p:nvPr/>
          </p:nvSpPr>
          <p:spPr>
            <a:xfrm>
              <a:off x="11241743" y="5440950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7" name="TextBox 186">
                  <a:extLst>
                    <a:ext uri="{FF2B5EF4-FFF2-40B4-BE49-F238E27FC236}">
                      <a16:creationId xmlns:a16="http://schemas.microsoft.com/office/drawing/2014/main" id="{2D2A14AE-D3C0-2728-45CB-3890248D4487}"/>
                    </a:ext>
                  </a:extLst>
                </p:cNvPr>
                <p:cNvSpPr txBox="1"/>
                <p:nvPr/>
              </p:nvSpPr>
              <p:spPr>
                <a:xfrm>
                  <a:off x="6727052" y="5590487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7" name="TextBox 186">
                  <a:extLst>
                    <a:ext uri="{FF2B5EF4-FFF2-40B4-BE49-F238E27FC236}">
                      <a16:creationId xmlns:a16="http://schemas.microsoft.com/office/drawing/2014/main" id="{2D2A14AE-D3C0-2728-45CB-3890248D44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7052" y="5590487"/>
                  <a:ext cx="353742" cy="276999"/>
                </a:xfrm>
                <a:prstGeom prst="rect">
                  <a:avLst/>
                </a:prstGeom>
                <a:blipFill>
                  <a:blip r:embed="rId42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1B128551-E844-9426-7245-01534169AFFA}"/>
                    </a:ext>
                  </a:extLst>
                </p:cNvPr>
                <p:cNvSpPr txBox="1"/>
                <p:nvPr/>
              </p:nvSpPr>
              <p:spPr>
                <a:xfrm>
                  <a:off x="8614338" y="552979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1B128551-E844-9426-7245-01534169AF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4338" y="5529791"/>
                  <a:ext cx="353742" cy="276999"/>
                </a:xfrm>
                <a:prstGeom prst="rect">
                  <a:avLst/>
                </a:prstGeom>
                <a:blipFill>
                  <a:blip r:embed="rId43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1EF8942A-30D8-F142-3B54-4D2A879032DD}"/>
                    </a:ext>
                  </a:extLst>
                </p:cNvPr>
                <p:cNvSpPr txBox="1"/>
                <p:nvPr/>
              </p:nvSpPr>
              <p:spPr>
                <a:xfrm>
                  <a:off x="9486161" y="554327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1EF8942A-30D8-F142-3B54-4D2A879032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6161" y="5543271"/>
                  <a:ext cx="353742" cy="276999"/>
                </a:xfrm>
                <a:prstGeom prst="rect">
                  <a:avLst/>
                </a:prstGeom>
                <a:blipFill>
                  <a:blip r:embed="rId44"/>
                  <a:stretch>
                    <a:fillRect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0" name="TextBox 189">
                  <a:extLst>
                    <a:ext uri="{FF2B5EF4-FFF2-40B4-BE49-F238E27FC236}">
                      <a16:creationId xmlns:a16="http://schemas.microsoft.com/office/drawing/2014/main" id="{509B4165-6F63-E981-97D4-EBFFDC00044B}"/>
                    </a:ext>
                  </a:extLst>
                </p:cNvPr>
                <p:cNvSpPr txBox="1"/>
                <p:nvPr/>
              </p:nvSpPr>
              <p:spPr>
                <a:xfrm>
                  <a:off x="11322650" y="5469525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90" name="TextBox 189">
                  <a:extLst>
                    <a:ext uri="{FF2B5EF4-FFF2-40B4-BE49-F238E27FC236}">
                      <a16:creationId xmlns:a16="http://schemas.microsoft.com/office/drawing/2014/main" id="{509B4165-6F63-E981-97D4-EBFFDC0004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22650" y="5469525"/>
                  <a:ext cx="294889" cy="276999"/>
                </a:xfrm>
                <a:prstGeom prst="rect">
                  <a:avLst/>
                </a:prstGeom>
                <a:blipFill>
                  <a:blip r:embed="rId45"/>
                  <a:stretch>
                    <a:fillRect l="-12500" r="-8333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1F7ACC42-FF8B-C5ED-D682-389415CD096B}"/>
                </a:ext>
              </a:extLst>
            </p:cNvPr>
            <p:cNvCxnSpPr>
              <a:cxnSpLocks/>
              <a:stCxn id="187" idx="3"/>
              <a:endCxn id="179" idx="1"/>
            </p:cNvCxnSpPr>
            <p:nvPr/>
          </p:nvCxnSpPr>
          <p:spPr>
            <a:xfrm flipV="1">
              <a:off x="7080794" y="5720431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4999F5F8-25F5-05CD-DBF8-6829C4CD4430}"/>
                </a:ext>
              </a:extLst>
            </p:cNvPr>
            <p:cNvCxnSpPr>
              <a:cxnSpLocks/>
              <a:stCxn id="181" idx="3"/>
              <a:endCxn id="184" idx="2"/>
            </p:cNvCxnSpPr>
            <p:nvPr/>
          </p:nvCxnSpPr>
          <p:spPr>
            <a:xfrm>
              <a:off x="8020892" y="5673670"/>
              <a:ext cx="530203" cy="30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5410B890-F14D-6D09-357E-C2C27A0BC303}"/>
                </a:ext>
              </a:extLst>
            </p:cNvPr>
            <p:cNvCxnSpPr>
              <a:cxnSpLocks/>
              <a:stCxn id="189" idx="3"/>
              <a:endCxn id="180" idx="1"/>
            </p:cNvCxnSpPr>
            <p:nvPr/>
          </p:nvCxnSpPr>
          <p:spPr>
            <a:xfrm>
              <a:off x="9839903" y="5681771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2F08C37E-C6C9-42E6-B267-34CDF099776A}"/>
                </a:ext>
              </a:extLst>
            </p:cNvPr>
            <p:cNvCxnSpPr>
              <a:stCxn id="182" idx="3"/>
              <a:endCxn id="186" idx="2"/>
            </p:cNvCxnSpPr>
            <p:nvPr/>
          </p:nvCxnSpPr>
          <p:spPr>
            <a:xfrm>
              <a:off x="10690379" y="5620690"/>
              <a:ext cx="551364" cy="2329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Curved Connector 194">
              <a:extLst>
                <a:ext uri="{FF2B5EF4-FFF2-40B4-BE49-F238E27FC236}">
                  <a16:creationId xmlns:a16="http://schemas.microsoft.com/office/drawing/2014/main" id="{190CAE71-5467-A57C-8D05-0B5FE980EDAD}"/>
                </a:ext>
              </a:extLst>
            </p:cNvPr>
            <p:cNvCxnSpPr>
              <a:cxnSpLocks/>
              <a:stCxn id="179" idx="0"/>
              <a:endCxn id="189" idx="0"/>
            </p:cNvCxnSpPr>
            <p:nvPr/>
          </p:nvCxnSpPr>
          <p:spPr>
            <a:xfrm rot="16200000" flipH="1">
              <a:off x="8727631" y="4607870"/>
              <a:ext cx="25751" cy="1845050"/>
            </a:xfrm>
            <a:prstGeom prst="curvedConnector3">
              <a:avLst>
                <a:gd name="adj1" fmla="val -88773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Curved Connector 195">
              <a:extLst>
                <a:ext uri="{FF2B5EF4-FFF2-40B4-BE49-F238E27FC236}">
                  <a16:creationId xmlns:a16="http://schemas.microsoft.com/office/drawing/2014/main" id="{FFBBCAF5-EEB3-2508-6590-813DC26AA5A9}"/>
                </a:ext>
              </a:extLst>
            </p:cNvPr>
            <p:cNvCxnSpPr>
              <a:stCxn id="184" idx="0"/>
              <a:endCxn id="182" idx="0"/>
            </p:cNvCxnSpPr>
            <p:nvPr/>
          </p:nvCxnSpPr>
          <p:spPr>
            <a:xfrm rot="5400000" flipH="1" flipV="1">
              <a:off x="9644229" y="4592093"/>
              <a:ext cx="19028" cy="1799223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0915CA11-D045-E759-D71C-FE47E6305C48}"/>
                </a:ext>
              </a:extLst>
            </p:cNvPr>
            <p:cNvSpPr/>
            <p:nvPr/>
          </p:nvSpPr>
          <p:spPr>
            <a:xfrm>
              <a:off x="7649250" y="6299644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74E10C59-8154-EFC7-A5D8-5217F5665B45}"/>
                </a:ext>
              </a:extLst>
            </p:cNvPr>
            <p:cNvSpPr/>
            <p:nvPr/>
          </p:nvSpPr>
          <p:spPr>
            <a:xfrm>
              <a:off x="10372570" y="6264315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9" name="TextBox 198">
                  <a:extLst>
                    <a:ext uri="{FF2B5EF4-FFF2-40B4-BE49-F238E27FC236}">
                      <a16:creationId xmlns:a16="http://schemas.microsoft.com/office/drawing/2014/main" id="{00D07D0A-09A4-5DEC-32A9-42C69F321F0D}"/>
                    </a:ext>
                  </a:extLst>
                </p:cNvPr>
                <p:cNvSpPr txBox="1"/>
                <p:nvPr/>
              </p:nvSpPr>
              <p:spPr>
                <a:xfrm>
                  <a:off x="7727188" y="6317294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99" name="TextBox 198">
                  <a:extLst>
                    <a:ext uri="{FF2B5EF4-FFF2-40B4-BE49-F238E27FC236}">
                      <a16:creationId xmlns:a16="http://schemas.microsoft.com/office/drawing/2014/main" id="{00D07D0A-09A4-5DEC-32A9-42C69F321F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27188" y="6317294"/>
                  <a:ext cx="327883" cy="276999"/>
                </a:xfrm>
                <a:prstGeom prst="rect">
                  <a:avLst/>
                </a:prstGeom>
                <a:blipFill>
                  <a:blip r:embed="rId46"/>
                  <a:stretch>
                    <a:fillRect l="-3704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0" name="TextBox 199">
                  <a:extLst>
                    <a:ext uri="{FF2B5EF4-FFF2-40B4-BE49-F238E27FC236}">
                      <a16:creationId xmlns:a16="http://schemas.microsoft.com/office/drawing/2014/main" id="{9E21077C-8DE5-3A76-C865-7DBA6342B40E}"/>
                    </a:ext>
                  </a:extLst>
                </p:cNvPr>
                <p:cNvSpPr txBox="1"/>
                <p:nvPr/>
              </p:nvSpPr>
              <p:spPr>
                <a:xfrm>
                  <a:off x="10450509" y="6264314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0" name="TextBox 199">
                  <a:extLst>
                    <a:ext uri="{FF2B5EF4-FFF2-40B4-BE49-F238E27FC236}">
                      <a16:creationId xmlns:a16="http://schemas.microsoft.com/office/drawing/2014/main" id="{9E21077C-8DE5-3A76-C865-7DBA6342B4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50509" y="6264314"/>
                  <a:ext cx="274049" cy="276999"/>
                </a:xfrm>
                <a:prstGeom prst="rect">
                  <a:avLst/>
                </a:prstGeom>
                <a:blipFill>
                  <a:blip r:embed="rId47"/>
                  <a:stretch>
                    <a:fillRect l="-13043" r="-8696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1" name="Oval 200">
              <a:extLst>
                <a:ext uri="{FF2B5EF4-FFF2-40B4-BE49-F238E27FC236}">
                  <a16:creationId xmlns:a16="http://schemas.microsoft.com/office/drawing/2014/main" id="{B191FE0C-F355-EB7A-5DA9-8001A6C3D908}"/>
                </a:ext>
              </a:extLst>
            </p:cNvPr>
            <p:cNvSpPr/>
            <p:nvPr/>
          </p:nvSpPr>
          <p:spPr>
            <a:xfrm>
              <a:off x="6708900" y="6329747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092C8228-7518-B3BA-C905-E240546FD6CE}"/>
                </a:ext>
              </a:extLst>
            </p:cNvPr>
            <p:cNvSpPr/>
            <p:nvPr/>
          </p:nvSpPr>
          <p:spPr>
            <a:xfrm>
              <a:off x="8585274" y="6283342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F3A01AC4-7DFA-53DF-B1DD-F652AC209B57}"/>
                </a:ext>
              </a:extLst>
            </p:cNvPr>
            <p:cNvSpPr/>
            <p:nvPr/>
          </p:nvSpPr>
          <p:spPr>
            <a:xfrm>
              <a:off x="9478922" y="6296820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35D2FEDB-521A-700B-EC92-3D3CDFE740F3}"/>
                </a:ext>
              </a:extLst>
            </p:cNvPr>
            <p:cNvSpPr/>
            <p:nvPr/>
          </p:nvSpPr>
          <p:spPr>
            <a:xfrm>
              <a:off x="11275922" y="6223074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5" name="TextBox 204">
                  <a:extLst>
                    <a:ext uri="{FF2B5EF4-FFF2-40B4-BE49-F238E27FC236}">
                      <a16:creationId xmlns:a16="http://schemas.microsoft.com/office/drawing/2014/main" id="{B24D80F9-C7BA-8D81-DD4F-D79987E8E256}"/>
                    </a:ext>
                  </a:extLst>
                </p:cNvPr>
                <p:cNvSpPr txBox="1"/>
                <p:nvPr/>
              </p:nvSpPr>
              <p:spPr>
                <a:xfrm>
                  <a:off x="6761231" y="637261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5" name="TextBox 204">
                  <a:extLst>
                    <a:ext uri="{FF2B5EF4-FFF2-40B4-BE49-F238E27FC236}">
                      <a16:creationId xmlns:a16="http://schemas.microsoft.com/office/drawing/2014/main" id="{B24D80F9-C7BA-8D81-DD4F-D79987E8E2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1231" y="6372611"/>
                  <a:ext cx="353742" cy="276999"/>
                </a:xfrm>
                <a:prstGeom prst="rect">
                  <a:avLst/>
                </a:prstGeom>
                <a:blipFill>
                  <a:blip r:embed="rId48"/>
                  <a:stretch>
                    <a:fillRect l="-3448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6" name="TextBox 205">
                  <a:extLst>
                    <a:ext uri="{FF2B5EF4-FFF2-40B4-BE49-F238E27FC236}">
                      <a16:creationId xmlns:a16="http://schemas.microsoft.com/office/drawing/2014/main" id="{CEDD3399-B0D5-65D1-2769-69285E50F6C4}"/>
                    </a:ext>
                  </a:extLst>
                </p:cNvPr>
                <p:cNvSpPr txBox="1"/>
                <p:nvPr/>
              </p:nvSpPr>
              <p:spPr>
                <a:xfrm>
                  <a:off x="8648517" y="631191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6" name="TextBox 205">
                  <a:extLst>
                    <a:ext uri="{FF2B5EF4-FFF2-40B4-BE49-F238E27FC236}">
                      <a16:creationId xmlns:a16="http://schemas.microsoft.com/office/drawing/2014/main" id="{CEDD3399-B0D5-65D1-2769-69285E50F6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48517" y="6311915"/>
                  <a:ext cx="353742" cy="276999"/>
                </a:xfrm>
                <a:prstGeom prst="rect">
                  <a:avLst/>
                </a:prstGeom>
                <a:blipFill>
                  <a:blip r:embed="rId49"/>
                  <a:stretch>
                    <a:fillRect l="-3571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7" name="TextBox 206">
                  <a:extLst>
                    <a:ext uri="{FF2B5EF4-FFF2-40B4-BE49-F238E27FC236}">
                      <a16:creationId xmlns:a16="http://schemas.microsoft.com/office/drawing/2014/main" id="{44156297-72C8-4990-1758-F83B01A698D6}"/>
                    </a:ext>
                  </a:extLst>
                </p:cNvPr>
                <p:cNvSpPr txBox="1"/>
                <p:nvPr/>
              </p:nvSpPr>
              <p:spPr>
                <a:xfrm>
                  <a:off x="9520340" y="632539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7" name="TextBox 206">
                  <a:extLst>
                    <a:ext uri="{FF2B5EF4-FFF2-40B4-BE49-F238E27FC236}">
                      <a16:creationId xmlns:a16="http://schemas.microsoft.com/office/drawing/2014/main" id="{44156297-72C8-4990-1758-F83B01A698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20340" y="6325395"/>
                  <a:ext cx="353742" cy="276999"/>
                </a:xfrm>
                <a:prstGeom prst="rect">
                  <a:avLst/>
                </a:prstGeom>
                <a:blipFill>
                  <a:blip r:embed="rId50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8" name="TextBox 207">
                  <a:extLst>
                    <a:ext uri="{FF2B5EF4-FFF2-40B4-BE49-F238E27FC236}">
                      <a16:creationId xmlns:a16="http://schemas.microsoft.com/office/drawing/2014/main" id="{299C7C35-FE08-8A6E-7ADB-3EA879ADF2A8}"/>
                    </a:ext>
                  </a:extLst>
                </p:cNvPr>
                <p:cNvSpPr txBox="1"/>
                <p:nvPr/>
              </p:nvSpPr>
              <p:spPr>
                <a:xfrm>
                  <a:off x="11356829" y="6251649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8" name="TextBox 207">
                  <a:extLst>
                    <a:ext uri="{FF2B5EF4-FFF2-40B4-BE49-F238E27FC236}">
                      <a16:creationId xmlns:a16="http://schemas.microsoft.com/office/drawing/2014/main" id="{299C7C35-FE08-8A6E-7ADB-3EA879ADF2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56829" y="6251649"/>
                  <a:ext cx="294889" cy="276999"/>
                </a:xfrm>
                <a:prstGeom prst="rect">
                  <a:avLst/>
                </a:prstGeom>
                <a:blipFill>
                  <a:blip r:embed="rId51"/>
                  <a:stretch>
                    <a:fillRect l="-12500" r="-8333" b="-869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419E777A-6185-6DF0-0918-ED66D2A7702B}"/>
                </a:ext>
              </a:extLst>
            </p:cNvPr>
            <p:cNvCxnSpPr>
              <a:cxnSpLocks/>
              <a:stCxn id="205" idx="3"/>
              <a:endCxn id="197" idx="1"/>
            </p:cNvCxnSpPr>
            <p:nvPr/>
          </p:nvCxnSpPr>
          <p:spPr>
            <a:xfrm flipV="1">
              <a:off x="7114973" y="6502555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CD147C1F-DE8A-E033-396F-3F1DB8C967CD}"/>
                </a:ext>
              </a:extLst>
            </p:cNvPr>
            <p:cNvCxnSpPr>
              <a:cxnSpLocks/>
              <a:stCxn id="199" idx="3"/>
              <a:endCxn id="202" idx="2"/>
            </p:cNvCxnSpPr>
            <p:nvPr/>
          </p:nvCxnSpPr>
          <p:spPr>
            <a:xfrm>
              <a:off x="8055071" y="6455794"/>
              <a:ext cx="530203" cy="30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7D917932-3DFB-F62A-4155-8AB8B1B970B2}"/>
                </a:ext>
              </a:extLst>
            </p:cNvPr>
            <p:cNvCxnSpPr>
              <a:cxnSpLocks/>
              <a:stCxn id="207" idx="3"/>
              <a:endCxn id="198" idx="1"/>
            </p:cNvCxnSpPr>
            <p:nvPr/>
          </p:nvCxnSpPr>
          <p:spPr>
            <a:xfrm>
              <a:off x="9874082" y="6463895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8D5FD995-F64E-062C-B5CF-70AB3D91019C}"/>
                </a:ext>
              </a:extLst>
            </p:cNvPr>
            <p:cNvCxnSpPr>
              <a:stCxn id="200" idx="3"/>
              <a:endCxn id="204" idx="2"/>
            </p:cNvCxnSpPr>
            <p:nvPr/>
          </p:nvCxnSpPr>
          <p:spPr>
            <a:xfrm>
              <a:off x="10724558" y="6402814"/>
              <a:ext cx="551364" cy="2329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Curved Connector 212">
              <a:extLst>
                <a:ext uri="{FF2B5EF4-FFF2-40B4-BE49-F238E27FC236}">
                  <a16:creationId xmlns:a16="http://schemas.microsoft.com/office/drawing/2014/main" id="{17029FD6-6157-8B5C-95D7-9EF9D3688492}"/>
                </a:ext>
              </a:extLst>
            </p:cNvPr>
            <p:cNvCxnSpPr>
              <a:cxnSpLocks/>
              <a:stCxn id="197" idx="0"/>
              <a:endCxn id="207" idx="0"/>
            </p:cNvCxnSpPr>
            <p:nvPr/>
          </p:nvCxnSpPr>
          <p:spPr>
            <a:xfrm rot="16200000" flipH="1">
              <a:off x="8761810" y="5389994"/>
              <a:ext cx="25751" cy="1845050"/>
            </a:xfrm>
            <a:prstGeom prst="curvedConnector3">
              <a:avLst>
                <a:gd name="adj1" fmla="val -88773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Curved Connector 213">
              <a:extLst>
                <a:ext uri="{FF2B5EF4-FFF2-40B4-BE49-F238E27FC236}">
                  <a16:creationId xmlns:a16="http://schemas.microsoft.com/office/drawing/2014/main" id="{A4113972-FADB-C783-72DF-EB3E60D7884E}"/>
                </a:ext>
              </a:extLst>
            </p:cNvPr>
            <p:cNvCxnSpPr>
              <a:stCxn id="202" idx="0"/>
              <a:endCxn id="200" idx="0"/>
            </p:cNvCxnSpPr>
            <p:nvPr/>
          </p:nvCxnSpPr>
          <p:spPr>
            <a:xfrm rot="5400000" flipH="1" flipV="1">
              <a:off x="9678408" y="5374217"/>
              <a:ext cx="19028" cy="1799223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7" name="Rectangle 216">
            <a:extLst>
              <a:ext uri="{FF2B5EF4-FFF2-40B4-BE49-F238E27FC236}">
                <a16:creationId xmlns:a16="http://schemas.microsoft.com/office/drawing/2014/main" id="{C5F421DC-3C0E-89F1-86D7-A4F7D5E91F8F}"/>
              </a:ext>
            </a:extLst>
          </p:cNvPr>
          <p:cNvSpPr/>
          <p:nvPr/>
        </p:nvSpPr>
        <p:spPr>
          <a:xfrm rot="16200000">
            <a:off x="5876305" y="5528943"/>
            <a:ext cx="370010" cy="37001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873605C7-F3EA-A4E3-DDD8-B567D8182214}"/>
              </a:ext>
            </a:extLst>
          </p:cNvPr>
          <p:cNvSpPr/>
          <p:nvPr/>
        </p:nvSpPr>
        <p:spPr>
          <a:xfrm rot="16200000">
            <a:off x="5844092" y="3045940"/>
            <a:ext cx="370010" cy="37001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93C43229-A5C1-1090-7512-280953E90B98}"/>
                  </a:ext>
                </a:extLst>
              </p:cNvPr>
              <p:cNvSpPr txBox="1"/>
              <p:nvPr/>
            </p:nvSpPr>
            <p:spPr>
              <a:xfrm rot="16200000">
                <a:off x="5869199" y="5552140"/>
                <a:ext cx="298949" cy="2525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93C43229-A5C1-1090-7512-280953E90B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869199" y="5552140"/>
                <a:ext cx="298949" cy="252555"/>
              </a:xfrm>
              <a:prstGeom prst="rect">
                <a:avLst/>
              </a:prstGeom>
              <a:blipFill>
                <a:blip r:embed="rId52"/>
                <a:stretch>
                  <a:fillRect t="-4167" r="-30000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6C259F58-3FC3-CA74-1BDD-EC711C763CB7}"/>
                  </a:ext>
                </a:extLst>
              </p:cNvPr>
              <p:cNvSpPr txBox="1"/>
              <p:nvPr/>
            </p:nvSpPr>
            <p:spPr>
              <a:xfrm rot="16200000">
                <a:off x="5845436" y="3093678"/>
                <a:ext cx="249866" cy="2525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6C259F58-3FC3-CA74-1BDD-EC711C763C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845436" y="3093678"/>
                <a:ext cx="249866" cy="252555"/>
              </a:xfrm>
              <a:prstGeom prst="rect">
                <a:avLst/>
              </a:prstGeom>
              <a:blipFill>
                <a:blip r:embed="rId53"/>
                <a:stretch>
                  <a:fillRect t="-14286" r="-23810" b="-19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1" name="Oval 220">
            <a:extLst>
              <a:ext uri="{FF2B5EF4-FFF2-40B4-BE49-F238E27FC236}">
                <a16:creationId xmlns:a16="http://schemas.microsoft.com/office/drawing/2014/main" id="{F31835B0-AA3E-A4D4-7E3F-FD4876C8436A}"/>
              </a:ext>
            </a:extLst>
          </p:cNvPr>
          <p:cNvSpPr/>
          <p:nvPr/>
        </p:nvSpPr>
        <p:spPr>
          <a:xfrm rot="16200000">
            <a:off x="5903751" y="6386083"/>
            <a:ext cx="370239" cy="370239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2" name="Oval 221">
            <a:extLst>
              <a:ext uri="{FF2B5EF4-FFF2-40B4-BE49-F238E27FC236}">
                <a16:creationId xmlns:a16="http://schemas.microsoft.com/office/drawing/2014/main" id="{E7DF3876-F90C-544A-D47D-6300DBA82AC8}"/>
              </a:ext>
            </a:extLst>
          </p:cNvPr>
          <p:cNvSpPr/>
          <p:nvPr/>
        </p:nvSpPr>
        <p:spPr>
          <a:xfrm rot="16200000">
            <a:off x="5861440" y="4675289"/>
            <a:ext cx="370239" cy="370239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3" name="Oval 222">
            <a:extLst>
              <a:ext uri="{FF2B5EF4-FFF2-40B4-BE49-F238E27FC236}">
                <a16:creationId xmlns:a16="http://schemas.microsoft.com/office/drawing/2014/main" id="{0D0492B6-4B73-2C0F-FA7C-32EF03FAA761}"/>
              </a:ext>
            </a:extLst>
          </p:cNvPr>
          <p:cNvSpPr/>
          <p:nvPr/>
        </p:nvSpPr>
        <p:spPr>
          <a:xfrm rot="16200000">
            <a:off x="5873730" y="3860500"/>
            <a:ext cx="370239" cy="370239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4" name="Oval 223">
            <a:extLst>
              <a:ext uri="{FF2B5EF4-FFF2-40B4-BE49-F238E27FC236}">
                <a16:creationId xmlns:a16="http://schemas.microsoft.com/office/drawing/2014/main" id="{926A274E-DBF6-F8BF-8BED-2A4B356D1455}"/>
              </a:ext>
            </a:extLst>
          </p:cNvPr>
          <p:cNvSpPr/>
          <p:nvPr/>
        </p:nvSpPr>
        <p:spPr>
          <a:xfrm rot="16200000">
            <a:off x="5806491" y="2222075"/>
            <a:ext cx="370239" cy="370239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4B7DE5D3-D7B0-11A6-779B-80DC0DA157C2}"/>
                  </a:ext>
                </a:extLst>
              </p:cNvPr>
              <p:cNvSpPr txBox="1"/>
              <p:nvPr/>
            </p:nvSpPr>
            <p:spPr>
              <a:xfrm rot="16200000">
                <a:off x="5907847" y="6421069"/>
                <a:ext cx="322526" cy="2525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4B7DE5D3-D7B0-11A6-779B-80DC0DA157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907847" y="6421069"/>
                <a:ext cx="322526" cy="252555"/>
              </a:xfrm>
              <a:prstGeom prst="rect">
                <a:avLst/>
              </a:prstGeom>
              <a:blipFill>
                <a:blip r:embed="rId54"/>
                <a:stretch>
                  <a:fillRect t="-4000" r="-30000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TextBox 225">
                <a:extLst>
                  <a:ext uri="{FF2B5EF4-FFF2-40B4-BE49-F238E27FC236}">
                    <a16:creationId xmlns:a16="http://schemas.microsoft.com/office/drawing/2014/main" id="{FD0503C8-1D1C-C900-ED56-4B4A3C061210}"/>
                  </a:ext>
                </a:extLst>
              </p:cNvPr>
              <p:cNvSpPr txBox="1"/>
              <p:nvPr/>
            </p:nvSpPr>
            <p:spPr>
              <a:xfrm rot="16200000">
                <a:off x="5852507" y="4700324"/>
                <a:ext cx="322526" cy="2525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6" name="TextBox 225">
                <a:extLst>
                  <a:ext uri="{FF2B5EF4-FFF2-40B4-BE49-F238E27FC236}">
                    <a16:creationId xmlns:a16="http://schemas.microsoft.com/office/drawing/2014/main" id="{FD0503C8-1D1C-C900-ED56-4B4A3C0612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852507" y="4700324"/>
                <a:ext cx="322526" cy="252555"/>
              </a:xfrm>
              <a:prstGeom prst="rect">
                <a:avLst/>
              </a:prstGeom>
              <a:blipFill>
                <a:blip r:embed="rId55"/>
                <a:stretch>
                  <a:fillRect t="-3846" r="-28571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6B0C187B-5646-2FE9-167F-70F1687C180E}"/>
                  </a:ext>
                </a:extLst>
              </p:cNvPr>
              <p:cNvSpPr txBox="1"/>
              <p:nvPr/>
            </p:nvSpPr>
            <p:spPr>
              <a:xfrm rot="16200000">
                <a:off x="5864797" y="3905435"/>
                <a:ext cx="322526" cy="2525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6B0C187B-5646-2FE9-167F-70F1687C18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864797" y="3905435"/>
                <a:ext cx="322526" cy="252555"/>
              </a:xfrm>
              <a:prstGeom prst="rect">
                <a:avLst/>
              </a:prstGeom>
              <a:blipFill>
                <a:blip r:embed="rId56"/>
                <a:stretch>
                  <a:fillRect t="-3704" r="-28571" b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8" name="TextBox 227">
                <a:extLst>
                  <a:ext uri="{FF2B5EF4-FFF2-40B4-BE49-F238E27FC236}">
                    <a16:creationId xmlns:a16="http://schemas.microsoft.com/office/drawing/2014/main" id="{2E60E576-31C0-35A9-4F6F-DDA836F3AC16}"/>
                  </a:ext>
                </a:extLst>
              </p:cNvPr>
              <p:cNvSpPr txBox="1"/>
              <p:nvPr/>
            </p:nvSpPr>
            <p:spPr>
              <a:xfrm rot="16200000">
                <a:off x="5824388" y="2257835"/>
                <a:ext cx="268867" cy="2525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8" name="TextBox 227">
                <a:extLst>
                  <a:ext uri="{FF2B5EF4-FFF2-40B4-BE49-F238E27FC236}">
                    <a16:creationId xmlns:a16="http://schemas.microsoft.com/office/drawing/2014/main" id="{2E60E576-31C0-35A9-4F6F-DDA836F3AC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824388" y="2257835"/>
                <a:ext cx="268867" cy="252555"/>
              </a:xfrm>
              <a:prstGeom prst="rect">
                <a:avLst/>
              </a:prstGeom>
              <a:blipFill>
                <a:blip r:embed="rId57"/>
                <a:stretch>
                  <a:fillRect t="-13636" r="-23810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F0042986-7C14-AC0C-D30D-D738534ACA73}"/>
              </a:ext>
            </a:extLst>
          </p:cNvPr>
          <p:cNvCxnSpPr>
            <a:cxnSpLocks/>
            <a:stCxn id="225" idx="3"/>
            <a:endCxn id="217" idx="1"/>
          </p:cNvCxnSpPr>
          <p:nvPr/>
        </p:nvCxnSpPr>
        <p:spPr>
          <a:xfrm rot="16200000" flipV="1">
            <a:off x="5821645" y="6138618"/>
            <a:ext cx="487130" cy="7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2B6B7690-50FB-5E46-CAD0-B84C7B04B091}"/>
              </a:ext>
            </a:extLst>
          </p:cNvPr>
          <p:cNvCxnSpPr>
            <a:cxnSpLocks/>
            <a:stCxn id="219" idx="3"/>
            <a:endCxn id="222" idx="2"/>
          </p:cNvCxnSpPr>
          <p:nvPr/>
        </p:nvCxnSpPr>
        <p:spPr>
          <a:xfrm rot="16200000">
            <a:off x="5790910" y="5273292"/>
            <a:ext cx="483415" cy="27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79ABE355-0087-3DC6-5C25-2757F023D018}"/>
              </a:ext>
            </a:extLst>
          </p:cNvPr>
          <p:cNvCxnSpPr>
            <a:cxnSpLocks/>
            <a:stCxn id="227" idx="3"/>
            <a:endCxn id="218" idx="1"/>
          </p:cNvCxnSpPr>
          <p:nvPr/>
        </p:nvCxnSpPr>
        <p:spPr>
          <a:xfrm rot="16200000">
            <a:off x="5800329" y="3641681"/>
            <a:ext cx="454499" cy="30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57E98E0A-B0C8-9454-63F9-A5CA6D0C9466}"/>
              </a:ext>
            </a:extLst>
          </p:cNvPr>
          <p:cNvCxnSpPr>
            <a:stCxn id="220" idx="3"/>
            <a:endCxn id="224" idx="2"/>
          </p:cNvCxnSpPr>
          <p:nvPr/>
        </p:nvCxnSpPr>
        <p:spPr>
          <a:xfrm rot="16200000">
            <a:off x="5729636" y="2833047"/>
            <a:ext cx="502709" cy="212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urved Connector 232">
            <a:extLst>
              <a:ext uri="{FF2B5EF4-FFF2-40B4-BE49-F238E27FC236}">
                <a16:creationId xmlns:a16="http://schemas.microsoft.com/office/drawing/2014/main" id="{EE8E86BA-FB01-B9E2-6DCA-5566E95BC599}"/>
              </a:ext>
            </a:extLst>
          </p:cNvPr>
          <p:cNvCxnSpPr>
            <a:cxnSpLocks/>
            <a:stCxn id="217" idx="0"/>
            <a:endCxn id="227" idx="0"/>
          </p:cNvCxnSpPr>
          <p:nvPr/>
        </p:nvCxnSpPr>
        <p:spPr>
          <a:xfrm rot="10800000" flipH="1">
            <a:off x="5876305" y="4031713"/>
            <a:ext cx="23478" cy="1682236"/>
          </a:xfrm>
          <a:prstGeom prst="curvedConnector3">
            <a:avLst>
              <a:gd name="adj1" fmla="val -88776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urved Connector 233">
            <a:extLst>
              <a:ext uri="{FF2B5EF4-FFF2-40B4-BE49-F238E27FC236}">
                <a16:creationId xmlns:a16="http://schemas.microsoft.com/office/drawing/2014/main" id="{33442262-F4C4-0192-D7F5-D595395C4A34}"/>
              </a:ext>
            </a:extLst>
          </p:cNvPr>
          <p:cNvCxnSpPr>
            <a:stCxn id="222" idx="0"/>
            <a:endCxn id="220" idx="0"/>
          </p:cNvCxnSpPr>
          <p:nvPr/>
        </p:nvCxnSpPr>
        <p:spPr>
          <a:xfrm flipH="1" flipV="1">
            <a:off x="5844091" y="3219955"/>
            <a:ext cx="17349" cy="1640453"/>
          </a:xfrm>
          <a:prstGeom prst="curvedConnector3">
            <a:avLst>
              <a:gd name="adj1" fmla="val 130138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B859E26B-68CD-3168-0BAE-7BB2807CC62C}"/>
              </a:ext>
            </a:extLst>
          </p:cNvPr>
          <p:cNvSpPr/>
          <p:nvPr/>
        </p:nvSpPr>
        <p:spPr>
          <a:xfrm rot="16200000">
            <a:off x="6587545" y="2106009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1564D10-7C4E-0E19-2150-B51747D97319}"/>
              </a:ext>
            </a:extLst>
          </p:cNvPr>
          <p:cNvSpPr/>
          <p:nvPr/>
        </p:nvSpPr>
        <p:spPr>
          <a:xfrm rot="16200000">
            <a:off x="6580569" y="3776366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A03B446-6ED7-EA10-D580-8D119732D23F}"/>
              </a:ext>
            </a:extLst>
          </p:cNvPr>
          <p:cNvSpPr/>
          <p:nvPr/>
        </p:nvSpPr>
        <p:spPr>
          <a:xfrm rot="16200000">
            <a:off x="6613685" y="4608848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F84D8AE-AB5B-1AE5-B22A-EB0C4E4F47F1}"/>
              </a:ext>
            </a:extLst>
          </p:cNvPr>
          <p:cNvSpPr/>
          <p:nvPr/>
        </p:nvSpPr>
        <p:spPr>
          <a:xfrm rot="16200000">
            <a:off x="6627973" y="6247652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05301BE-9F0F-EAC2-E5D2-D0F835FE357F}"/>
              </a:ext>
            </a:extLst>
          </p:cNvPr>
          <p:cNvSpPr/>
          <p:nvPr/>
        </p:nvSpPr>
        <p:spPr>
          <a:xfrm rot="16200000">
            <a:off x="7527002" y="2895138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DE8CD5B-C562-8781-DDFF-E7ACD2F58531}"/>
              </a:ext>
            </a:extLst>
          </p:cNvPr>
          <p:cNvSpPr/>
          <p:nvPr/>
        </p:nvSpPr>
        <p:spPr>
          <a:xfrm rot="16200000">
            <a:off x="6606257" y="5477583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896E72F-EE3A-DC1E-7616-93D759994C30}"/>
              </a:ext>
            </a:extLst>
          </p:cNvPr>
          <p:cNvSpPr/>
          <p:nvPr/>
        </p:nvSpPr>
        <p:spPr>
          <a:xfrm rot="16200000">
            <a:off x="7500216" y="2061285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9D4CC023-332A-9136-2AEE-4092782C768D}"/>
              </a:ext>
            </a:extLst>
          </p:cNvPr>
          <p:cNvSpPr/>
          <p:nvPr/>
        </p:nvSpPr>
        <p:spPr>
          <a:xfrm rot="16200000">
            <a:off x="7509537" y="3731247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68F0EEEA-BE80-414C-7ED6-61CD7D8BEE81}"/>
              </a:ext>
            </a:extLst>
          </p:cNvPr>
          <p:cNvSpPr/>
          <p:nvPr/>
        </p:nvSpPr>
        <p:spPr>
          <a:xfrm rot="16200000">
            <a:off x="7527002" y="4560722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2981198-489E-C67D-99E6-B6171C9D6DB8}"/>
              </a:ext>
            </a:extLst>
          </p:cNvPr>
          <p:cNvSpPr/>
          <p:nvPr/>
        </p:nvSpPr>
        <p:spPr>
          <a:xfrm rot="16200000">
            <a:off x="7539500" y="5455610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F118787A-1ABC-58B4-D999-B3013C13A35D}"/>
              </a:ext>
            </a:extLst>
          </p:cNvPr>
          <p:cNvSpPr/>
          <p:nvPr/>
        </p:nvSpPr>
        <p:spPr>
          <a:xfrm rot="16200000">
            <a:off x="7552450" y="6202928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94D91BF-09E6-A723-92B7-278B0C7BF3A3}"/>
              </a:ext>
            </a:extLst>
          </p:cNvPr>
          <p:cNvSpPr/>
          <p:nvPr/>
        </p:nvSpPr>
        <p:spPr>
          <a:xfrm rot="16200000">
            <a:off x="6606257" y="2935238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0C45C31A-A473-DDB6-4208-DFD27C783553}"/>
              </a:ext>
            </a:extLst>
          </p:cNvPr>
          <p:cNvSpPr/>
          <p:nvPr/>
        </p:nvSpPr>
        <p:spPr>
          <a:xfrm rot="16200000">
            <a:off x="8455821" y="2065909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B20BAAA5-96F9-CB61-F071-5C960EF78502}"/>
              </a:ext>
            </a:extLst>
          </p:cNvPr>
          <p:cNvSpPr/>
          <p:nvPr/>
        </p:nvSpPr>
        <p:spPr>
          <a:xfrm rot="16200000">
            <a:off x="8448845" y="3736266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28C86764-4CB6-6037-190B-724EC5677D89}"/>
              </a:ext>
            </a:extLst>
          </p:cNvPr>
          <p:cNvSpPr/>
          <p:nvPr/>
        </p:nvSpPr>
        <p:spPr>
          <a:xfrm rot="16200000">
            <a:off x="8481961" y="4568748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F10AA7DE-3A13-769F-D0FE-E47A5666CA40}"/>
              </a:ext>
            </a:extLst>
          </p:cNvPr>
          <p:cNvSpPr/>
          <p:nvPr/>
        </p:nvSpPr>
        <p:spPr>
          <a:xfrm rot="16200000">
            <a:off x="8496249" y="6207552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5E152DA-22D0-AED3-611D-E687B5DC67EF}"/>
              </a:ext>
            </a:extLst>
          </p:cNvPr>
          <p:cNvSpPr/>
          <p:nvPr/>
        </p:nvSpPr>
        <p:spPr>
          <a:xfrm rot="16200000">
            <a:off x="9395278" y="2855038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76436C8-EC8E-F3FC-1972-9C58E0C61C12}"/>
              </a:ext>
            </a:extLst>
          </p:cNvPr>
          <p:cNvSpPr/>
          <p:nvPr/>
        </p:nvSpPr>
        <p:spPr>
          <a:xfrm rot="16200000">
            <a:off x="8474533" y="5437483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BEB13DA1-0712-3993-3E4F-A041B7065469}"/>
              </a:ext>
            </a:extLst>
          </p:cNvPr>
          <p:cNvSpPr/>
          <p:nvPr/>
        </p:nvSpPr>
        <p:spPr>
          <a:xfrm rot="16200000">
            <a:off x="9368492" y="2021185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BFA9080D-F391-C4D7-F973-3C3F6C6F6EDE}"/>
              </a:ext>
            </a:extLst>
          </p:cNvPr>
          <p:cNvSpPr/>
          <p:nvPr/>
        </p:nvSpPr>
        <p:spPr>
          <a:xfrm rot="16200000">
            <a:off x="9377813" y="3691147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4B5186AD-49AE-C223-A9FB-66BBD71213D6}"/>
              </a:ext>
            </a:extLst>
          </p:cNvPr>
          <p:cNvSpPr/>
          <p:nvPr/>
        </p:nvSpPr>
        <p:spPr>
          <a:xfrm rot="16200000">
            <a:off x="9395278" y="4520622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CD3F8FF5-543E-D2AB-A9FB-D330125D5597}"/>
              </a:ext>
            </a:extLst>
          </p:cNvPr>
          <p:cNvSpPr/>
          <p:nvPr/>
        </p:nvSpPr>
        <p:spPr>
          <a:xfrm rot="16200000">
            <a:off x="9407776" y="5415510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419C8A63-6A71-A1C6-106D-D8CED2924421}"/>
              </a:ext>
            </a:extLst>
          </p:cNvPr>
          <p:cNvSpPr/>
          <p:nvPr/>
        </p:nvSpPr>
        <p:spPr>
          <a:xfrm rot="16200000">
            <a:off x="9420726" y="6162828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1401591C-C395-D395-2549-31E56AB73F37}"/>
              </a:ext>
            </a:extLst>
          </p:cNvPr>
          <p:cNvSpPr/>
          <p:nvPr/>
        </p:nvSpPr>
        <p:spPr>
          <a:xfrm rot="16200000">
            <a:off x="8474533" y="2895138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BF3AAFF6-7058-0E0D-8B2D-D2BE77F39F2F}"/>
              </a:ext>
            </a:extLst>
          </p:cNvPr>
          <p:cNvSpPr/>
          <p:nvPr/>
        </p:nvSpPr>
        <p:spPr>
          <a:xfrm rot="16200000">
            <a:off x="10232256" y="2020738"/>
            <a:ext cx="586008" cy="596634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FA3A8E28-374C-A634-738C-C0A2F87DADE6}"/>
              </a:ext>
            </a:extLst>
          </p:cNvPr>
          <p:cNvSpPr/>
          <p:nvPr/>
        </p:nvSpPr>
        <p:spPr>
          <a:xfrm rot="16200000">
            <a:off x="10260568" y="3697465"/>
            <a:ext cx="585613" cy="60361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8EE6C23E-5E4B-AD15-0454-D5444BF9E0C3}"/>
              </a:ext>
            </a:extLst>
          </p:cNvPr>
          <p:cNvSpPr/>
          <p:nvPr/>
        </p:nvSpPr>
        <p:spPr>
          <a:xfrm rot="16200000">
            <a:off x="10284685" y="4538946"/>
            <a:ext cx="600931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2DD34CC3-EEA8-71B4-9050-0679863CF6E1}"/>
              </a:ext>
            </a:extLst>
          </p:cNvPr>
          <p:cNvSpPr/>
          <p:nvPr/>
        </p:nvSpPr>
        <p:spPr>
          <a:xfrm rot="16200000">
            <a:off x="10277954" y="6156730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A3D51B69-2532-F360-8012-0A17F954F33D}"/>
              </a:ext>
            </a:extLst>
          </p:cNvPr>
          <p:cNvSpPr/>
          <p:nvPr/>
        </p:nvSpPr>
        <p:spPr>
          <a:xfrm rot="16200000">
            <a:off x="11198003" y="2825236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A1BA1692-00CE-4B73-EE6A-67C839CB8F44}"/>
              </a:ext>
            </a:extLst>
          </p:cNvPr>
          <p:cNvSpPr/>
          <p:nvPr/>
        </p:nvSpPr>
        <p:spPr>
          <a:xfrm rot="16200000">
            <a:off x="10277258" y="5407681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D30234B6-A7DF-D7A8-8F01-727A934A481C}"/>
              </a:ext>
            </a:extLst>
          </p:cNvPr>
          <p:cNvSpPr/>
          <p:nvPr/>
        </p:nvSpPr>
        <p:spPr>
          <a:xfrm rot="16200000">
            <a:off x="11171217" y="1991383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464B73EE-5370-67AA-597A-FAAFB256EC37}"/>
              </a:ext>
            </a:extLst>
          </p:cNvPr>
          <p:cNvSpPr/>
          <p:nvPr/>
        </p:nvSpPr>
        <p:spPr>
          <a:xfrm rot="16200000">
            <a:off x="11180538" y="3661345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301850D5-11AC-E806-73C8-973A04D209DE}"/>
              </a:ext>
            </a:extLst>
          </p:cNvPr>
          <p:cNvSpPr/>
          <p:nvPr/>
        </p:nvSpPr>
        <p:spPr>
          <a:xfrm rot="16200000">
            <a:off x="11198003" y="4490820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6A36B7FF-C848-6B62-6620-6510EEAD8C89}"/>
              </a:ext>
            </a:extLst>
          </p:cNvPr>
          <p:cNvSpPr/>
          <p:nvPr/>
        </p:nvSpPr>
        <p:spPr>
          <a:xfrm rot="16200000">
            <a:off x="11210501" y="5385708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6690F47B-7431-D58E-598D-14A0E23312FF}"/>
              </a:ext>
            </a:extLst>
          </p:cNvPr>
          <p:cNvSpPr/>
          <p:nvPr/>
        </p:nvSpPr>
        <p:spPr>
          <a:xfrm rot="16200000">
            <a:off x="11223451" y="6133026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87E3F45A-BF32-9322-0375-E6B0CB338EAF}"/>
              </a:ext>
            </a:extLst>
          </p:cNvPr>
          <p:cNvSpPr/>
          <p:nvPr/>
        </p:nvSpPr>
        <p:spPr>
          <a:xfrm rot="16200000">
            <a:off x="10277258" y="2865336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295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E6E61-B413-9BFC-B0C4-C08E5C39B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Rounded Rectangle 138">
            <a:extLst>
              <a:ext uri="{FF2B5EF4-FFF2-40B4-BE49-F238E27FC236}">
                <a16:creationId xmlns:a16="http://schemas.microsoft.com/office/drawing/2014/main" id="{BB57D3B2-5ACC-30AE-97CD-C4742B51D197}"/>
              </a:ext>
            </a:extLst>
          </p:cNvPr>
          <p:cNvSpPr/>
          <p:nvPr/>
        </p:nvSpPr>
        <p:spPr>
          <a:xfrm>
            <a:off x="6327228" y="1783227"/>
            <a:ext cx="5654566" cy="5074773"/>
          </a:xfrm>
          <a:custGeom>
            <a:avLst/>
            <a:gdLst>
              <a:gd name="csX0" fmla="*/ 0 w 5654566"/>
              <a:gd name="csY0" fmla="*/ 320320 h 5074773"/>
              <a:gd name="csX1" fmla="*/ 320320 w 5654566"/>
              <a:gd name="csY1" fmla="*/ 0 h 5074773"/>
              <a:gd name="csX2" fmla="*/ 727005 w 5654566"/>
              <a:gd name="csY2" fmla="*/ 0 h 5074773"/>
              <a:gd name="csX3" fmla="*/ 1284108 w 5654566"/>
              <a:gd name="csY3" fmla="*/ 0 h 5074773"/>
              <a:gd name="csX4" fmla="*/ 1941489 w 5654566"/>
              <a:gd name="csY4" fmla="*/ 0 h 5074773"/>
              <a:gd name="csX5" fmla="*/ 2548732 w 5654566"/>
              <a:gd name="csY5" fmla="*/ 0 h 5074773"/>
              <a:gd name="csX6" fmla="*/ 3055695 w 5654566"/>
              <a:gd name="csY6" fmla="*/ 0 h 5074773"/>
              <a:gd name="csX7" fmla="*/ 3662937 w 5654566"/>
              <a:gd name="csY7" fmla="*/ 0 h 5074773"/>
              <a:gd name="csX8" fmla="*/ 4119762 w 5654566"/>
              <a:gd name="csY8" fmla="*/ 0 h 5074773"/>
              <a:gd name="csX9" fmla="*/ 4676865 w 5654566"/>
              <a:gd name="csY9" fmla="*/ 0 h 5074773"/>
              <a:gd name="csX10" fmla="*/ 5334246 w 5654566"/>
              <a:gd name="csY10" fmla="*/ 0 h 5074773"/>
              <a:gd name="csX11" fmla="*/ 5654566 w 5654566"/>
              <a:gd name="csY11" fmla="*/ 320320 h 5074773"/>
              <a:gd name="csX12" fmla="*/ 5654566 w 5654566"/>
              <a:gd name="csY12" fmla="*/ 918928 h 5074773"/>
              <a:gd name="csX13" fmla="*/ 5654566 w 5654566"/>
              <a:gd name="csY13" fmla="*/ 1428853 h 5074773"/>
              <a:gd name="csX14" fmla="*/ 5654566 w 5654566"/>
              <a:gd name="csY14" fmla="*/ 1894437 h 5074773"/>
              <a:gd name="csX15" fmla="*/ 5654566 w 5654566"/>
              <a:gd name="csY15" fmla="*/ 2448704 h 5074773"/>
              <a:gd name="csX16" fmla="*/ 5654566 w 5654566"/>
              <a:gd name="csY16" fmla="*/ 3047312 h 5074773"/>
              <a:gd name="csX17" fmla="*/ 5654566 w 5654566"/>
              <a:gd name="csY17" fmla="*/ 3690261 h 5074773"/>
              <a:gd name="csX18" fmla="*/ 5654566 w 5654566"/>
              <a:gd name="csY18" fmla="*/ 4754453 h 5074773"/>
              <a:gd name="csX19" fmla="*/ 5334246 w 5654566"/>
              <a:gd name="csY19" fmla="*/ 5074773 h 5074773"/>
              <a:gd name="csX20" fmla="*/ 4927561 w 5654566"/>
              <a:gd name="csY20" fmla="*/ 5074773 h 5074773"/>
              <a:gd name="csX21" fmla="*/ 4320319 w 5654566"/>
              <a:gd name="csY21" fmla="*/ 5074773 h 5074773"/>
              <a:gd name="csX22" fmla="*/ 3813355 w 5654566"/>
              <a:gd name="csY22" fmla="*/ 5074773 h 5074773"/>
              <a:gd name="csX23" fmla="*/ 3356531 w 5654566"/>
              <a:gd name="csY23" fmla="*/ 5074773 h 5074773"/>
              <a:gd name="csX24" fmla="*/ 2949846 w 5654566"/>
              <a:gd name="csY24" fmla="*/ 5074773 h 5074773"/>
              <a:gd name="csX25" fmla="*/ 2493021 w 5654566"/>
              <a:gd name="csY25" fmla="*/ 5074773 h 5074773"/>
              <a:gd name="csX26" fmla="*/ 2036197 w 5654566"/>
              <a:gd name="csY26" fmla="*/ 5074773 h 5074773"/>
              <a:gd name="csX27" fmla="*/ 1479094 w 5654566"/>
              <a:gd name="csY27" fmla="*/ 5074773 h 5074773"/>
              <a:gd name="csX28" fmla="*/ 921991 w 5654566"/>
              <a:gd name="csY28" fmla="*/ 5074773 h 5074773"/>
              <a:gd name="csX29" fmla="*/ 320320 w 5654566"/>
              <a:gd name="csY29" fmla="*/ 5074773 h 5074773"/>
              <a:gd name="csX30" fmla="*/ 0 w 5654566"/>
              <a:gd name="csY30" fmla="*/ 4754453 h 5074773"/>
              <a:gd name="csX31" fmla="*/ 0 w 5654566"/>
              <a:gd name="csY31" fmla="*/ 4111504 h 5074773"/>
              <a:gd name="csX32" fmla="*/ 0 w 5654566"/>
              <a:gd name="csY32" fmla="*/ 3645920 h 5074773"/>
              <a:gd name="csX33" fmla="*/ 0 w 5654566"/>
              <a:gd name="csY33" fmla="*/ 3047312 h 5074773"/>
              <a:gd name="csX34" fmla="*/ 0 w 5654566"/>
              <a:gd name="csY34" fmla="*/ 2404363 h 5074773"/>
              <a:gd name="csX35" fmla="*/ 0 w 5654566"/>
              <a:gd name="csY35" fmla="*/ 1983120 h 5074773"/>
              <a:gd name="csX36" fmla="*/ 0 w 5654566"/>
              <a:gd name="csY36" fmla="*/ 1340171 h 5074773"/>
              <a:gd name="csX37" fmla="*/ 0 w 5654566"/>
              <a:gd name="csY37" fmla="*/ 320320 h 50747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5654566" h="5074773" fill="none" extrusionOk="0">
                <a:moveTo>
                  <a:pt x="0" y="320320"/>
                </a:moveTo>
                <a:cubicBezTo>
                  <a:pt x="-25623" y="146484"/>
                  <a:pt x="167879" y="25699"/>
                  <a:pt x="320320" y="0"/>
                </a:cubicBezTo>
                <a:cubicBezTo>
                  <a:pt x="437692" y="-8630"/>
                  <a:pt x="603489" y="17761"/>
                  <a:pt x="727005" y="0"/>
                </a:cubicBezTo>
                <a:cubicBezTo>
                  <a:pt x="850521" y="-17761"/>
                  <a:pt x="1126813" y="46373"/>
                  <a:pt x="1284108" y="0"/>
                </a:cubicBezTo>
                <a:cubicBezTo>
                  <a:pt x="1441403" y="-46373"/>
                  <a:pt x="1724824" y="60749"/>
                  <a:pt x="1941489" y="0"/>
                </a:cubicBezTo>
                <a:cubicBezTo>
                  <a:pt x="2158154" y="-60749"/>
                  <a:pt x="2308009" y="22753"/>
                  <a:pt x="2548732" y="0"/>
                </a:cubicBezTo>
                <a:cubicBezTo>
                  <a:pt x="2789455" y="-22753"/>
                  <a:pt x="2811804" y="25786"/>
                  <a:pt x="3055695" y="0"/>
                </a:cubicBezTo>
                <a:cubicBezTo>
                  <a:pt x="3299586" y="-25786"/>
                  <a:pt x="3454289" y="2161"/>
                  <a:pt x="3662937" y="0"/>
                </a:cubicBezTo>
                <a:cubicBezTo>
                  <a:pt x="3871585" y="-2161"/>
                  <a:pt x="3950837" y="6403"/>
                  <a:pt x="4119762" y="0"/>
                </a:cubicBezTo>
                <a:cubicBezTo>
                  <a:pt x="4288687" y="-6403"/>
                  <a:pt x="4428450" y="9850"/>
                  <a:pt x="4676865" y="0"/>
                </a:cubicBezTo>
                <a:cubicBezTo>
                  <a:pt x="4925280" y="-9850"/>
                  <a:pt x="5054514" y="55816"/>
                  <a:pt x="5334246" y="0"/>
                </a:cubicBezTo>
                <a:cubicBezTo>
                  <a:pt x="5526056" y="-23200"/>
                  <a:pt x="5680453" y="123041"/>
                  <a:pt x="5654566" y="320320"/>
                </a:cubicBezTo>
                <a:cubicBezTo>
                  <a:pt x="5666403" y="459802"/>
                  <a:pt x="5597737" y="743866"/>
                  <a:pt x="5654566" y="918928"/>
                </a:cubicBezTo>
                <a:cubicBezTo>
                  <a:pt x="5711395" y="1093990"/>
                  <a:pt x="5635746" y="1286215"/>
                  <a:pt x="5654566" y="1428853"/>
                </a:cubicBezTo>
                <a:cubicBezTo>
                  <a:pt x="5673386" y="1571491"/>
                  <a:pt x="5618238" y="1764606"/>
                  <a:pt x="5654566" y="1894437"/>
                </a:cubicBezTo>
                <a:cubicBezTo>
                  <a:pt x="5690894" y="2024268"/>
                  <a:pt x="5636101" y="2321914"/>
                  <a:pt x="5654566" y="2448704"/>
                </a:cubicBezTo>
                <a:cubicBezTo>
                  <a:pt x="5673031" y="2575494"/>
                  <a:pt x="5590949" y="2791403"/>
                  <a:pt x="5654566" y="3047312"/>
                </a:cubicBezTo>
                <a:cubicBezTo>
                  <a:pt x="5718183" y="3303221"/>
                  <a:pt x="5584996" y="3514555"/>
                  <a:pt x="5654566" y="3690261"/>
                </a:cubicBezTo>
                <a:cubicBezTo>
                  <a:pt x="5724136" y="3865967"/>
                  <a:pt x="5643687" y="4346759"/>
                  <a:pt x="5654566" y="4754453"/>
                </a:cubicBezTo>
                <a:cubicBezTo>
                  <a:pt x="5657357" y="4936787"/>
                  <a:pt x="5528111" y="5069999"/>
                  <a:pt x="5334246" y="5074773"/>
                </a:cubicBezTo>
                <a:cubicBezTo>
                  <a:pt x="5191983" y="5106450"/>
                  <a:pt x="5058917" y="5052948"/>
                  <a:pt x="4927561" y="5074773"/>
                </a:cubicBezTo>
                <a:cubicBezTo>
                  <a:pt x="4796205" y="5096598"/>
                  <a:pt x="4477397" y="5060143"/>
                  <a:pt x="4320319" y="5074773"/>
                </a:cubicBezTo>
                <a:cubicBezTo>
                  <a:pt x="4163241" y="5089403"/>
                  <a:pt x="3967964" y="5073290"/>
                  <a:pt x="3813355" y="5074773"/>
                </a:cubicBezTo>
                <a:cubicBezTo>
                  <a:pt x="3658746" y="5076256"/>
                  <a:pt x="3472079" y="5072548"/>
                  <a:pt x="3356531" y="5074773"/>
                </a:cubicBezTo>
                <a:cubicBezTo>
                  <a:pt x="3240983" y="5076998"/>
                  <a:pt x="3094389" y="5027182"/>
                  <a:pt x="2949846" y="5074773"/>
                </a:cubicBezTo>
                <a:cubicBezTo>
                  <a:pt x="2805304" y="5122364"/>
                  <a:pt x="2675811" y="5040487"/>
                  <a:pt x="2493021" y="5074773"/>
                </a:cubicBezTo>
                <a:cubicBezTo>
                  <a:pt x="2310232" y="5109059"/>
                  <a:pt x="2198673" y="5040369"/>
                  <a:pt x="2036197" y="5074773"/>
                </a:cubicBezTo>
                <a:cubicBezTo>
                  <a:pt x="1873721" y="5109177"/>
                  <a:pt x="1643433" y="5052641"/>
                  <a:pt x="1479094" y="5074773"/>
                </a:cubicBezTo>
                <a:cubicBezTo>
                  <a:pt x="1314755" y="5096905"/>
                  <a:pt x="1162144" y="5023427"/>
                  <a:pt x="921991" y="5074773"/>
                </a:cubicBezTo>
                <a:cubicBezTo>
                  <a:pt x="681838" y="5126119"/>
                  <a:pt x="552979" y="5073980"/>
                  <a:pt x="320320" y="5074773"/>
                </a:cubicBezTo>
                <a:cubicBezTo>
                  <a:pt x="103749" y="5084163"/>
                  <a:pt x="-20820" y="4950901"/>
                  <a:pt x="0" y="4754453"/>
                </a:cubicBezTo>
                <a:cubicBezTo>
                  <a:pt x="-27856" y="4617299"/>
                  <a:pt x="25517" y="4393383"/>
                  <a:pt x="0" y="4111504"/>
                </a:cubicBezTo>
                <a:cubicBezTo>
                  <a:pt x="-25517" y="3829625"/>
                  <a:pt x="19399" y="3863544"/>
                  <a:pt x="0" y="3645920"/>
                </a:cubicBezTo>
                <a:cubicBezTo>
                  <a:pt x="-19399" y="3428296"/>
                  <a:pt x="2559" y="3288293"/>
                  <a:pt x="0" y="3047312"/>
                </a:cubicBezTo>
                <a:cubicBezTo>
                  <a:pt x="-2559" y="2806331"/>
                  <a:pt x="12342" y="2596144"/>
                  <a:pt x="0" y="2404363"/>
                </a:cubicBezTo>
                <a:cubicBezTo>
                  <a:pt x="-12342" y="2212582"/>
                  <a:pt x="23237" y="2178903"/>
                  <a:pt x="0" y="1983120"/>
                </a:cubicBezTo>
                <a:cubicBezTo>
                  <a:pt x="-23237" y="1787337"/>
                  <a:pt x="48309" y="1503350"/>
                  <a:pt x="0" y="1340171"/>
                </a:cubicBezTo>
                <a:cubicBezTo>
                  <a:pt x="-48309" y="1176992"/>
                  <a:pt x="83732" y="657622"/>
                  <a:pt x="0" y="320320"/>
                </a:cubicBezTo>
                <a:close/>
              </a:path>
              <a:path w="5654566" h="5074773" stroke="0" extrusionOk="0">
                <a:moveTo>
                  <a:pt x="0" y="320320"/>
                </a:moveTo>
                <a:cubicBezTo>
                  <a:pt x="-42447" y="117229"/>
                  <a:pt x="96587" y="17574"/>
                  <a:pt x="320320" y="0"/>
                </a:cubicBezTo>
                <a:cubicBezTo>
                  <a:pt x="574755" y="-3432"/>
                  <a:pt x="746614" y="49996"/>
                  <a:pt x="977701" y="0"/>
                </a:cubicBezTo>
                <a:cubicBezTo>
                  <a:pt x="1208788" y="-49996"/>
                  <a:pt x="1234160" y="13133"/>
                  <a:pt x="1484665" y="0"/>
                </a:cubicBezTo>
                <a:cubicBezTo>
                  <a:pt x="1735170" y="-13133"/>
                  <a:pt x="1713130" y="31631"/>
                  <a:pt x="1941489" y="0"/>
                </a:cubicBezTo>
                <a:cubicBezTo>
                  <a:pt x="2169848" y="-31631"/>
                  <a:pt x="2378380" y="12478"/>
                  <a:pt x="2548732" y="0"/>
                </a:cubicBezTo>
                <a:cubicBezTo>
                  <a:pt x="2719084" y="-12478"/>
                  <a:pt x="2931009" y="7753"/>
                  <a:pt x="3055695" y="0"/>
                </a:cubicBezTo>
                <a:cubicBezTo>
                  <a:pt x="3180381" y="-7753"/>
                  <a:pt x="3499929" y="21286"/>
                  <a:pt x="3713077" y="0"/>
                </a:cubicBezTo>
                <a:cubicBezTo>
                  <a:pt x="3926225" y="-21286"/>
                  <a:pt x="3942610" y="23159"/>
                  <a:pt x="4169901" y="0"/>
                </a:cubicBezTo>
                <a:cubicBezTo>
                  <a:pt x="4397192" y="-23159"/>
                  <a:pt x="4640142" y="32651"/>
                  <a:pt x="4827282" y="0"/>
                </a:cubicBezTo>
                <a:cubicBezTo>
                  <a:pt x="5014422" y="-32651"/>
                  <a:pt x="5176210" y="60339"/>
                  <a:pt x="5334246" y="0"/>
                </a:cubicBezTo>
                <a:cubicBezTo>
                  <a:pt x="5496822" y="-820"/>
                  <a:pt x="5669773" y="101710"/>
                  <a:pt x="5654566" y="320320"/>
                </a:cubicBezTo>
                <a:cubicBezTo>
                  <a:pt x="5677785" y="611575"/>
                  <a:pt x="5635707" y="716959"/>
                  <a:pt x="5654566" y="918928"/>
                </a:cubicBezTo>
                <a:cubicBezTo>
                  <a:pt x="5673425" y="1120897"/>
                  <a:pt x="5620875" y="1371779"/>
                  <a:pt x="5654566" y="1561877"/>
                </a:cubicBezTo>
                <a:cubicBezTo>
                  <a:pt x="5688257" y="1751975"/>
                  <a:pt x="5605601" y="1937129"/>
                  <a:pt x="5654566" y="2204827"/>
                </a:cubicBezTo>
                <a:cubicBezTo>
                  <a:pt x="5703531" y="2472525"/>
                  <a:pt x="5636429" y="2547615"/>
                  <a:pt x="5654566" y="2670410"/>
                </a:cubicBezTo>
                <a:cubicBezTo>
                  <a:pt x="5672703" y="2793205"/>
                  <a:pt x="5611337" y="3038514"/>
                  <a:pt x="5654566" y="3224677"/>
                </a:cubicBezTo>
                <a:cubicBezTo>
                  <a:pt x="5697795" y="3410840"/>
                  <a:pt x="5615783" y="3553047"/>
                  <a:pt x="5654566" y="3867626"/>
                </a:cubicBezTo>
                <a:cubicBezTo>
                  <a:pt x="5693349" y="4182205"/>
                  <a:pt x="5587560" y="4333427"/>
                  <a:pt x="5654566" y="4754453"/>
                </a:cubicBezTo>
                <a:cubicBezTo>
                  <a:pt x="5638414" y="4960242"/>
                  <a:pt x="5516912" y="5079052"/>
                  <a:pt x="5334246" y="5074773"/>
                </a:cubicBezTo>
                <a:cubicBezTo>
                  <a:pt x="5157563" y="5120288"/>
                  <a:pt x="5091663" y="5071321"/>
                  <a:pt x="4877422" y="5074773"/>
                </a:cubicBezTo>
                <a:cubicBezTo>
                  <a:pt x="4663181" y="5078225"/>
                  <a:pt x="4508846" y="5047990"/>
                  <a:pt x="4320319" y="5074773"/>
                </a:cubicBezTo>
                <a:cubicBezTo>
                  <a:pt x="4131792" y="5101556"/>
                  <a:pt x="4017072" y="5059596"/>
                  <a:pt x="3863494" y="5074773"/>
                </a:cubicBezTo>
                <a:cubicBezTo>
                  <a:pt x="3709917" y="5089950"/>
                  <a:pt x="3467350" y="5009844"/>
                  <a:pt x="3306391" y="5074773"/>
                </a:cubicBezTo>
                <a:cubicBezTo>
                  <a:pt x="3145432" y="5139702"/>
                  <a:pt x="3017962" y="5052290"/>
                  <a:pt x="2899706" y="5074773"/>
                </a:cubicBezTo>
                <a:cubicBezTo>
                  <a:pt x="2781450" y="5097256"/>
                  <a:pt x="2657468" y="5031094"/>
                  <a:pt x="2493021" y="5074773"/>
                </a:cubicBezTo>
                <a:cubicBezTo>
                  <a:pt x="2328575" y="5118452"/>
                  <a:pt x="2162859" y="5069729"/>
                  <a:pt x="1935918" y="5074773"/>
                </a:cubicBezTo>
                <a:cubicBezTo>
                  <a:pt x="1708977" y="5079817"/>
                  <a:pt x="1596486" y="5038789"/>
                  <a:pt x="1479094" y="5074773"/>
                </a:cubicBezTo>
                <a:cubicBezTo>
                  <a:pt x="1361702" y="5110757"/>
                  <a:pt x="1153230" y="5047943"/>
                  <a:pt x="871852" y="5074773"/>
                </a:cubicBezTo>
                <a:cubicBezTo>
                  <a:pt x="590474" y="5101603"/>
                  <a:pt x="558219" y="5040126"/>
                  <a:pt x="320320" y="5074773"/>
                </a:cubicBezTo>
                <a:cubicBezTo>
                  <a:pt x="131513" y="5111871"/>
                  <a:pt x="-14960" y="4884249"/>
                  <a:pt x="0" y="4754453"/>
                </a:cubicBezTo>
                <a:cubicBezTo>
                  <a:pt x="-13721" y="4535129"/>
                  <a:pt x="32409" y="4387091"/>
                  <a:pt x="0" y="4200186"/>
                </a:cubicBezTo>
                <a:cubicBezTo>
                  <a:pt x="-32409" y="4013281"/>
                  <a:pt x="53392" y="3912853"/>
                  <a:pt x="0" y="3734602"/>
                </a:cubicBezTo>
                <a:cubicBezTo>
                  <a:pt x="-53392" y="3556351"/>
                  <a:pt x="26190" y="3461580"/>
                  <a:pt x="0" y="3313360"/>
                </a:cubicBezTo>
                <a:cubicBezTo>
                  <a:pt x="-26190" y="3165140"/>
                  <a:pt x="52838" y="3076940"/>
                  <a:pt x="0" y="2847776"/>
                </a:cubicBezTo>
                <a:cubicBezTo>
                  <a:pt x="-52838" y="2618612"/>
                  <a:pt x="46334" y="2525764"/>
                  <a:pt x="0" y="2249168"/>
                </a:cubicBezTo>
                <a:cubicBezTo>
                  <a:pt x="-46334" y="1972572"/>
                  <a:pt x="8785" y="1998550"/>
                  <a:pt x="0" y="1783584"/>
                </a:cubicBezTo>
                <a:cubicBezTo>
                  <a:pt x="-8785" y="1568618"/>
                  <a:pt x="38171" y="1448513"/>
                  <a:pt x="0" y="1362341"/>
                </a:cubicBezTo>
                <a:cubicBezTo>
                  <a:pt x="-38171" y="1276169"/>
                  <a:pt x="54327" y="1125417"/>
                  <a:pt x="0" y="896757"/>
                </a:cubicBezTo>
                <a:cubicBezTo>
                  <a:pt x="-54327" y="668097"/>
                  <a:pt x="65639" y="446076"/>
                  <a:pt x="0" y="320320"/>
                </a:cubicBezTo>
                <a:close/>
              </a:path>
            </a:pathLst>
          </a:custGeom>
          <a:solidFill>
            <a:srgbClr val="FFFD78">
              <a:alpha val="21000"/>
            </a:srgbClr>
          </a:solidFill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6312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9ED3ADA-FDFB-D20E-7BE1-522FA3F2A569}"/>
              </a:ext>
            </a:extLst>
          </p:cNvPr>
          <p:cNvSpPr/>
          <p:nvPr/>
        </p:nvSpPr>
        <p:spPr>
          <a:xfrm>
            <a:off x="8726744" y="1054564"/>
            <a:ext cx="1527689" cy="7286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8AC59DE-1804-2F83-0311-05615E65B357}"/>
              </a:ext>
            </a:extLst>
          </p:cNvPr>
          <p:cNvSpPr/>
          <p:nvPr/>
        </p:nvSpPr>
        <p:spPr>
          <a:xfrm>
            <a:off x="2629974" y="1054565"/>
            <a:ext cx="1527689" cy="7286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A3830B-1F11-852D-594D-CDB1EEB585D4}"/>
              </a:ext>
            </a:extLst>
          </p:cNvPr>
          <p:cNvSpPr txBox="1"/>
          <p:nvPr/>
        </p:nvSpPr>
        <p:spPr>
          <a:xfrm>
            <a:off x="2744703" y="0"/>
            <a:ext cx="674588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Hypergraph Product Codes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32BD17-1216-2B8F-F0FB-9A386921F119}"/>
              </a:ext>
            </a:extLst>
          </p:cNvPr>
          <p:cNvSpPr txBox="1"/>
          <p:nvPr/>
        </p:nvSpPr>
        <p:spPr>
          <a:xfrm>
            <a:off x="0" y="1157287"/>
            <a:ext cx="112308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Combine two classical binary linear codes to obtain a quantum code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DC149B4-7C07-ABD8-BCF9-548DAA22C8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371" y="2671136"/>
            <a:ext cx="3294995" cy="99536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9159431-F9C7-3D26-3432-5E00336660C8}"/>
              </a:ext>
            </a:extLst>
          </p:cNvPr>
          <p:cNvSpPr/>
          <p:nvPr/>
        </p:nvSpPr>
        <p:spPr>
          <a:xfrm>
            <a:off x="1533558" y="4661860"/>
            <a:ext cx="528310" cy="52831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48261A-3912-B8F2-960C-ECCE6B83ECB9}"/>
              </a:ext>
            </a:extLst>
          </p:cNvPr>
          <p:cNvSpPr/>
          <p:nvPr/>
        </p:nvSpPr>
        <p:spPr>
          <a:xfrm>
            <a:off x="2891571" y="4661860"/>
            <a:ext cx="528310" cy="52831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7AE34B4-236C-A4C8-E6CD-8DB014413760}"/>
                  </a:ext>
                </a:extLst>
              </p:cNvPr>
              <p:cNvSpPr txBox="1"/>
              <p:nvPr/>
            </p:nvSpPr>
            <p:spPr>
              <a:xfrm>
                <a:off x="3919571" y="2671136"/>
                <a:ext cx="42684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7AE34B4-236C-A4C8-E6CD-8DB0144137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9571" y="2671136"/>
                <a:ext cx="426847" cy="430887"/>
              </a:xfrm>
              <a:prstGeom prst="rect">
                <a:avLst/>
              </a:prstGeom>
              <a:blipFill>
                <a:blip r:embed="rId4"/>
                <a:stretch>
                  <a:fillRect l="-11429" r="-8571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27EB35B-19CC-4437-FE46-445594297A66}"/>
                  </a:ext>
                </a:extLst>
              </p:cNvPr>
              <p:cNvSpPr txBox="1"/>
              <p:nvPr/>
            </p:nvSpPr>
            <p:spPr>
              <a:xfrm>
                <a:off x="3919570" y="3168817"/>
                <a:ext cx="42684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27EB35B-19CC-4437-FE46-445594297A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9570" y="3168817"/>
                <a:ext cx="426847" cy="430887"/>
              </a:xfrm>
              <a:prstGeom prst="rect">
                <a:avLst/>
              </a:prstGeom>
              <a:blipFill>
                <a:blip r:embed="rId5"/>
                <a:stretch>
                  <a:fillRect l="-11429" r="-8571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E2D5973-80C6-971E-D49E-BAA01934C98C}"/>
                  </a:ext>
                </a:extLst>
              </p:cNvPr>
              <p:cNvSpPr txBox="1"/>
              <p:nvPr/>
            </p:nvSpPr>
            <p:spPr>
              <a:xfrm>
                <a:off x="1533558" y="3666499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E2D5973-80C6-971E-D49E-BAA01934C9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3558" y="3666499"/>
                <a:ext cx="460511" cy="430887"/>
              </a:xfrm>
              <a:prstGeom prst="rect">
                <a:avLst/>
              </a:prstGeom>
              <a:blipFill>
                <a:blip r:embed="rId6"/>
                <a:stretch>
                  <a:fillRect l="-10811" r="-8108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F535657-F47B-F317-CACA-B6A9E8CA8A4E}"/>
                  </a:ext>
                </a:extLst>
              </p:cNvPr>
              <p:cNvSpPr txBox="1"/>
              <p:nvPr/>
            </p:nvSpPr>
            <p:spPr>
              <a:xfrm>
                <a:off x="2061868" y="3666499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F535657-F47B-F317-CACA-B6A9E8CA8A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1868" y="3666499"/>
                <a:ext cx="460511" cy="430887"/>
              </a:xfrm>
              <a:prstGeom prst="rect">
                <a:avLst/>
              </a:prstGeom>
              <a:blipFill>
                <a:blip r:embed="rId7"/>
                <a:stretch>
                  <a:fillRect l="-13514" r="-8108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AFFD8D1-EDA6-83DA-1885-9DEBA78621A5}"/>
                  </a:ext>
                </a:extLst>
              </p:cNvPr>
              <p:cNvSpPr txBox="1"/>
              <p:nvPr/>
            </p:nvSpPr>
            <p:spPr>
              <a:xfrm>
                <a:off x="2695215" y="3666498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AFFD8D1-EDA6-83DA-1885-9DEBA78621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5215" y="3666498"/>
                <a:ext cx="460511" cy="430887"/>
              </a:xfrm>
              <a:prstGeom prst="rect">
                <a:avLst/>
              </a:prstGeom>
              <a:blipFill>
                <a:blip r:embed="rId8"/>
                <a:stretch>
                  <a:fillRect l="-13514" r="-8108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0DEDD3E-B46A-C34F-D6B8-AAFA3C5D13E1}"/>
                  </a:ext>
                </a:extLst>
              </p:cNvPr>
              <p:cNvSpPr txBox="1"/>
              <p:nvPr/>
            </p:nvSpPr>
            <p:spPr>
              <a:xfrm>
                <a:off x="3248855" y="3666497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0DEDD3E-B46A-C34F-D6B8-AAFA3C5D13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8855" y="3666497"/>
                <a:ext cx="460511" cy="430887"/>
              </a:xfrm>
              <a:prstGeom prst="rect">
                <a:avLst/>
              </a:prstGeom>
              <a:blipFill>
                <a:blip r:embed="rId9"/>
                <a:stretch>
                  <a:fillRect l="-10811" r="-8108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57DB974-EB5D-5A22-CE39-0B2A5908E01A}"/>
                  </a:ext>
                </a:extLst>
              </p:cNvPr>
              <p:cNvSpPr txBox="1"/>
              <p:nvPr/>
            </p:nvSpPr>
            <p:spPr>
              <a:xfrm>
                <a:off x="1635021" y="4684837"/>
                <a:ext cx="42684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57DB974-EB5D-5A22-CE39-0B2A5908E0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5021" y="4684837"/>
                <a:ext cx="426847" cy="430887"/>
              </a:xfrm>
              <a:prstGeom prst="rect">
                <a:avLst/>
              </a:prstGeom>
              <a:blipFill>
                <a:blip r:embed="rId10"/>
                <a:stretch>
                  <a:fillRect l="-11429" r="-8571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A74945D-E637-BE1C-C1F0-CC9EC6DE29C6}"/>
                  </a:ext>
                </a:extLst>
              </p:cNvPr>
              <p:cNvSpPr txBox="1"/>
              <p:nvPr/>
            </p:nvSpPr>
            <p:spPr>
              <a:xfrm>
                <a:off x="2993034" y="4661859"/>
                <a:ext cx="42684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A74945D-E637-BE1C-C1F0-CC9EC6DE29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3034" y="4661859"/>
                <a:ext cx="426847" cy="430887"/>
              </a:xfrm>
              <a:prstGeom prst="rect">
                <a:avLst/>
              </a:prstGeom>
              <a:blipFill>
                <a:blip r:embed="rId11"/>
                <a:stretch>
                  <a:fillRect l="-11429" r="-8571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Oval 20">
            <a:extLst>
              <a:ext uri="{FF2B5EF4-FFF2-40B4-BE49-F238E27FC236}">
                <a16:creationId xmlns:a16="http://schemas.microsoft.com/office/drawing/2014/main" id="{AB59DFCA-CAFE-B877-835A-FCDCF850FC09}"/>
              </a:ext>
            </a:extLst>
          </p:cNvPr>
          <p:cNvSpPr/>
          <p:nvPr/>
        </p:nvSpPr>
        <p:spPr>
          <a:xfrm>
            <a:off x="155825" y="5823787"/>
            <a:ext cx="528637" cy="528637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2381999-0784-2C41-D6DB-4E602D71BED1}"/>
              </a:ext>
            </a:extLst>
          </p:cNvPr>
          <p:cNvSpPr/>
          <p:nvPr/>
        </p:nvSpPr>
        <p:spPr>
          <a:xfrm>
            <a:off x="1552689" y="5823789"/>
            <a:ext cx="528637" cy="528637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ABA7A35-E582-52F8-4ED1-9C83645FC416}"/>
              </a:ext>
            </a:extLst>
          </p:cNvPr>
          <p:cNvSpPr/>
          <p:nvPr/>
        </p:nvSpPr>
        <p:spPr>
          <a:xfrm>
            <a:off x="2949553" y="5823789"/>
            <a:ext cx="528637" cy="528637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F26DA31-C19C-3C4E-F8E2-7F766EC15F9B}"/>
              </a:ext>
            </a:extLst>
          </p:cNvPr>
          <p:cNvSpPr/>
          <p:nvPr/>
        </p:nvSpPr>
        <p:spPr>
          <a:xfrm>
            <a:off x="4346417" y="5823788"/>
            <a:ext cx="528637" cy="528637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249BEBD-B2EF-4BCD-31FD-1F4066E42E7D}"/>
                  </a:ext>
                </a:extLst>
              </p:cNvPr>
              <p:cNvSpPr txBox="1"/>
              <p:nvPr/>
            </p:nvSpPr>
            <p:spPr>
              <a:xfrm>
                <a:off x="223951" y="5823787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249BEBD-B2EF-4BCD-31FD-1F4066E42E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951" y="5823787"/>
                <a:ext cx="460511" cy="430887"/>
              </a:xfrm>
              <a:prstGeom prst="rect">
                <a:avLst/>
              </a:prstGeom>
              <a:blipFill>
                <a:blip r:embed="rId12"/>
                <a:stretch>
                  <a:fillRect l="-10811" r="-10811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DCA6590-BD00-AE61-5E28-C85BF3750CD0}"/>
                  </a:ext>
                </a:extLst>
              </p:cNvPr>
              <p:cNvSpPr txBox="1"/>
              <p:nvPr/>
            </p:nvSpPr>
            <p:spPr>
              <a:xfrm>
                <a:off x="1635021" y="5823786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DCA6590-BD00-AE61-5E28-C85BF3750C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5021" y="5823786"/>
                <a:ext cx="460511" cy="430887"/>
              </a:xfrm>
              <a:prstGeom prst="rect">
                <a:avLst/>
              </a:prstGeom>
              <a:blipFill>
                <a:blip r:embed="rId13"/>
                <a:stretch>
                  <a:fillRect l="-10526" r="-5263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83E6893-7C0B-3DD7-4BDC-EA57A5EF9876}"/>
                  </a:ext>
                </a:extLst>
              </p:cNvPr>
              <p:cNvSpPr txBox="1"/>
              <p:nvPr/>
            </p:nvSpPr>
            <p:spPr>
              <a:xfrm>
                <a:off x="3003473" y="5823787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83E6893-7C0B-3DD7-4BDC-EA57A5EF98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3473" y="5823787"/>
                <a:ext cx="460511" cy="430887"/>
              </a:xfrm>
              <a:prstGeom prst="rect">
                <a:avLst/>
              </a:prstGeom>
              <a:blipFill>
                <a:blip r:embed="rId14"/>
                <a:stretch>
                  <a:fillRect l="-10811" r="-8108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E2FB5FA-38CF-04CB-EB7F-63F39253CA9C}"/>
                  </a:ext>
                </a:extLst>
              </p:cNvPr>
              <p:cNvSpPr txBox="1"/>
              <p:nvPr/>
            </p:nvSpPr>
            <p:spPr>
              <a:xfrm>
                <a:off x="4414543" y="5823786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E2FB5FA-38CF-04CB-EB7F-63F39253CA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4543" y="5823786"/>
                <a:ext cx="460511" cy="430887"/>
              </a:xfrm>
              <a:prstGeom prst="rect">
                <a:avLst/>
              </a:prstGeom>
              <a:blipFill>
                <a:blip r:embed="rId15"/>
                <a:stretch>
                  <a:fillRect l="-10811" r="-8108" b="-1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3EFD3FB-CE80-8E61-E376-590EFF97B0BA}"/>
              </a:ext>
            </a:extLst>
          </p:cNvPr>
          <p:cNvCxnSpPr>
            <a:stCxn id="25" idx="0"/>
            <a:endCxn id="11" idx="2"/>
          </p:cNvCxnSpPr>
          <p:nvPr/>
        </p:nvCxnSpPr>
        <p:spPr>
          <a:xfrm flipV="1">
            <a:off x="454207" y="5190170"/>
            <a:ext cx="1343506" cy="633617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FA596FC-E52B-857B-E666-9F8643C62B15}"/>
              </a:ext>
            </a:extLst>
          </p:cNvPr>
          <p:cNvCxnSpPr>
            <a:stCxn id="11" idx="2"/>
            <a:endCxn id="26" idx="0"/>
          </p:cNvCxnSpPr>
          <p:nvPr/>
        </p:nvCxnSpPr>
        <p:spPr>
          <a:xfrm>
            <a:off x="1797713" y="5190170"/>
            <a:ext cx="67564" cy="6336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3E3A1E3-5157-B95D-B488-A032DF85D757}"/>
              </a:ext>
            </a:extLst>
          </p:cNvPr>
          <p:cNvCxnSpPr>
            <a:stCxn id="11" idx="2"/>
            <a:endCxn id="27" idx="0"/>
          </p:cNvCxnSpPr>
          <p:nvPr/>
        </p:nvCxnSpPr>
        <p:spPr>
          <a:xfrm>
            <a:off x="1797713" y="5190170"/>
            <a:ext cx="1436016" cy="63361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E928B3C-AF33-9C72-E454-6780AFC37138}"/>
              </a:ext>
            </a:extLst>
          </p:cNvPr>
          <p:cNvCxnSpPr>
            <a:stCxn id="12" idx="2"/>
            <a:endCxn id="26" idx="0"/>
          </p:cNvCxnSpPr>
          <p:nvPr/>
        </p:nvCxnSpPr>
        <p:spPr>
          <a:xfrm flipH="1">
            <a:off x="1865277" y="5190170"/>
            <a:ext cx="1290449" cy="6336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3CB5410-FCFE-2A72-A23A-DF1565A568AC}"/>
              </a:ext>
            </a:extLst>
          </p:cNvPr>
          <p:cNvCxnSpPr>
            <a:stCxn id="12" idx="2"/>
            <a:endCxn id="27" idx="0"/>
          </p:cNvCxnSpPr>
          <p:nvPr/>
        </p:nvCxnSpPr>
        <p:spPr>
          <a:xfrm>
            <a:off x="3155726" y="5190170"/>
            <a:ext cx="78003" cy="63361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8F0ADBB-0904-66D1-2176-33B688F8534D}"/>
              </a:ext>
            </a:extLst>
          </p:cNvPr>
          <p:cNvCxnSpPr>
            <a:stCxn id="12" idx="2"/>
            <a:endCxn id="24" idx="0"/>
          </p:cNvCxnSpPr>
          <p:nvPr/>
        </p:nvCxnSpPr>
        <p:spPr>
          <a:xfrm>
            <a:off x="3155726" y="5190170"/>
            <a:ext cx="1455010" cy="63361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27234406-F14A-04A0-9692-BC57378D84DA}"/>
              </a:ext>
            </a:extLst>
          </p:cNvPr>
          <p:cNvGrpSpPr/>
          <p:nvPr/>
        </p:nvGrpSpPr>
        <p:grpSpPr>
          <a:xfrm>
            <a:off x="6663808" y="2068350"/>
            <a:ext cx="4973096" cy="512746"/>
            <a:chOff x="6663808" y="2068350"/>
            <a:chExt cx="4973096" cy="512746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7E20076F-B446-4DB2-DA52-E48975FEFF33}"/>
                </a:ext>
              </a:extLst>
            </p:cNvPr>
            <p:cNvSpPr/>
            <p:nvPr/>
          </p:nvSpPr>
          <p:spPr>
            <a:xfrm>
              <a:off x="7604158" y="2144920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76CC9C3-C4BF-CCD5-AF49-386E67D159FF}"/>
                </a:ext>
              </a:extLst>
            </p:cNvPr>
            <p:cNvSpPr/>
            <p:nvPr/>
          </p:nvSpPr>
          <p:spPr>
            <a:xfrm>
              <a:off x="10327479" y="2109590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1F641857-062A-8BF4-72E7-BB4B13ACC10B}"/>
                    </a:ext>
                  </a:extLst>
                </p:cNvPr>
                <p:cNvSpPr txBox="1"/>
                <p:nvPr/>
              </p:nvSpPr>
              <p:spPr>
                <a:xfrm>
                  <a:off x="7682097" y="2162569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1F641857-062A-8BF4-72E7-BB4B13ACC1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82097" y="2162569"/>
                  <a:ext cx="327883" cy="276999"/>
                </a:xfrm>
                <a:prstGeom prst="rect">
                  <a:avLst/>
                </a:prstGeom>
                <a:blipFill>
                  <a:blip r:embed="rId16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EC5C6702-32D1-2015-F956-01EE22C9917E}"/>
                    </a:ext>
                  </a:extLst>
                </p:cNvPr>
                <p:cNvSpPr txBox="1"/>
                <p:nvPr/>
              </p:nvSpPr>
              <p:spPr>
                <a:xfrm>
                  <a:off x="10405418" y="2109589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EC5C6702-32D1-2015-F956-01EE22C991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05418" y="2109589"/>
                  <a:ext cx="274049" cy="276999"/>
                </a:xfrm>
                <a:prstGeom prst="rect">
                  <a:avLst/>
                </a:prstGeom>
                <a:blipFill>
                  <a:blip r:embed="rId17"/>
                  <a:stretch>
                    <a:fillRect l="-13636" r="-9091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BE08F0A0-7D52-DFA2-DFA3-3742F33E6D8F}"/>
                </a:ext>
              </a:extLst>
            </p:cNvPr>
            <p:cNvSpPr/>
            <p:nvPr/>
          </p:nvSpPr>
          <p:spPr>
            <a:xfrm>
              <a:off x="6663808" y="2175023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0A665DE8-1251-6090-58EE-FD30BDA6FF55}"/>
                </a:ext>
              </a:extLst>
            </p:cNvPr>
            <p:cNvSpPr/>
            <p:nvPr/>
          </p:nvSpPr>
          <p:spPr>
            <a:xfrm>
              <a:off x="8540182" y="2128617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4E5A01DB-1292-34B4-1780-E0F62EE7099F}"/>
                </a:ext>
              </a:extLst>
            </p:cNvPr>
            <p:cNvSpPr/>
            <p:nvPr/>
          </p:nvSpPr>
          <p:spPr>
            <a:xfrm>
              <a:off x="9433830" y="2142096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3B8B56C7-BA6A-D904-B334-348B35BF604B}"/>
                </a:ext>
              </a:extLst>
            </p:cNvPr>
            <p:cNvSpPr/>
            <p:nvPr/>
          </p:nvSpPr>
          <p:spPr>
            <a:xfrm>
              <a:off x="11230831" y="2068350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F3B1791E-1443-4D89-433B-B98166B9D42F}"/>
                    </a:ext>
                  </a:extLst>
                </p:cNvPr>
                <p:cNvSpPr txBox="1"/>
                <p:nvPr/>
              </p:nvSpPr>
              <p:spPr>
                <a:xfrm>
                  <a:off x="6716139" y="2217887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F3B1791E-1443-4D89-433B-B98166B9D4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16139" y="2217887"/>
                  <a:ext cx="353742" cy="276999"/>
                </a:xfrm>
                <a:prstGeom prst="rect">
                  <a:avLst/>
                </a:prstGeom>
                <a:blipFill>
                  <a:blip r:embed="rId18"/>
                  <a:stretch>
                    <a:fillRect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FCA13D19-DD0E-B631-72D2-6EFC496A1BE7}"/>
                    </a:ext>
                  </a:extLst>
                </p:cNvPr>
                <p:cNvSpPr txBox="1"/>
                <p:nvPr/>
              </p:nvSpPr>
              <p:spPr>
                <a:xfrm>
                  <a:off x="8603426" y="215719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FCA13D19-DD0E-B631-72D2-6EFC496A1B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03426" y="2157191"/>
                  <a:ext cx="353742" cy="276999"/>
                </a:xfrm>
                <a:prstGeom prst="rect">
                  <a:avLst/>
                </a:prstGeom>
                <a:blipFill>
                  <a:blip r:embed="rId19"/>
                  <a:stretch>
                    <a:fillRect l="-3448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111879DC-BE66-8552-2959-24426D81EB23}"/>
                    </a:ext>
                  </a:extLst>
                </p:cNvPr>
                <p:cNvSpPr txBox="1"/>
                <p:nvPr/>
              </p:nvSpPr>
              <p:spPr>
                <a:xfrm>
                  <a:off x="9475249" y="2170670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111879DC-BE66-8552-2959-24426D81EB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75249" y="2170670"/>
                  <a:ext cx="353742" cy="276999"/>
                </a:xfrm>
                <a:prstGeom prst="rect">
                  <a:avLst/>
                </a:prstGeom>
                <a:blipFill>
                  <a:blip r:embed="rId20"/>
                  <a:stretch>
                    <a:fillRect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4746B5EE-D61F-1D91-7A00-C988A0B1D63A}"/>
                    </a:ext>
                  </a:extLst>
                </p:cNvPr>
                <p:cNvSpPr txBox="1"/>
                <p:nvPr/>
              </p:nvSpPr>
              <p:spPr>
                <a:xfrm>
                  <a:off x="11311738" y="2096924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4746B5EE-D61F-1D91-7A00-C988A0B1D6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11738" y="2096924"/>
                  <a:ext cx="294889" cy="276999"/>
                </a:xfrm>
                <a:prstGeom prst="rect">
                  <a:avLst/>
                </a:prstGeom>
                <a:blipFill>
                  <a:blip r:embed="rId21"/>
                  <a:stretch>
                    <a:fillRect l="-8333" r="-8333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51D2EDA-74D5-A2D8-832A-F5B837ED05A6}"/>
                </a:ext>
              </a:extLst>
            </p:cNvPr>
            <p:cNvCxnSpPr>
              <a:cxnSpLocks/>
              <a:stCxn id="49" idx="3"/>
              <a:endCxn id="41" idx="1"/>
            </p:cNvCxnSpPr>
            <p:nvPr/>
          </p:nvCxnSpPr>
          <p:spPr>
            <a:xfrm flipV="1">
              <a:off x="7069881" y="2347831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9A57A6FF-D286-8A7B-E5B0-5F9B39C8A22E}"/>
                </a:ext>
              </a:extLst>
            </p:cNvPr>
            <p:cNvCxnSpPr>
              <a:cxnSpLocks/>
              <a:stCxn id="43" idx="3"/>
              <a:endCxn id="46" idx="2"/>
            </p:cNvCxnSpPr>
            <p:nvPr/>
          </p:nvCxnSpPr>
          <p:spPr>
            <a:xfrm>
              <a:off x="8009980" y="2301069"/>
              <a:ext cx="530202" cy="30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7DA27EA6-A67E-9AD4-46CA-03439B0DF8A8}"/>
                </a:ext>
              </a:extLst>
            </p:cNvPr>
            <p:cNvCxnSpPr>
              <a:cxnSpLocks/>
              <a:stCxn id="51" idx="3"/>
              <a:endCxn id="42" idx="1"/>
            </p:cNvCxnSpPr>
            <p:nvPr/>
          </p:nvCxnSpPr>
          <p:spPr>
            <a:xfrm>
              <a:off x="9828991" y="2309170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C0ACC81F-92AD-62CE-3B90-4597ACEF2ABC}"/>
                </a:ext>
              </a:extLst>
            </p:cNvPr>
            <p:cNvCxnSpPr>
              <a:stCxn id="44" idx="3"/>
              <a:endCxn id="48" idx="2"/>
            </p:cNvCxnSpPr>
            <p:nvPr/>
          </p:nvCxnSpPr>
          <p:spPr>
            <a:xfrm>
              <a:off x="10679467" y="2248089"/>
              <a:ext cx="551364" cy="2329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urved Connector 81">
              <a:extLst>
                <a:ext uri="{FF2B5EF4-FFF2-40B4-BE49-F238E27FC236}">
                  <a16:creationId xmlns:a16="http://schemas.microsoft.com/office/drawing/2014/main" id="{21AF0FDA-D82F-FD80-645E-E56FE4F3EA2D}"/>
                </a:ext>
              </a:extLst>
            </p:cNvPr>
            <p:cNvCxnSpPr>
              <a:cxnSpLocks/>
              <a:stCxn id="41" idx="0"/>
              <a:endCxn id="51" idx="0"/>
            </p:cNvCxnSpPr>
            <p:nvPr/>
          </p:nvCxnSpPr>
          <p:spPr>
            <a:xfrm rot="16200000" flipH="1">
              <a:off x="8716719" y="1235270"/>
              <a:ext cx="25750" cy="1845051"/>
            </a:xfrm>
            <a:prstGeom prst="curvedConnector3">
              <a:avLst>
                <a:gd name="adj1" fmla="val -88776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urved Connector 85">
              <a:extLst>
                <a:ext uri="{FF2B5EF4-FFF2-40B4-BE49-F238E27FC236}">
                  <a16:creationId xmlns:a16="http://schemas.microsoft.com/office/drawing/2014/main" id="{3AB6DDF8-157D-B3AC-0075-A4330C77B15A}"/>
                </a:ext>
              </a:extLst>
            </p:cNvPr>
            <p:cNvCxnSpPr>
              <a:stCxn id="46" idx="0"/>
              <a:endCxn id="44" idx="0"/>
            </p:cNvCxnSpPr>
            <p:nvPr/>
          </p:nvCxnSpPr>
          <p:spPr>
            <a:xfrm rot="5400000" flipH="1" flipV="1">
              <a:off x="9633317" y="1219491"/>
              <a:ext cx="19028" cy="1799224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B3E43AF0-D878-EEB4-CA33-D8D065868166}"/>
              </a:ext>
            </a:extLst>
          </p:cNvPr>
          <p:cNvGrpSpPr/>
          <p:nvPr/>
        </p:nvGrpSpPr>
        <p:grpSpPr>
          <a:xfrm>
            <a:off x="6674720" y="2908048"/>
            <a:ext cx="5007275" cy="3827772"/>
            <a:chOff x="6674720" y="2908048"/>
            <a:chExt cx="5007275" cy="3827772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39A727AF-3D43-0CBB-CC72-EC4A4328E562}"/>
                </a:ext>
              </a:extLst>
            </p:cNvPr>
            <p:cNvSpPr/>
            <p:nvPr/>
          </p:nvSpPr>
          <p:spPr>
            <a:xfrm>
              <a:off x="7615070" y="2984618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2740814A-B27D-7BB7-0E72-07CA6DF85ABF}"/>
                </a:ext>
              </a:extLst>
            </p:cNvPr>
            <p:cNvSpPr/>
            <p:nvPr/>
          </p:nvSpPr>
          <p:spPr>
            <a:xfrm>
              <a:off x="10338391" y="2949288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B2368720-98C7-C568-4D4D-0C651B7872A3}"/>
                    </a:ext>
                  </a:extLst>
                </p:cNvPr>
                <p:cNvSpPr txBox="1"/>
                <p:nvPr/>
              </p:nvSpPr>
              <p:spPr>
                <a:xfrm>
                  <a:off x="7693009" y="3002268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B2368720-98C7-C568-4D4D-0C651B7872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93009" y="3002268"/>
                  <a:ext cx="327883" cy="276999"/>
                </a:xfrm>
                <a:prstGeom prst="rect">
                  <a:avLst/>
                </a:prstGeom>
                <a:blipFill>
                  <a:blip r:embed="rId22"/>
                  <a:stretch>
                    <a:fillRect l="-3704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C20A8D57-44C9-E9FB-BB62-C8CB67A41049}"/>
                    </a:ext>
                  </a:extLst>
                </p:cNvPr>
                <p:cNvSpPr txBox="1"/>
                <p:nvPr/>
              </p:nvSpPr>
              <p:spPr>
                <a:xfrm>
                  <a:off x="10416330" y="2949288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C20A8D57-44C9-E9FB-BB62-C8CB67A410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6330" y="2949288"/>
                  <a:ext cx="274049" cy="276999"/>
                </a:xfrm>
                <a:prstGeom prst="rect">
                  <a:avLst/>
                </a:prstGeom>
                <a:blipFill>
                  <a:blip r:embed="rId23"/>
                  <a:stretch>
                    <a:fillRect l="-13636" r="-9091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953270EE-83CB-9FC0-163D-28E9E7C8A93A}"/>
                </a:ext>
              </a:extLst>
            </p:cNvPr>
            <p:cNvSpPr/>
            <p:nvPr/>
          </p:nvSpPr>
          <p:spPr>
            <a:xfrm>
              <a:off x="6674720" y="3014721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E0F8DB19-3B9C-BD1A-39C7-DEEBA09E441B}"/>
                </a:ext>
              </a:extLst>
            </p:cNvPr>
            <p:cNvSpPr/>
            <p:nvPr/>
          </p:nvSpPr>
          <p:spPr>
            <a:xfrm>
              <a:off x="8551095" y="2968315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B980402B-58A4-C57E-EFE4-CB9E7D33FAEE}"/>
                </a:ext>
              </a:extLst>
            </p:cNvPr>
            <p:cNvSpPr/>
            <p:nvPr/>
          </p:nvSpPr>
          <p:spPr>
            <a:xfrm>
              <a:off x="9444742" y="2981794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D5493633-EE15-E97C-BD31-9CE683E4512C}"/>
                </a:ext>
              </a:extLst>
            </p:cNvPr>
            <p:cNvSpPr/>
            <p:nvPr/>
          </p:nvSpPr>
          <p:spPr>
            <a:xfrm>
              <a:off x="11241743" y="2908048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AAE9CF65-0B44-9B7C-8909-B82E3D42777F}"/>
                    </a:ext>
                  </a:extLst>
                </p:cNvPr>
                <p:cNvSpPr txBox="1"/>
                <p:nvPr/>
              </p:nvSpPr>
              <p:spPr>
                <a:xfrm>
                  <a:off x="6727051" y="305758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AAE9CF65-0B44-9B7C-8909-B82E3D4277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7051" y="3057585"/>
                  <a:ext cx="353742" cy="276999"/>
                </a:xfrm>
                <a:prstGeom prst="rect">
                  <a:avLst/>
                </a:prstGeom>
                <a:blipFill>
                  <a:blip r:embed="rId24"/>
                  <a:stretch>
                    <a:fillRect l="-3448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B9B98FCD-36C3-DD32-3E16-290E7D36C175}"/>
                    </a:ext>
                  </a:extLst>
                </p:cNvPr>
                <p:cNvSpPr txBox="1"/>
                <p:nvPr/>
              </p:nvSpPr>
              <p:spPr>
                <a:xfrm>
                  <a:off x="8614338" y="2996889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B9B98FCD-36C3-DD32-3E16-290E7D36C1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4338" y="2996889"/>
                  <a:ext cx="353742" cy="276999"/>
                </a:xfrm>
                <a:prstGeom prst="rect">
                  <a:avLst/>
                </a:prstGeom>
                <a:blipFill>
                  <a:blip r:embed="rId25"/>
                  <a:stretch>
                    <a:fillRect l="-3448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FB0BCB23-4ED6-265A-483D-B6057DD00621}"/>
                    </a:ext>
                  </a:extLst>
                </p:cNvPr>
                <p:cNvSpPr txBox="1"/>
                <p:nvPr/>
              </p:nvSpPr>
              <p:spPr>
                <a:xfrm>
                  <a:off x="9486161" y="3010369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FB0BCB23-4ED6-265A-483D-B6057DD006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6161" y="3010369"/>
                  <a:ext cx="353742" cy="276999"/>
                </a:xfrm>
                <a:prstGeom prst="rect">
                  <a:avLst/>
                </a:prstGeom>
                <a:blipFill>
                  <a:blip r:embed="rId26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F889A24E-43D5-6352-7B45-22D791638B46}"/>
                    </a:ext>
                  </a:extLst>
                </p:cNvPr>
                <p:cNvSpPr txBox="1"/>
                <p:nvPr/>
              </p:nvSpPr>
              <p:spPr>
                <a:xfrm>
                  <a:off x="11322650" y="2936622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F889A24E-43D5-6352-7B45-22D791638B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22650" y="2936622"/>
                  <a:ext cx="294889" cy="276999"/>
                </a:xfrm>
                <a:prstGeom prst="rect">
                  <a:avLst/>
                </a:prstGeom>
                <a:blipFill>
                  <a:blip r:embed="rId27"/>
                  <a:stretch>
                    <a:fillRect l="-12500" r="-8333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0DFC812C-5943-12A2-21C2-C6D7B2C96D49}"/>
                </a:ext>
              </a:extLst>
            </p:cNvPr>
            <p:cNvCxnSpPr>
              <a:cxnSpLocks/>
              <a:stCxn id="96" idx="3"/>
              <a:endCxn id="88" idx="1"/>
            </p:cNvCxnSpPr>
            <p:nvPr/>
          </p:nvCxnSpPr>
          <p:spPr>
            <a:xfrm flipV="1">
              <a:off x="7080793" y="3187529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54B229F-DAA2-27A4-A769-F6E1BEEB1BB0}"/>
                </a:ext>
              </a:extLst>
            </p:cNvPr>
            <p:cNvCxnSpPr>
              <a:cxnSpLocks/>
              <a:stCxn id="90" idx="3"/>
              <a:endCxn id="93" idx="2"/>
            </p:cNvCxnSpPr>
            <p:nvPr/>
          </p:nvCxnSpPr>
          <p:spPr>
            <a:xfrm>
              <a:off x="8020892" y="3140768"/>
              <a:ext cx="530203" cy="3058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F3BA30FD-F412-7F9C-E1F3-8F78CBD0BA71}"/>
                </a:ext>
              </a:extLst>
            </p:cNvPr>
            <p:cNvCxnSpPr>
              <a:cxnSpLocks/>
              <a:stCxn id="98" idx="3"/>
              <a:endCxn id="89" idx="1"/>
            </p:cNvCxnSpPr>
            <p:nvPr/>
          </p:nvCxnSpPr>
          <p:spPr>
            <a:xfrm>
              <a:off x="9839903" y="3148869"/>
              <a:ext cx="498488" cy="333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82784227-0731-E0AC-8CBC-AEBF9F5E34BC}"/>
                </a:ext>
              </a:extLst>
            </p:cNvPr>
            <p:cNvCxnSpPr>
              <a:stCxn id="91" idx="3"/>
              <a:endCxn id="95" idx="2"/>
            </p:cNvCxnSpPr>
            <p:nvPr/>
          </p:nvCxnSpPr>
          <p:spPr>
            <a:xfrm>
              <a:off x="10690379" y="3087788"/>
              <a:ext cx="551364" cy="2329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urved Connector 103">
              <a:extLst>
                <a:ext uri="{FF2B5EF4-FFF2-40B4-BE49-F238E27FC236}">
                  <a16:creationId xmlns:a16="http://schemas.microsoft.com/office/drawing/2014/main" id="{FB915C93-4D72-C0B8-3C8D-80B9D8281A58}"/>
                </a:ext>
              </a:extLst>
            </p:cNvPr>
            <p:cNvCxnSpPr>
              <a:cxnSpLocks/>
              <a:stCxn id="88" idx="0"/>
              <a:endCxn id="98" idx="0"/>
            </p:cNvCxnSpPr>
            <p:nvPr/>
          </p:nvCxnSpPr>
          <p:spPr>
            <a:xfrm rot="16200000" flipH="1">
              <a:off x="8727630" y="2074968"/>
              <a:ext cx="25751" cy="1845051"/>
            </a:xfrm>
            <a:prstGeom prst="curvedConnector3">
              <a:avLst>
                <a:gd name="adj1" fmla="val -88773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urved Connector 104">
              <a:extLst>
                <a:ext uri="{FF2B5EF4-FFF2-40B4-BE49-F238E27FC236}">
                  <a16:creationId xmlns:a16="http://schemas.microsoft.com/office/drawing/2014/main" id="{8ABF63B4-3222-EAC9-94C5-58AC3BD269DE}"/>
                </a:ext>
              </a:extLst>
            </p:cNvPr>
            <p:cNvCxnSpPr>
              <a:stCxn id="93" idx="0"/>
              <a:endCxn id="91" idx="0"/>
            </p:cNvCxnSpPr>
            <p:nvPr/>
          </p:nvCxnSpPr>
          <p:spPr>
            <a:xfrm rot="5400000" flipH="1" flipV="1">
              <a:off x="9644230" y="2059191"/>
              <a:ext cx="19027" cy="1799223"/>
            </a:xfrm>
            <a:prstGeom prst="curvedConnector3">
              <a:avLst>
                <a:gd name="adj1" fmla="val 1301451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7DDA6169-345A-004B-1A12-97AE170401BA}"/>
                </a:ext>
              </a:extLst>
            </p:cNvPr>
            <p:cNvSpPr/>
            <p:nvPr/>
          </p:nvSpPr>
          <p:spPr>
            <a:xfrm>
              <a:off x="7615070" y="3818176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69C4D219-09D2-FC0C-ADD9-93E83D9F6468}"/>
                </a:ext>
              </a:extLst>
            </p:cNvPr>
            <p:cNvSpPr/>
            <p:nvPr/>
          </p:nvSpPr>
          <p:spPr>
            <a:xfrm>
              <a:off x="10338391" y="3782846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9025FB04-3C89-5C90-FEA7-0A4EF8852F97}"/>
                    </a:ext>
                  </a:extLst>
                </p:cNvPr>
                <p:cNvSpPr txBox="1"/>
                <p:nvPr/>
              </p:nvSpPr>
              <p:spPr>
                <a:xfrm>
                  <a:off x="7693009" y="3835826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9025FB04-3C89-5C90-FEA7-0A4EF8852F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93009" y="3835826"/>
                  <a:ext cx="327883" cy="276999"/>
                </a:xfrm>
                <a:prstGeom prst="rect">
                  <a:avLst/>
                </a:prstGeom>
                <a:blipFill>
                  <a:blip r:embed="rId28"/>
                  <a:stretch>
                    <a:fillRect l="-3704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622146CD-3EC0-FAF8-F24B-49AC7C6D03CE}"/>
                    </a:ext>
                  </a:extLst>
                </p:cNvPr>
                <p:cNvSpPr txBox="1"/>
                <p:nvPr/>
              </p:nvSpPr>
              <p:spPr>
                <a:xfrm>
                  <a:off x="10416330" y="3782845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622146CD-3EC0-FAF8-F24B-49AC7C6D03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6330" y="3782845"/>
                  <a:ext cx="274049" cy="276999"/>
                </a:xfrm>
                <a:prstGeom prst="rect">
                  <a:avLst/>
                </a:prstGeom>
                <a:blipFill>
                  <a:blip r:embed="rId29"/>
                  <a:stretch>
                    <a:fillRect l="-13636" r="-9091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242F239C-280C-FBB2-4F88-B36893BFD0B7}"/>
                </a:ext>
              </a:extLst>
            </p:cNvPr>
            <p:cNvSpPr/>
            <p:nvPr/>
          </p:nvSpPr>
          <p:spPr>
            <a:xfrm>
              <a:off x="6674720" y="3848279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430C0251-1144-6B65-F447-A982F4AFD4F1}"/>
                </a:ext>
              </a:extLst>
            </p:cNvPr>
            <p:cNvSpPr/>
            <p:nvPr/>
          </p:nvSpPr>
          <p:spPr>
            <a:xfrm>
              <a:off x="8551095" y="3801873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CCC0057E-2361-D69A-1507-45C8926C4ECF}"/>
                </a:ext>
              </a:extLst>
            </p:cNvPr>
            <p:cNvSpPr/>
            <p:nvPr/>
          </p:nvSpPr>
          <p:spPr>
            <a:xfrm>
              <a:off x="9444742" y="3815352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F6281B4A-15AC-5C31-C89A-0ADF438B81DD}"/>
                </a:ext>
              </a:extLst>
            </p:cNvPr>
            <p:cNvSpPr/>
            <p:nvPr/>
          </p:nvSpPr>
          <p:spPr>
            <a:xfrm>
              <a:off x="11241743" y="3741606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975F7DEA-B0EB-ADC8-92D8-2FB0FEDC6156}"/>
                    </a:ext>
                  </a:extLst>
                </p:cNvPr>
                <p:cNvSpPr txBox="1"/>
                <p:nvPr/>
              </p:nvSpPr>
              <p:spPr>
                <a:xfrm>
                  <a:off x="6727051" y="3891143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975F7DEA-B0EB-ADC8-92D8-2FB0FEDC61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7051" y="3891143"/>
                  <a:ext cx="353742" cy="276999"/>
                </a:xfrm>
                <a:prstGeom prst="rect">
                  <a:avLst/>
                </a:prstGeom>
                <a:blipFill>
                  <a:blip r:embed="rId30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EEA80855-67C2-42AD-05A9-2CB67F283E4A}"/>
                    </a:ext>
                  </a:extLst>
                </p:cNvPr>
                <p:cNvSpPr txBox="1"/>
                <p:nvPr/>
              </p:nvSpPr>
              <p:spPr>
                <a:xfrm>
                  <a:off x="8614338" y="3830447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EEA80855-67C2-42AD-05A9-2CB67F283E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4338" y="3830447"/>
                  <a:ext cx="353742" cy="276999"/>
                </a:xfrm>
                <a:prstGeom prst="rect">
                  <a:avLst/>
                </a:prstGeom>
                <a:blipFill>
                  <a:blip r:embed="rId31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98E6BE77-6652-523E-E1BE-736AE9510349}"/>
                    </a:ext>
                  </a:extLst>
                </p:cNvPr>
                <p:cNvSpPr txBox="1"/>
                <p:nvPr/>
              </p:nvSpPr>
              <p:spPr>
                <a:xfrm>
                  <a:off x="9486161" y="3843926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98E6BE77-6652-523E-E1BE-736AE95103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6161" y="3843926"/>
                  <a:ext cx="353742" cy="276999"/>
                </a:xfrm>
                <a:prstGeom prst="rect">
                  <a:avLst/>
                </a:prstGeom>
                <a:blipFill>
                  <a:blip r:embed="rId32"/>
                  <a:stretch>
                    <a:fillRect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3" name="TextBox 152">
                  <a:extLst>
                    <a:ext uri="{FF2B5EF4-FFF2-40B4-BE49-F238E27FC236}">
                      <a16:creationId xmlns:a16="http://schemas.microsoft.com/office/drawing/2014/main" id="{256542D3-42B7-C3F3-6930-0308A93A906F}"/>
                    </a:ext>
                  </a:extLst>
                </p:cNvPr>
                <p:cNvSpPr txBox="1"/>
                <p:nvPr/>
              </p:nvSpPr>
              <p:spPr>
                <a:xfrm>
                  <a:off x="11322650" y="3770180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3" name="TextBox 152">
                  <a:extLst>
                    <a:ext uri="{FF2B5EF4-FFF2-40B4-BE49-F238E27FC236}">
                      <a16:creationId xmlns:a16="http://schemas.microsoft.com/office/drawing/2014/main" id="{256542D3-42B7-C3F3-6930-0308A93A90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22650" y="3770180"/>
                  <a:ext cx="294889" cy="276999"/>
                </a:xfrm>
                <a:prstGeom prst="rect">
                  <a:avLst/>
                </a:prstGeom>
                <a:blipFill>
                  <a:blip r:embed="rId33"/>
                  <a:stretch>
                    <a:fillRect l="-12500" r="-8333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78F7C8A1-5C9B-C072-AFA4-4DB18F37FD8D}"/>
                </a:ext>
              </a:extLst>
            </p:cNvPr>
            <p:cNvCxnSpPr>
              <a:cxnSpLocks/>
              <a:stCxn id="150" idx="3"/>
              <a:endCxn id="142" idx="1"/>
            </p:cNvCxnSpPr>
            <p:nvPr/>
          </p:nvCxnSpPr>
          <p:spPr>
            <a:xfrm flipV="1">
              <a:off x="7080793" y="4021087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B32DCE7B-A16F-6231-9929-EF5916633939}"/>
                </a:ext>
              </a:extLst>
            </p:cNvPr>
            <p:cNvCxnSpPr>
              <a:cxnSpLocks/>
              <a:stCxn id="144" idx="3"/>
              <a:endCxn id="147" idx="2"/>
            </p:cNvCxnSpPr>
            <p:nvPr/>
          </p:nvCxnSpPr>
          <p:spPr>
            <a:xfrm>
              <a:off x="8020892" y="3974326"/>
              <a:ext cx="530203" cy="3058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C294F99C-7307-6F43-577B-5609F720BEF6}"/>
                </a:ext>
              </a:extLst>
            </p:cNvPr>
            <p:cNvCxnSpPr>
              <a:cxnSpLocks/>
              <a:stCxn id="152" idx="3"/>
              <a:endCxn id="143" idx="1"/>
            </p:cNvCxnSpPr>
            <p:nvPr/>
          </p:nvCxnSpPr>
          <p:spPr>
            <a:xfrm>
              <a:off x="9839903" y="3982426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65847E00-5422-30AE-4635-2E569F446B1C}"/>
                </a:ext>
              </a:extLst>
            </p:cNvPr>
            <p:cNvCxnSpPr>
              <a:stCxn id="145" idx="3"/>
              <a:endCxn id="149" idx="2"/>
            </p:cNvCxnSpPr>
            <p:nvPr/>
          </p:nvCxnSpPr>
          <p:spPr>
            <a:xfrm>
              <a:off x="10690379" y="3921345"/>
              <a:ext cx="551364" cy="2329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urved Connector 157">
              <a:extLst>
                <a:ext uri="{FF2B5EF4-FFF2-40B4-BE49-F238E27FC236}">
                  <a16:creationId xmlns:a16="http://schemas.microsoft.com/office/drawing/2014/main" id="{20219599-E2F8-2DB0-1B0C-D611CA1CA56E}"/>
                </a:ext>
              </a:extLst>
            </p:cNvPr>
            <p:cNvCxnSpPr>
              <a:cxnSpLocks/>
              <a:stCxn id="142" idx="0"/>
              <a:endCxn id="152" idx="0"/>
            </p:cNvCxnSpPr>
            <p:nvPr/>
          </p:nvCxnSpPr>
          <p:spPr>
            <a:xfrm rot="16200000" flipH="1">
              <a:off x="8727631" y="2908526"/>
              <a:ext cx="25750" cy="1845051"/>
            </a:xfrm>
            <a:prstGeom prst="curvedConnector3">
              <a:avLst>
                <a:gd name="adj1" fmla="val -88776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Curved Connector 158">
              <a:extLst>
                <a:ext uri="{FF2B5EF4-FFF2-40B4-BE49-F238E27FC236}">
                  <a16:creationId xmlns:a16="http://schemas.microsoft.com/office/drawing/2014/main" id="{3C901E1B-E046-5B76-7C2C-445376D0B4ED}"/>
                </a:ext>
              </a:extLst>
            </p:cNvPr>
            <p:cNvCxnSpPr>
              <a:stCxn id="147" idx="0"/>
              <a:endCxn id="145" idx="0"/>
            </p:cNvCxnSpPr>
            <p:nvPr/>
          </p:nvCxnSpPr>
          <p:spPr>
            <a:xfrm rot="5400000" flipH="1" flipV="1">
              <a:off x="9644229" y="2892748"/>
              <a:ext cx="19028" cy="1799223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5336FC7F-47DA-4A68-C895-1C8ACAFEBED8}"/>
                </a:ext>
              </a:extLst>
            </p:cNvPr>
            <p:cNvSpPr/>
            <p:nvPr/>
          </p:nvSpPr>
          <p:spPr>
            <a:xfrm>
              <a:off x="7625983" y="4657874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34C8F2DD-3FC3-C1F8-1C68-9102C1B184AF}"/>
                </a:ext>
              </a:extLst>
            </p:cNvPr>
            <p:cNvSpPr/>
            <p:nvPr/>
          </p:nvSpPr>
          <p:spPr>
            <a:xfrm>
              <a:off x="10349303" y="4622545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2" name="TextBox 161">
                  <a:extLst>
                    <a:ext uri="{FF2B5EF4-FFF2-40B4-BE49-F238E27FC236}">
                      <a16:creationId xmlns:a16="http://schemas.microsoft.com/office/drawing/2014/main" id="{EEF87F2A-D5AE-EAE4-7D6D-0AF3DE1733BE}"/>
                    </a:ext>
                  </a:extLst>
                </p:cNvPr>
                <p:cNvSpPr txBox="1"/>
                <p:nvPr/>
              </p:nvSpPr>
              <p:spPr>
                <a:xfrm>
                  <a:off x="7703921" y="4675524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2" name="TextBox 161">
                  <a:extLst>
                    <a:ext uri="{FF2B5EF4-FFF2-40B4-BE49-F238E27FC236}">
                      <a16:creationId xmlns:a16="http://schemas.microsoft.com/office/drawing/2014/main" id="{EEF87F2A-D5AE-EAE4-7D6D-0AF3DE1733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03921" y="4675524"/>
                  <a:ext cx="327883" cy="276999"/>
                </a:xfrm>
                <a:prstGeom prst="rect">
                  <a:avLst/>
                </a:prstGeom>
                <a:blipFill>
                  <a:blip r:embed="rId34"/>
                  <a:stretch>
                    <a:fillRect l="-3704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F441E9DB-2F28-9DF7-7E92-AF3A1EF4A5DA}"/>
                    </a:ext>
                  </a:extLst>
                </p:cNvPr>
                <p:cNvSpPr txBox="1"/>
                <p:nvPr/>
              </p:nvSpPr>
              <p:spPr>
                <a:xfrm>
                  <a:off x="10427242" y="4622544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F441E9DB-2F28-9DF7-7E92-AF3A1EF4A5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27242" y="4622544"/>
                  <a:ext cx="274049" cy="276999"/>
                </a:xfrm>
                <a:prstGeom prst="rect">
                  <a:avLst/>
                </a:prstGeom>
                <a:blipFill>
                  <a:blip r:embed="rId35"/>
                  <a:stretch>
                    <a:fillRect l="-13636" r="-9091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638DB001-1191-F116-BE76-59D1DCF6B72F}"/>
                </a:ext>
              </a:extLst>
            </p:cNvPr>
            <p:cNvSpPr/>
            <p:nvPr/>
          </p:nvSpPr>
          <p:spPr>
            <a:xfrm>
              <a:off x="6685633" y="4687977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54384BBD-E90E-4629-8F35-7F3F7F8C8CBE}"/>
                </a:ext>
              </a:extLst>
            </p:cNvPr>
            <p:cNvSpPr/>
            <p:nvPr/>
          </p:nvSpPr>
          <p:spPr>
            <a:xfrm>
              <a:off x="8562007" y="4641572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F5F48401-B287-B97D-632F-BC2B6848C66C}"/>
                </a:ext>
              </a:extLst>
            </p:cNvPr>
            <p:cNvSpPr/>
            <p:nvPr/>
          </p:nvSpPr>
          <p:spPr>
            <a:xfrm>
              <a:off x="9455655" y="4655050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0E488CC2-7223-DAD6-5B1E-017AA6A57DD1}"/>
                </a:ext>
              </a:extLst>
            </p:cNvPr>
            <p:cNvSpPr/>
            <p:nvPr/>
          </p:nvSpPr>
          <p:spPr>
            <a:xfrm>
              <a:off x="11252655" y="4581304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2147067D-5894-D3B7-5592-EBCCB5BE0D62}"/>
                    </a:ext>
                  </a:extLst>
                </p:cNvPr>
                <p:cNvSpPr txBox="1"/>
                <p:nvPr/>
              </p:nvSpPr>
              <p:spPr>
                <a:xfrm>
                  <a:off x="6737964" y="473084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2147067D-5894-D3B7-5592-EBCCB5BE0D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37964" y="4730841"/>
                  <a:ext cx="353742" cy="276999"/>
                </a:xfrm>
                <a:prstGeom prst="rect">
                  <a:avLst/>
                </a:prstGeom>
                <a:blipFill>
                  <a:blip r:embed="rId36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B4280AEA-D1D9-9AFC-667A-CAD958337098}"/>
                    </a:ext>
                  </a:extLst>
                </p:cNvPr>
                <p:cNvSpPr txBox="1"/>
                <p:nvPr/>
              </p:nvSpPr>
              <p:spPr>
                <a:xfrm>
                  <a:off x="8625250" y="467014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B4280AEA-D1D9-9AFC-667A-CAD9583370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25250" y="4670145"/>
                  <a:ext cx="353742" cy="276999"/>
                </a:xfrm>
                <a:prstGeom prst="rect">
                  <a:avLst/>
                </a:prstGeom>
                <a:blipFill>
                  <a:blip r:embed="rId37"/>
                  <a:stretch>
                    <a:fillRect l="-3448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668B9A88-AD28-11B2-D3E4-8097382F4786}"/>
                    </a:ext>
                  </a:extLst>
                </p:cNvPr>
                <p:cNvSpPr txBox="1"/>
                <p:nvPr/>
              </p:nvSpPr>
              <p:spPr>
                <a:xfrm>
                  <a:off x="9497073" y="468362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668B9A88-AD28-11B2-D3E4-8097382F47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97073" y="4683625"/>
                  <a:ext cx="353742" cy="276999"/>
                </a:xfrm>
                <a:prstGeom prst="rect">
                  <a:avLst/>
                </a:prstGeom>
                <a:blipFill>
                  <a:blip r:embed="rId38"/>
                  <a:stretch>
                    <a:fillRect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id="{F223EDDF-0CFF-763D-4144-91948144B490}"/>
                    </a:ext>
                  </a:extLst>
                </p:cNvPr>
                <p:cNvSpPr txBox="1"/>
                <p:nvPr/>
              </p:nvSpPr>
              <p:spPr>
                <a:xfrm>
                  <a:off x="11333562" y="4609879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id="{F223EDDF-0CFF-763D-4144-91948144B4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33562" y="4609879"/>
                  <a:ext cx="294889" cy="276999"/>
                </a:xfrm>
                <a:prstGeom prst="rect">
                  <a:avLst/>
                </a:prstGeom>
                <a:blipFill>
                  <a:blip r:embed="rId39"/>
                  <a:stretch>
                    <a:fillRect l="-12500" r="-8333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E2BE1A09-249D-D9FD-AFAC-2672F911CFE7}"/>
                </a:ext>
              </a:extLst>
            </p:cNvPr>
            <p:cNvCxnSpPr>
              <a:cxnSpLocks/>
              <a:stCxn id="168" idx="3"/>
              <a:endCxn id="160" idx="1"/>
            </p:cNvCxnSpPr>
            <p:nvPr/>
          </p:nvCxnSpPr>
          <p:spPr>
            <a:xfrm flipV="1">
              <a:off x="7091706" y="4860785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D7BC6774-9432-3602-A9A5-56BAE1CB0D4E}"/>
                </a:ext>
              </a:extLst>
            </p:cNvPr>
            <p:cNvCxnSpPr>
              <a:cxnSpLocks/>
              <a:stCxn id="162" idx="3"/>
              <a:endCxn id="165" idx="2"/>
            </p:cNvCxnSpPr>
            <p:nvPr/>
          </p:nvCxnSpPr>
          <p:spPr>
            <a:xfrm>
              <a:off x="8031804" y="4814024"/>
              <a:ext cx="530203" cy="30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45C2433A-2ECC-4404-56F7-0D32FF2C5B5C}"/>
                </a:ext>
              </a:extLst>
            </p:cNvPr>
            <p:cNvCxnSpPr>
              <a:cxnSpLocks/>
              <a:stCxn id="170" idx="3"/>
              <a:endCxn id="161" idx="1"/>
            </p:cNvCxnSpPr>
            <p:nvPr/>
          </p:nvCxnSpPr>
          <p:spPr>
            <a:xfrm>
              <a:off x="9850815" y="4822125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DBBD581E-4676-ADC5-CDCC-48D601AC7D07}"/>
                </a:ext>
              </a:extLst>
            </p:cNvPr>
            <p:cNvCxnSpPr>
              <a:stCxn id="163" idx="3"/>
              <a:endCxn id="167" idx="2"/>
            </p:cNvCxnSpPr>
            <p:nvPr/>
          </p:nvCxnSpPr>
          <p:spPr>
            <a:xfrm>
              <a:off x="10701291" y="4761044"/>
              <a:ext cx="551364" cy="2329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Curved Connector 175">
              <a:extLst>
                <a:ext uri="{FF2B5EF4-FFF2-40B4-BE49-F238E27FC236}">
                  <a16:creationId xmlns:a16="http://schemas.microsoft.com/office/drawing/2014/main" id="{B94F525F-FBC0-F96F-57D7-D3B11EE1350F}"/>
                </a:ext>
              </a:extLst>
            </p:cNvPr>
            <p:cNvCxnSpPr>
              <a:cxnSpLocks/>
              <a:stCxn id="160" idx="0"/>
              <a:endCxn id="170" idx="0"/>
            </p:cNvCxnSpPr>
            <p:nvPr/>
          </p:nvCxnSpPr>
          <p:spPr>
            <a:xfrm rot="16200000" flipH="1">
              <a:off x="8738543" y="3748224"/>
              <a:ext cx="25751" cy="1845050"/>
            </a:xfrm>
            <a:prstGeom prst="curvedConnector3">
              <a:avLst>
                <a:gd name="adj1" fmla="val -88773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Curved Connector 176">
              <a:extLst>
                <a:ext uri="{FF2B5EF4-FFF2-40B4-BE49-F238E27FC236}">
                  <a16:creationId xmlns:a16="http://schemas.microsoft.com/office/drawing/2014/main" id="{4B4E8D4E-6DC0-2FB4-0B9C-29AD0024BA15}"/>
                </a:ext>
              </a:extLst>
            </p:cNvPr>
            <p:cNvCxnSpPr>
              <a:stCxn id="165" idx="0"/>
              <a:endCxn id="163" idx="0"/>
            </p:cNvCxnSpPr>
            <p:nvPr/>
          </p:nvCxnSpPr>
          <p:spPr>
            <a:xfrm rot="5400000" flipH="1" flipV="1">
              <a:off x="9655141" y="3732447"/>
              <a:ext cx="19028" cy="1799223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06508DAA-0660-8320-4996-12DB759FA46F}"/>
                </a:ext>
              </a:extLst>
            </p:cNvPr>
            <p:cNvSpPr/>
            <p:nvPr/>
          </p:nvSpPr>
          <p:spPr>
            <a:xfrm>
              <a:off x="7615071" y="5517520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E42C0816-F09B-D2F3-60CF-725C17737FA3}"/>
                </a:ext>
              </a:extLst>
            </p:cNvPr>
            <p:cNvSpPr/>
            <p:nvPr/>
          </p:nvSpPr>
          <p:spPr>
            <a:xfrm>
              <a:off x="10338391" y="5482191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1" name="TextBox 180">
                  <a:extLst>
                    <a:ext uri="{FF2B5EF4-FFF2-40B4-BE49-F238E27FC236}">
                      <a16:creationId xmlns:a16="http://schemas.microsoft.com/office/drawing/2014/main" id="{C6738778-AD06-C5A3-202D-DDE2ECAAB61F}"/>
                    </a:ext>
                  </a:extLst>
                </p:cNvPr>
                <p:cNvSpPr txBox="1"/>
                <p:nvPr/>
              </p:nvSpPr>
              <p:spPr>
                <a:xfrm>
                  <a:off x="7693009" y="5535170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1" name="TextBox 180">
                  <a:extLst>
                    <a:ext uri="{FF2B5EF4-FFF2-40B4-BE49-F238E27FC236}">
                      <a16:creationId xmlns:a16="http://schemas.microsoft.com/office/drawing/2014/main" id="{C6738778-AD06-C5A3-202D-DDE2ECAAB6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93009" y="5535170"/>
                  <a:ext cx="327883" cy="276999"/>
                </a:xfrm>
                <a:prstGeom prst="rect">
                  <a:avLst/>
                </a:prstGeom>
                <a:blipFill>
                  <a:blip r:embed="rId40"/>
                  <a:stretch>
                    <a:fillRect l="-3704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FA455993-65AA-0AA3-BFED-EF6AC067F399}"/>
                    </a:ext>
                  </a:extLst>
                </p:cNvPr>
                <p:cNvSpPr txBox="1"/>
                <p:nvPr/>
              </p:nvSpPr>
              <p:spPr>
                <a:xfrm>
                  <a:off x="10416330" y="5482190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FA455993-65AA-0AA3-BFED-EF6AC067F3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6330" y="5482190"/>
                  <a:ext cx="274049" cy="276999"/>
                </a:xfrm>
                <a:prstGeom prst="rect">
                  <a:avLst/>
                </a:prstGeom>
                <a:blipFill>
                  <a:blip r:embed="rId41"/>
                  <a:stretch>
                    <a:fillRect l="-13636" r="-9091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3" name="Oval 182">
              <a:extLst>
                <a:ext uri="{FF2B5EF4-FFF2-40B4-BE49-F238E27FC236}">
                  <a16:creationId xmlns:a16="http://schemas.microsoft.com/office/drawing/2014/main" id="{D733649B-5F46-E428-2E24-4653C86580F7}"/>
                </a:ext>
              </a:extLst>
            </p:cNvPr>
            <p:cNvSpPr/>
            <p:nvPr/>
          </p:nvSpPr>
          <p:spPr>
            <a:xfrm>
              <a:off x="6674721" y="5547623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FBCC32A0-F701-F7E0-7E4B-65CD149B92A4}"/>
                </a:ext>
              </a:extLst>
            </p:cNvPr>
            <p:cNvSpPr/>
            <p:nvPr/>
          </p:nvSpPr>
          <p:spPr>
            <a:xfrm>
              <a:off x="8551095" y="5501218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Oval 184">
              <a:extLst>
                <a:ext uri="{FF2B5EF4-FFF2-40B4-BE49-F238E27FC236}">
                  <a16:creationId xmlns:a16="http://schemas.microsoft.com/office/drawing/2014/main" id="{A743E560-6A64-829E-FECC-F6A7F9D67188}"/>
                </a:ext>
              </a:extLst>
            </p:cNvPr>
            <p:cNvSpPr/>
            <p:nvPr/>
          </p:nvSpPr>
          <p:spPr>
            <a:xfrm>
              <a:off x="9444743" y="5514696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Oval 185">
              <a:extLst>
                <a:ext uri="{FF2B5EF4-FFF2-40B4-BE49-F238E27FC236}">
                  <a16:creationId xmlns:a16="http://schemas.microsoft.com/office/drawing/2014/main" id="{8C3D7274-6114-835D-CEC1-BA1D88B9E8F7}"/>
                </a:ext>
              </a:extLst>
            </p:cNvPr>
            <p:cNvSpPr/>
            <p:nvPr/>
          </p:nvSpPr>
          <p:spPr>
            <a:xfrm>
              <a:off x="11241743" y="5440950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7" name="TextBox 186">
                  <a:extLst>
                    <a:ext uri="{FF2B5EF4-FFF2-40B4-BE49-F238E27FC236}">
                      <a16:creationId xmlns:a16="http://schemas.microsoft.com/office/drawing/2014/main" id="{5FA0FAF3-C5FE-781E-14A1-D11B3162B325}"/>
                    </a:ext>
                  </a:extLst>
                </p:cNvPr>
                <p:cNvSpPr txBox="1"/>
                <p:nvPr/>
              </p:nvSpPr>
              <p:spPr>
                <a:xfrm>
                  <a:off x="6727052" y="5590487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7" name="TextBox 186">
                  <a:extLst>
                    <a:ext uri="{FF2B5EF4-FFF2-40B4-BE49-F238E27FC236}">
                      <a16:creationId xmlns:a16="http://schemas.microsoft.com/office/drawing/2014/main" id="{5FA0FAF3-C5FE-781E-14A1-D11B3162B3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7052" y="5590487"/>
                  <a:ext cx="353742" cy="276999"/>
                </a:xfrm>
                <a:prstGeom prst="rect">
                  <a:avLst/>
                </a:prstGeom>
                <a:blipFill>
                  <a:blip r:embed="rId42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F3A0D3AD-A21B-BBDC-7E8D-02AEE6D0CA9C}"/>
                    </a:ext>
                  </a:extLst>
                </p:cNvPr>
                <p:cNvSpPr txBox="1"/>
                <p:nvPr/>
              </p:nvSpPr>
              <p:spPr>
                <a:xfrm>
                  <a:off x="8614338" y="552979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F3A0D3AD-A21B-BBDC-7E8D-02AEE6D0CA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4338" y="5529791"/>
                  <a:ext cx="353742" cy="276999"/>
                </a:xfrm>
                <a:prstGeom prst="rect">
                  <a:avLst/>
                </a:prstGeom>
                <a:blipFill>
                  <a:blip r:embed="rId43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B88FF811-4197-16EE-530F-1DF6FD48937C}"/>
                    </a:ext>
                  </a:extLst>
                </p:cNvPr>
                <p:cNvSpPr txBox="1"/>
                <p:nvPr/>
              </p:nvSpPr>
              <p:spPr>
                <a:xfrm>
                  <a:off x="9486161" y="554327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B88FF811-4197-16EE-530F-1DF6FD4893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6161" y="5543271"/>
                  <a:ext cx="353742" cy="276999"/>
                </a:xfrm>
                <a:prstGeom prst="rect">
                  <a:avLst/>
                </a:prstGeom>
                <a:blipFill>
                  <a:blip r:embed="rId44"/>
                  <a:stretch>
                    <a:fillRect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0" name="TextBox 189">
                  <a:extLst>
                    <a:ext uri="{FF2B5EF4-FFF2-40B4-BE49-F238E27FC236}">
                      <a16:creationId xmlns:a16="http://schemas.microsoft.com/office/drawing/2014/main" id="{82DC8038-5764-16A6-9DEB-FED75FC732EB}"/>
                    </a:ext>
                  </a:extLst>
                </p:cNvPr>
                <p:cNvSpPr txBox="1"/>
                <p:nvPr/>
              </p:nvSpPr>
              <p:spPr>
                <a:xfrm>
                  <a:off x="11322650" y="5469525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90" name="TextBox 189">
                  <a:extLst>
                    <a:ext uri="{FF2B5EF4-FFF2-40B4-BE49-F238E27FC236}">
                      <a16:creationId xmlns:a16="http://schemas.microsoft.com/office/drawing/2014/main" id="{82DC8038-5764-16A6-9DEB-FED75FC732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22650" y="5469525"/>
                  <a:ext cx="294889" cy="276999"/>
                </a:xfrm>
                <a:prstGeom prst="rect">
                  <a:avLst/>
                </a:prstGeom>
                <a:blipFill>
                  <a:blip r:embed="rId45"/>
                  <a:stretch>
                    <a:fillRect l="-12500" r="-8333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83AB3DA1-4959-DF89-5B4E-3202DC09CDB9}"/>
                </a:ext>
              </a:extLst>
            </p:cNvPr>
            <p:cNvCxnSpPr>
              <a:cxnSpLocks/>
              <a:stCxn id="187" idx="3"/>
              <a:endCxn id="179" idx="1"/>
            </p:cNvCxnSpPr>
            <p:nvPr/>
          </p:nvCxnSpPr>
          <p:spPr>
            <a:xfrm flipV="1">
              <a:off x="7080794" y="5720431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C0386A6C-22EF-536F-8C81-6883B196A2C2}"/>
                </a:ext>
              </a:extLst>
            </p:cNvPr>
            <p:cNvCxnSpPr>
              <a:cxnSpLocks/>
              <a:stCxn id="181" idx="3"/>
              <a:endCxn id="184" idx="2"/>
            </p:cNvCxnSpPr>
            <p:nvPr/>
          </p:nvCxnSpPr>
          <p:spPr>
            <a:xfrm>
              <a:off x="8020892" y="5673670"/>
              <a:ext cx="530203" cy="30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09CCE705-64CE-A877-E74B-46AE9238B239}"/>
                </a:ext>
              </a:extLst>
            </p:cNvPr>
            <p:cNvCxnSpPr>
              <a:cxnSpLocks/>
              <a:stCxn id="189" idx="3"/>
              <a:endCxn id="180" idx="1"/>
            </p:cNvCxnSpPr>
            <p:nvPr/>
          </p:nvCxnSpPr>
          <p:spPr>
            <a:xfrm>
              <a:off x="9839903" y="5681771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FA47C4D0-C5D8-2302-C800-47FD46384EE4}"/>
                </a:ext>
              </a:extLst>
            </p:cNvPr>
            <p:cNvCxnSpPr>
              <a:stCxn id="182" idx="3"/>
              <a:endCxn id="186" idx="2"/>
            </p:cNvCxnSpPr>
            <p:nvPr/>
          </p:nvCxnSpPr>
          <p:spPr>
            <a:xfrm>
              <a:off x="10690379" y="5620690"/>
              <a:ext cx="551364" cy="2329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Curved Connector 194">
              <a:extLst>
                <a:ext uri="{FF2B5EF4-FFF2-40B4-BE49-F238E27FC236}">
                  <a16:creationId xmlns:a16="http://schemas.microsoft.com/office/drawing/2014/main" id="{C1A3042D-7205-6C0C-1508-FD137DDA75FB}"/>
                </a:ext>
              </a:extLst>
            </p:cNvPr>
            <p:cNvCxnSpPr>
              <a:cxnSpLocks/>
              <a:stCxn id="179" idx="0"/>
              <a:endCxn id="189" idx="0"/>
            </p:cNvCxnSpPr>
            <p:nvPr/>
          </p:nvCxnSpPr>
          <p:spPr>
            <a:xfrm rot="16200000" flipH="1">
              <a:off x="8727631" y="4607870"/>
              <a:ext cx="25751" cy="1845050"/>
            </a:xfrm>
            <a:prstGeom prst="curvedConnector3">
              <a:avLst>
                <a:gd name="adj1" fmla="val -88773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Curved Connector 195">
              <a:extLst>
                <a:ext uri="{FF2B5EF4-FFF2-40B4-BE49-F238E27FC236}">
                  <a16:creationId xmlns:a16="http://schemas.microsoft.com/office/drawing/2014/main" id="{79044894-16C4-9D6D-EC33-B0D68BF0ECDE}"/>
                </a:ext>
              </a:extLst>
            </p:cNvPr>
            <p:cNvCxnSpPr>
              <a:stCxn id="184" idx="0"/>
              <a:endCxn id="182" idx="0"/>
            </p:cNvCxnSpPr>
            <p:nvPr/>
          </p:nvCxnSpPr>
          <p:spPr>
            <a:xfrm rot="5400000" flipH="1" flipV="1">
              <a:off x="9644229" y="4592093"/>
              <a:ext cx="19028" cy="1799223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AF6C090A-2C2E-22F4-E04B-FFDC92AB6A23}"/>
                </a:ext>
              </a:extLst>
            </p:cNvPr>
            <p:cNvSpPr/>
            <p:nvPr/>
          </p:nvSpPr>
          <p:spPr>
            <a:xfrm>
              <a:off x="7649250" y="6299644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D9C3C2C0-A51A-A816-AD3F-7F4A71BEA64F}"/>
                </a:ext>
              </a:extLst>
            </p:cNvPr>
            <p:cNvSpPr/>
            <p:nvPr/>
          </p:nvSpPr>
          <p:spPr>
            <a:xfrm>
              <a:off x="10372570" y="6264315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9" name="TextBox 198">
                  <a:extLst>
                    <a:ext uri="{FF2B5EF4-FFF2-40B4-BE49-F238E27FC236}">
                      <a16:creationId xmlns:a16="http://schemas.microsoft.com/office/drawing/2014/main" id="{5A2A032D-6009-D526-94A9-A45ADA9ACE1F}"/>
                    </a:ext>
                  </a:extLst>
                </p:cNvPr>
                <p:cNvSpPr txBox="1"/>
                <p:nvPr/>
              </p:nvSpPr>
              <p:spPr>
                <a:xfrm>
                  <a:off x="7727188" y="6317294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99" name="TextBox 198">
                  <a:extLst>
                    <a:ext uri="{FF2B5EF4-FFF2-40B4-BE49-F238E27FC236}">
                      <a16:creationId xmlns:a16="http://schemas.microsoft.com/office/drawing/2014/main" id="{5A2A032D-6009-D526-94A9-A45ADA9ACE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27188" y="6317294"/>
                  <a:ext cx="327883" cy="276999"/>
                </a:xfrm>
                <a:prstGeom prst="rect">
                  <a:avLst/>
                </a:prstGeom>
                <a:blipFill>
                  <a:blip r:embed="rId46"/>
                  <a:stretch>
                    <a:fillRect l="-3704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0" name="TextBox 199">
                  <a:extLst>
                    <a:ext uri="{FF2B5EF4-FFF2-40B4-BE49-F238E27FC236}">
                      <a16:creationId xmlns:a16="http://schemas.microsoft.com/office/drawing/2014/main" id="{2B709D90-E00C-B476-3D13-6264DA3578A1}"/>
                    </a:ext>
                  </a:extLst>
                </p:cNvPr>
                <p:cNvSpPr txBox="1"/>
                <p:nvPr/>
              </p:nvSpPr>
              <p:spPr>
                <a:xfrm>
                  <a:off x="10450509" y="6264314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0" name="TextBox 199">
                  <a:extLst>
                    <a:ext uri="{FF2B5EF4-FFF2-40B4-BE49-F238E27FC236}">
                      <a16:creationId xmlns:a16="http://schemas.microsoft.com/office/drawing/2014/main" id="{2B709D90-E00C-B476-3D13-6264DA3578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50509" y="6264314"/>
                  <a:ext cx="274049" cy="276999"/>
                </a:xfrm>
                <a:prstGeom prst="rect">
                  <a:avLst/>
                </a:prstGeom>
                <a:blipFill>
                  <a:blip r:embed="rId47"/>
                  <a:stretch>
                    <a:fillRect l="-13043" r="-8696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1" name="Oval 200">
              <a:extLst>
                <a:ext uri="{FF2B5EF4-FFF2-40B4-BE49-F238E27FC236}">
                  <a16:creationId xmlns:a16="http://schemas.microsoft.com/office/drawing/2014/main" id="{B59A031F-ACB4-B293-1AE5-C46953AF11D7}"/>
                </a:ext>
              </a:extLst>
            </p:cNvPr>
            <p:cNvSpPr/>
            <p:nvPr/>
          </p:nvSpPr>
          <p:spPr>
            <a:xfrm>
              <a:off x="6708900" y="6329747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4216B60C-A0B0-76CA-DEE5-214C64C8551A}"/>
                </a:ext>
              </a:extLst>
            </p:cNvPr>
            <p:cNvSpPr/>
            <p:nvPr/>
          </p:nvSpPr>
          <p:spPr>
            <a:xfrm>
              <a:off x="8585274" y="6283342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D27102D9-2685-8B6E-7255-AE766D8EE2C1}"/>
                </a:ext>
              </a:extLst>
            </p:cNvPr>
            <p:cNvSpPr/>
            <p:nvPr/>
          </p:nvSpPr>
          <p:spPr>
            <a:xfrm>
              <a:off x="9478922" y="6296820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7B80179A-FC1A-4D0C-C18B-E6DD54A47775}"/>
                </a:ext>
              </a:extLst>
            </p:cNvPr>
            <p:cNvSpPr/>
            <p:nvPr/>
          </p:nvSpPr>
          <p:spPr>
            <a:xfrm>
              <a:off x="11275922" y="6223074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5" name="TextBox 204">
                  <a:extLst>
                    <a:ext uri="{FF2B5EF4-FFF2-40B4-BE49-F238E27FC236}">
                      <a16:creationId xmlns:a16="http://schemas.microsoft.com/office/drawing/2014/main" id="{ABC571BB-4060-7691-B0A4-1C6F0D658961}"/>
                    </a:ext>
                  </a:extLst>
                </p:cNvPr>
                <p:cNvSpPr txBox="1"/>
                <p:nvPr/>
              </p:nvSpPr>
              <p:spPr>
                <a:xfrm>
                  <a:off x="6761231" y="637261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5" name="TextBox 204">
                  <a:extLst>
                    <a:ext uri="{FF2B5EF4-FFF2-40B4-BE49-F238E27FC236}">
                      <a16:creationId xmlns:a16="http://schemas.microsoft.com/office/drawing/2014/main" id="{ABC571BB-4060-7691-B0A4-1C6F0D6589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1231" y="6372611"/>
                  <a:ext cx="353742" cy="276999"/>
                </a:xfrm>
                <a:prstGeom prst="rect">
                  <a:avLst/>
                </a:prstGeom>
                <a:blipFill>
                  <a:blip r:embed="rId48"/>
                  <a:stretch>
                    <a:fillRect l="-3448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6" name="TextBox 205">
                  <a:extLst>
                    <a:ext uri="{FF2B5EF4-FFF2-40B4-BE49-F238E27FC236}">
                      <a16:creationId xmlns:a16="http://schemas.microsoft.com/office/drawing/2014/main" id="{AE77D5CA-4241-F0AF-8833-8082EBF04094}"/>
                    </a:ext>
                  </a:extLst>
                </p:cNvPr>
                <p:cNvSpPr txBox="1"/>
                <p:nvPr/>
              </p:nvSpPr>
              <p:spPr>
                <a:xfrm>
                  <a:off x="8648517" y="631191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6" name="TextBox 205">
                  <a:extLst>
                    <a:ext uri="{FF2B5EF4-FFF2-40B4-BE49-F238E27FC236}">
                      <a16:creationId xmlns:a16="http://schemas.microsoft.com/office/drawing/2014/main" id="{AE77D5CA-4241-F0AF-8833-8082EBF040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48517" y="6311915"/>
                  <a:ext cx="353742" cy="276999"/>
                </a:xfrm>
                <a:prstGeom prst="rect">
                  <a:avLst/>
                </a:prstGeom>
                <a:blipFill>
                  <a:blip r:embed="rId49"/>
                  <a:stretch>
                    <a:fillRect l="-3571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7" name="TextBox 206">
                  <a:extLst>
                    <a:ext uri="{FF2B5EF4-FFF2-40B4-BE49-F238E27FC236}">
                      <a16:creationId xmlns:a16="http://schemas.microsoft.com/office/drawing/2014/main" id="{F789A52C-509E-7D4A-731C-642E25E9B9F8}"/>
                    </a:ext>
                  </a:extLst>
                </p:cNvPr>
                <p:cNvSpPr txBox="1"/>
                <p:nvPr/>
              </p:nvSpPr>
              <p:spPr>
                <a:xfrm>
                  <a:off x="9520340" y="632539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7" name="TextBox 206">
                  <a:extLst>
                    <a:ext uri="{FF2B5EF4-FFF2-40B4-BE49-F238E27FC236}">
                      <a16:creationId xmlns:a16="http://schemas.microsoft.com/office/drawing/2014/main" id="{F789A52C-509E-7D4A-731C-642E25E9B9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20340" y="6325395"/>
                  <a:ext cx="353742" cy="276999"/>
                </a:xfrm>
                <a:prstGeom prst="rect">
                  <a:avLst/>
                </a:prstGeom>
                <a:blipFill>
                  <a:blip r:embed="rId50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8" name="TextBox 207">
                  <a:extLst>
                    <a:ext uri="{FF2B5EF4-FFF2-40B4-BE49-F238E27FC236}">
                      <a16:creationId xmlns:a16="http://schemas.microsoft.com/office/drawing/2014/main" id="{60ED9759-C546-D90C-736E-B748016D7A69}"/>
                    </a:ext>
                  </a:extLst>
                </p:cNvPr>
                <p:cNvSpPr txBox="1"/>
                <p:nvPr/>
              </p:nvSpPr>
              <p:spPr>
                <a:xfrm>
                  <a:off x="11356829" y="6251649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8" name="TextBox 207">
                  <a:extLst>
                    <a:ext uri="{FF2B5EF4-FFF2-40B4-BE49-F238E27FC236}">
                      <a16:creationId xmlns:a16="http://schemas.microsoft.com/office/drawing/2014/main" id="{60ED9759-C546-D90C-736E-B748016D7A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56829" y="6251649"/>
                  <a:ext cx="294889" cy="276999"/>
                </a:xfrm>
                <a:prstGeom prst="rect">
                  <a:avLst/>
                </a:prstGeom>
                <a:blipFill>
                  <a:blip r:embed="rId51"/>
                  <a:stretch>
                    <a:fillRect l="-12500" r="-8333" b="-869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C156CD90-E259-1331-5129-6DE1047F58EE}"/>
                </a:ext>
              </a:extLst>
            </p:cNvPr>
            <p:cNvCxnSpPr>
              <a:cxnSpLocks/>
              <a:stCxn id="205" idx="3"/>
              <a:endCxn id="197" idx="1"/>
            </p:cNvCxnSpPr>
            <p:nvPr/>
          </p:nvCxnSpPr>
          <p:spPr>
            <a:xfrm flipV="1">
              <a:off x="7114973" y="6502555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9E4E18FF-32C3-65E3-818D-745F326FE4E3}"/>
                </a:ext>
              </a:extLst>
            </p:cNvPr>
            <p:cNvCxnSpPr>
              <a:cxnSpLocks/>
              <a:stCxn id="199" idx="3"/>
              <a:endCxn id="202" idx="2"/>
            </p:cNvCxnSpPr>
            <p:nvPr/>
          </p:nvCxnSpPr>
          <p:spPr>
            <a:xfrm>
              <a:off x="8055071" y="6455794"/>
              <a:ext cx="530203" cy="30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D3ADC416-9BDB-D1B6-37EA-5E88D43D33A6}"/>
                </a:ext>
              </a:extLst>
            </p:cNvPr>
            <p:cNvCxnSpPr>
              <a:cxnSpLocks/>
              <a:stCxn id="207" idx="3"/>
              <a:endCxn id="198" idx="1"/>
            </p:cNvCxnSpPr>
            <p:nvPr/>
          </p:nvCxnSpPr>
          <p:spPr>
            <a:xfrm>
              <a:off x="9874082" y="6463895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639EC710-E875-9A9A-2BE1-FB530C97385E}"/>
                </a:ext>
              </a:extLst>
            </p:cNvPr>
            <p:cNvCxnSpPr>
              <a:stCxn id="200" idx="3"/>
              <a:endCxn id="204" idx="2"/>
            </p:cNvCxnSpPr>
            <p:nvPr/>
          </p:nvCxnSpPr>
          <p:spPr>
            <a:xfrm>
              <a:off x="10724558" y="6402814"/>
              <a:ext cx="551364" cy="2329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Curved Connector 212">
              <a:extLst>
                <a:ext uri="{FF2B5EF4-FFF2-40B4-BE49-F238E27FC236}">
                  <a16:creationId xmlns:a16="http://schemas.microsoft.com/office/drawing/2014/main" id="{2C626D77-19B1-5C85-3D1B-30A898CB6749}"/>
                </a:ext>
              </a:extLst>
            </p:cNvPr>
            <p:cNvCxnSpPr>
              <a:cxnSpLocks/>
              <a:stCxn id="197" idx="0"/>
              <a:endCxn id="207" idx="0"/>
            </p:cNvCxnSpPr>
            <p:nvPr/>
          </p:nvCxnSpPr>
          <p:spPr>
            <a:xfrm rot="16200000" flipH="1">
              <a:off x="8761810" y="5389994"/>
              <a:ext cx="25751" cy="1845050"/>
            </a:xfrm>
            <a:prstGeom prst="curvedConnector3">
              <a:avLst>
                <a:gd name="adj1" fmla="val -88773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Curved Connector 213">
              <a:extLst>
                <a:ext uri="{FF2B5EF4-FFF2-40B4-BE49-F238E27FC236}">
                  <a16:creationId xmlns:a16="http://schemas.microsoft.com/office/drawing/2014/main" id="{66E051E3-F51C-C95B-4463-E99F5656A9FB}"/>
                </a:ext>
              </a:extLst>
            </p:cNvPr>
            <p:cNvCxnSpPr>
              <a:stCxn id="202" idx="0"/>
              <a:endCxn id="200" idx="0"/>
            </p:cNvCxnSpPr>
            <p:nvPr/>
          </p:nvCxnSpPr>
          <p:spPr>
            <a:xfrm rot="5400000" flipH="1" flipV="1">
              <a:off x="9678408" y="5374217"/>
              <a:ext cx="19028" cy="1799223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7" name="Rectangle 216">
            <a:extLst>
              <a:ext uri="{FF2B5EF4-FFF2-40B4-BE49-F238E27FC236}">
                <a16:creationId xmlns:a16="http://schemas.microsoft.com/office/drawing/2014/main" id="{CEDF44F3-68D4-490E-BAC8-BB7EEC876EC0}"/>
              </a:ext>
            </a:extLst>
          </p:cNvPr>
          <p:cNvSpPr/>
          <p:nvPr/>
        </p:nvSpPr>
        <p:spPr>
          <a:xfrm rot="16200000">
            <a:off x="5876305" y="5528943"/>
            <a:ext cx="370010" cy="37001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98797914-01E0-E508-A514-D66A686BC85A}"/>
              </a:ext>
            </a:extLst>
          </p:cNvPr>
          <p:cNvSpPr/>
          <p:nvPr/>
        </p:nvSpPr>
        <p:spPr>
          <a:xfrm rot="16200000">
            <a:off x="5844092" y="3045940"/>
            <a:ext cx="370010" cy="37001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5C85B6DA-56CC-D8C1-68A1-8FC8863D9F6B}"/>
                  </a:ext>
                </a:extLst>
              </p:cNvPr>
              <p:cNvSpPr txBox="1"/>
              <p:nvPr/>
            </p:nvSpPr>
            <p:spPr>
              <a:xfrm rot="16200000">
                <a:off x="5869199" y="5552140"/>
                <a:ext cx="298949" cy="2525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5C85B6DA-56CC-D8C1-68A1-8FC8863D9F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869199" y="5552140"/>
                <a:ext cx="298949" cy="252555"/>
              </a:xfrm>
              <a:prstGeom prst="rect">
                <a:avLst/>
              </a:prstGeom>
              <a:blipFill>
                <a:blip r:embed="rId52"/>
                <a:stretch>
                  <a:fillRect t="-4167" r="-30000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86414AEA-C340-BD37-0819-7280BDECD218}"/>
                  </a:ext>
                </a:extLst>
              </p:cNvPr>
              <p:cNvSpPr txBox="1"/>
              <p:nvPr/>
            </p:nvSpPr>
            <p:spPr>
              <a:xfrm rot="16200000">
                <a:off x="5845436" y="3093678"/>
                <a:ext cx="249866" cy="2525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86414AEA-C340-BD37-0819-7280BDECD2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845436" y="3093678"/>
                <a:ext cx="249866" cy="252555"/>
              </a:xfrm>
              <a:prstGeom prst="rect">
                <a:avLst/>
              </a:prstGeom>
              <a:blipFill>
                <a:blip r:embed="rId53"/>
                <a:stretch>
                  <a:fillRect t="-14286" r="-23810" b="-19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1" name="Oval 220">
            <a:extLst>
              <a:ext uri="{FF2B5EF4-FFF2-40B4-BE49-F238E27FC236}">
                <a16:creationId xmlns:a16="http://schemas.microsoft.com/office/drawing/2014/main" id="{40224387-B796-8AEC-0C32-8A1A6A57CDA6}"/>
              </a:ext>
            </a:extLst>
          </p:cNvPr>
          <p:cNvSpPr/>
          <p:nvPr/>
        </p:nvSpPr>
        <p:spPr>
          <a:xfrm rot="16200000">
            <a:off x="5903751" y="6386083"/>
            <a:ext cx="370239" cy="370239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2" name="Oval 221">
            <a:extLst>
              <a:ext uri="{FF2B5EF4-FFF2-40B4-BE49-F238E27FC236}">
                <a16:creationId xmlns:a16="http://schemas.microsoft.com/office/drawing/2014/main" id="{4195349D-5FB5-EDD8-AA47-9BA9CF024637}"/>
              </a:ext>
            </a:extLst>
          </p:cNvPr>
          <p:cNvSpPr/>
          <p:nvPr/>
        </p:nvSpPr>
        <p:spPr>
          <a:xfrm rot="16200000">
            <a:off x="5861440" y="4675289"/>
            <a:ext cx="370239" cy="370239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3" name="Oval 222">
            <a:extLst>
              <a:ext uri="{FF2B5EF4-FFF2-40B4-BE49-F238E27FC236}">
                <a16:creationId xmlns:a16="http://schemas.microsoft.com/office/drawing/2014/main" id="{4248FE32-8CDC-45C7-B055-0D62E0B0225C}"/>
              </a:ext>
            </a:extLst>
          </p:cNvPr>
          <p:cNvSpPr/>
          <p:nvPr/>
        </p:nvSpPr>
        <p:spPr>
          <a:xfrm rot="16200000">
            <a:off x="5873730" y="3860500"/>
            <a:ext cx="370239" cy="370239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4" name="Oval 223">
            <a:extLst>
              <a:ext uri="{FF2B5EF4-FFF2-40B4-BE49-F238E27FC236}">
                <a16:creationId xmlns:a16="http://schemas.microsoft.com/office/drawing/2014/main" id="{80A7CBB9-7A72-834D-CB91-2E9B070DF81A}"/>
              </a:ext>
            </a:extLst>
          </p:cNvPr>
          <p:cNvSpPr/>
          <p:nvPr/>
        </p:nvSpPr>
        <p:spPr>
          <a:xfrm rot="16200000">
            <a:off x="5806491" y="2222075"/>
            <a:ext cx="370239" cy="370239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D439F1EC-0D6B-5EBD-D050-A11254508B44}"/>
                  </a:ext>
                </a:extLst>
              </p:cNvPr>
              <p:cNvSpPr txBox="1"/>
              <p:nvPr/>
            </p:nvSpPr>
            <p:spPr>
              <a:xfrm rot="16200000">
                <a:off x="5907847" y="6421069"/>
                <a:ext cx="322526" cy="2525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D439F1EC-0D6B-5EBD-D050-A11254508B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907847" y="6421069"/>
                <a:ext cx="322526" cy="252555"/>
              </a:xfrm>
              <a:prstGeom prst="rect">
                <a:avLst/>
              </a:prstGeom>
              <a:blipFill>
                <a:blip r:embed="rId54"/>
                <a:stretch>
                  <a:fillRect t="-4000" r="-30000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TextBox 225">
                <a:extLst>
                  <a:ext uri="{FF2B5EF4-FFF2-40B4-BE49-F238E27FC236}">
                    <a16:creationId xmlns:a16="http://schemas.microsoft.com/office/drawing/2014/main" id="{B3FC389B-85EB-437B-F895-C713E693BC1A}"/>
                  </a:ext>
                </a:extLst>
              </p:cNvPr>
              <p:cNvSpPr txBox="1"/>
              <p:nvPr/>
            </p:nvSpPr>
            <p:spPr>
              <a:xfrm rot="16200000">
                <a:off x="5852507" y="4700324"/>
                <a:ext cx="322526" cy="2525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6" name="TextBox 225">
                <a:extLst>
                  <a:ext uri="{FF2B5EF4-FFF2-40B4-BE49-F238E27FC236}">
                    <a16:creationId xmlns:a16="http://schemas.microsoft.com/office/drawing/2014/main" id="{B3FC389B-85EB-437B-F895-C713E693BC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852507" y="4700324"/>
                <a:ext cx="322526" cy="252555"/>
              </a:xfrm>
              <a:prstGeom prst="rect">
                <a:avLst/>
              </a:prstGeom>
              <a:blipFill>
                <a:blip r:embed="rId55"/>
                <a:stretch>
                  <a:fillRect t="-3846" r="-28571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21312B6C-97AB-81A6-FF47-E1DFCBDF33ED}"/>
                  </a:ext>
                </a:extLst>
              </p:cNvPr>
              <p:cNvSpPr txBox="1"/>
              <p:nvPr/>
            </p:nvSpPr>
            <p:spPr>
              <a:xfrm rot="16200000">
                <a:off x="5864797" y="3905435"/>
                <a:ext cx="322526" cy="2525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21312B6C-97AB-81A6-FF47-E1DFCBDF33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864797" y="3905435"/>
                <a:ext cx="322526" cy="252555"/>
              </a:xfrm>
              <a:prstGeom prst="rect">
                <a:avLst/>
              </a:prstGeom>
              <a:blipFill>
                <a:blip r:embed="rId56"/>
                <a:stretch>
                  <a:fillRect t="-3704" r="-28571" b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8" name="TextBox 227">
                <a:extLst>
                  <a:ext uri="{FF2B5EF4-FFF2-40B4-BE49-F238E27FC236}">
                    <a16:creationId xmlns:a16="http://schemas.microsoft.com/office/drawing/2014/main" id="{0951DBEA-AC27-6CEE-E8BD-DC80179892C6}"/>
                  </a:ext>
                </a:extLst>
              </p:cNvPr>
              <p:cNvSpPr txBox="1"/>
              <p:nvPr/>
            </p:nvSpPr>
            <p:spPr>
              <a:xfrm rot="16200000">
                <a:off x="5824388" y="2257835"/>
                <a:ext cx="268867" cy="2525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8" name="TextBox 227">
                <a:extLst>
                  <a:ext uri="{FF2B5EF4-FFF2-40B4-BE49-F238E27FC236}">
                    <a16:creationId xmlns:a16="http://schemas.microsoft.com/office/drawing/2014/main" id="{0951DBEA-AC27-6CEE-E8BD-DC80179892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824388" y="2257835"/>
                <a:ext cx="268867" cy="252555"/>
              </a:xfrm>
              <a:prstGeom prst="rect">
                <a:avLst/>
              </a:prstGeom>
              <a:blipFill>
                <a:blip r:embed="rId57"/>
                <a:stretch>
                  <a:fillRect t="-13636" r="-23810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781ED275-24FE-0B23-9C9F-47369AE7D621}"/>
              </a:ext>
            </a:extLst>
          </p:cNvPr>
          <p:cNvCxnSpPr>
            <a:cxnSpLocks/>
            <a:stCxn id="225" idx="3"/>
            <a:endCxn id="217" idx="1"/>
          </p:cNvCxnSpPr>
          <p:nvPr/>
        </p:nvCxnSpPr>
        <p:spPr>
          <a:xfrm rot="16200000" flipV="1">
            <a:off x="5821645" y="6138618"/>
            <a:ext cx="487130" cy="7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6FA6C1AE-2BE7-9BF2-B091-92D4D2A48220}"/>
              </a:ext>
            </a:extLst>
          </p:cNvPr>
          <p:cNvCxnSpPr>
            <a:cxnSpLocks/>
            <a:stCxn id="219" idx="3"/>
            <a:endCxn id="222" idx="2"/>
          </p:cNvCxnSpPr>
          <p:nvPr/>
        </p:nvCxnSpPr>
        <p:spPr>
          <a:xfrm rot="16200000">
            <a:off x="5790910" y="5273292"/>
            <a:ext cx="483415" cy="27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55F148D6-3E82-1C26-0B34-84C015F1DCFA}"/>
              </a:ext>
            </a:extLst>
          </p:cNvPr>
          <p:cNvCxnSpPr>
            <a:cxnSpLocks/>
            <a:stCxn id="227" idx="3"/>
            <a:endCxn id="218" idx="1"/>
          </p:cNvCxnSpPr>
          <p:nvPr/>
        </p:nvCxnSpPr>
        <p:spPr>
          <a:xfrm rot="16200000">
            <a:off x="5800329" y="3641681"/>
            <a:ext cx="454499" cy="30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3F202A03-3ACE-A7E5-8AE3-E74A7EB2F492}"/>
              </a:ext>
            </a:extLst>
          </p:cNvPr>
          <p:cNvCxnSpPr>
            <a:stCxn id="220" idx="3"/>
            <a:endCxn id="224" idx="2"/>
          </p:cNvCxnSpPr>
          <p:nvPr/>
        </p:nvCxnSpPr>
        <p:spPr>
          <a:xfrm rot="16200000">
            <a:off x="5729636" y="2833047"/>
            <a:ext cx="502709" cy="212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urved Connector 232">
            <a:extLst>
              <a:ext uri="{FF2B5EF4-FFF2-40B4-BE49-F238E27FC236}">
                <a16:creationId xmlns:a16="http://schemas.microsoft.com/office/drawing/2014/main" id="{B20727AF-3924-6BA4-5818-C640649A6F29}"/>
              </a:ext>
            </a:extLst>
          </p:cNvPr>
          <p:cNvCxnSpPr>
            <a:cxnSpLocks/>
            <a:stCxn id="217" idx="0"/>
            <a:endCxn id="227" idx="0"/>
          </p:cNvCxnSpPr>
          <p:nvPr/>
        </p:nvCxnSpPr>
        <p:spPr>
          <a:xfrm rot="10800000" flipH="1">
            <a:off x="5876305" y="4031713"/>
            <a:ext cx="23478" cy="1682236"/>
          </a:xfrm>
          <a:prstGeom prst="curvedConnector3">
            <a:avLst>
              <a:gd name="adj1" fmla="val -88776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urved Connector 233">
            <a:extLst>
              <a:ext uri="{FF2B5EF4-FFF2-40B4-BE49-F238E27FC236}">
                <a16:creationId xmlns:a16="http://schemas.microsoft.com/office/drawing/2014/main" id="{13504AA8-2B07-6517-6153-245199CB8FCA}"/>
              </a:ext>
            </a:extLst>
          </p:cNvPr>
          <p:cNvCxnSpPr>
            <a:stCxn id="222" idx="0"/>
            <a:endCxn id="220" idx="0"/>
          </p:cNvCxnSpPr>
          <p:nvPr/>
        </p:nvCxnSpPr>
        <p:spPr>
          <a:xfrm flipH="1" flipV="1">
            <a:off x="5844091" y="3219955"/>
            <a:ext cx="17349" cy="1640453"/>
          </a:xfrm>
          <a:prstGeom prst="curvedConnector3">
            <a:avLst>
              <a:gd name="adj1" fmla="val 130138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1AA4E65-BF66-AA7F-F21B-DF16A2FA01FE}"/>
              </a:ext>
            </a:extLst>
          </p:cNvPr>
          <p:cNvSpPr/>
          <p:nvPr/>
        </p:nvSpPr>
        <p:spPr>
          <a:xfrm rot="16200000">
            <a:off x="6587545" y="2106009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EA1FECB-C9F2-AF08-C4BC-068F74B5BA93}"/>
              </a:ext>
            </a:extLst>
          </p:cNvPr>
          <p:cNvSpPr/>
          <p:nvPr/>
        </p:nvSpPr>
        <p:spPr>
          <a:xfrm rot="16200000">
            <a:off x="6580569" y="3776366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2FDEF08-1AC6-ACFD-8801-7A7A2C786348}"/>
              </a:ext>
            </a:extLst>
          </p:cNvPr>
          <p:cNvSpPr/>
          <p:nvPr/>
        </p:nvSpPr>
        <p:spPr>
          <a:xfrm rot="16200000">
            <a:off x="6613685" y="4608848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C554654-4462-4E1D-778E-3F9586C39DA8}"/>
              </a:ext>
            </a:extLst>
          </p:cNvPr>
          <p:cNvSpPr/>
          <p:nvPr/>
        </p:nvSpPr>
        <p:spPr>
          <a:xfrm rot="16200000">
            <a:off x="6627973" y="6247652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828B55E-B9DC-5299-A572-EB863463BE7C}"/>
              </a:ext>
            </a:extLst>
          </p:cNvPr>
          <p:cNvSpPr/>
          <p:nvPr/>
        </p:nvSpPr>
        <p:spPr>
          <a:xfrm rot="16200000">
            <a:off x="7527002" y="2895138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D39AE5A-D1BD-EC70-2B39-5E6CF90D5FAD}"/>
              </a:ext>
            </a:extLst>
          </p:cNvPr>
          <p:cNvSpPr/>
          <p:nvPr/>
        </p:nvSpPr>
        <p:spPr>
          <a:xfrm rot="16200000">
            <a:off x="6606257" y="5477583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7AC1B72-6BA4-8461-776E-E1EC3E8CF0FF}"/>
              </a:ext>
            </a:extLst>
          </p:cNvPr>
          <p:cNvSpPr/>
          <p:nvPr/>
        </p:nvSpPr>
        <p:spPr>
          <a:xfrm rot="16200000">
            <a:off x="7500216" y="2061285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94CF23B-ABA7-9B28-F298-5AB374075B5C}"/>
              </a:ext>
            </a:extLst>
          </p:cNvPr>
          <p:cNvSpPr/>
          <p:nvPr/>
        </p:nvSpPr>
        <p:spPr>
          <a:xfrm rot="16200000">
            <a:off x="7509537" y="3731247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3E787447-0E23-5780-B310-F4D0C2857859}"/>
              </a:ext>
            </a:extLst>
          </p:cNvPr>
          <p:cNvSpPr/>
          <p:nvPr/>
        </p:nvSpPr>
        <p:spPr>
          <a:xfrm rot="16200000">
            <a:off x="7527002" y="4560722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3D03086-F9D3-3132-9908-E4808D55C117}"/>
              </a:ext>
            </a:extLst>
          </p:cNvPr>
          <p:cNvSpPr/>
          <p:nvPr/>
        </p:nvSpPr>
        <p:spPr>
          <a:xfrm rot="16200000">
            <a:off x="7539500" y="5455610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48DB3484-5DBE-76A9-86A5-844C71E0CD4A}"/>
              </a:ext>
            </a:extLst>
          </p:cNvPr>
          <p:cNvSpPr/>
          <p:nvPr/>
        </p:nvSpPr>
        <p:spPr>
          <a:xfrm rot="16200000">
            <a:off x="7552450" y="6202928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483EEB0-D1BA-7F5F-FC89-FA7CC9DDD14A}"/>
              </a:ext>
            </a:extLst>
          </p:cNvPr>
          <p:cNvSpPr/>
          <p:nvPr/>
        </p:nvSpPr>
        <p:spPr>
          <a:xfrm rot="16200000">
            <a:off x="6606257" y="2935238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4D6849BF-445C-531E-9A27-0A548F35ED61}"/>
              </a:ext>
            </a:extLst>
          </p:cNvPr>
          <p:cNvSpPr/>
          <p:nvPr/>
        </p:nvSpPr>
        <p:spPr>
          <a:xfrm rot="16200000">
            <a:off x="8455821" y="2065909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AB82EFDF-DDEB-8B91-FE10-F06B1BEEA6E0}"/>
              </a:ext>
            </a:extLst>
          </p:cNvPr>
          <p:cNvSpPr/>
          <p:nvPr/>
        </p:nvSpPr>
        <p:spPr>
          <a:xfrm rot="16200000">
            <a:off x="8448845" y="3736266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C89AE51B-6F5D-73EB-CC81-FC81493F2AD9}"/>
              </a:ext>
            </a:extLst>
          </p:cNvPr>
          <p:cNvSpPr/>
          <p:nvPr/>
        </p:nvSpPr>
        <p:spPr>
          <a:xfrm rot="16200000">
            <a:off x="8481961" y="4568748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AF893CB2-3805-40C4-1AA0-72618390292D}"/>
              </a:ext>
            </a:extLst>
          </p:cNvPr>
          <p:cNvSpPr/>
          <p:nvPr/>
        </p:nvSpPr>
        <p:spPr>
          <a:xfrm rot="16200000">
            <a:off x="8496249" y="6207552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D43AD83-4C44-23F7-829E-0A6990B4E83D}"/>
              </a:ext>
            </a:extLst>
          </p:cNvPr>
          <p:cNvSpPr/>
          <p:nvPr/>
        </p:nvSpPr>
        <p:spPr>
          <a:xfrm rot="16200000">
            <a:off x="9395278" y="2855038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C154B5D-87F5-0BAC-E69C-6765E97A0D23}"/>
              </a:ext>
            </a:extLst>
          </p:cNvPr>
          <p:cNvSpPr/>
          <p:nvPr/>
        </p:nvSpPr>
        <p:spPr>
          <a:xfrm rot="16200000">
            <a:off x="8474533" y="5437483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54FD4015-DEDB-393E-1F8C-194D00E20743}"/>
              </a:ext>
            </a:extLst>
          </p:cNvPr>
          <p:cNvSpPr/>
          <p:nvPr/>
        </p:nvSpPr>
        <p:spPr>
          <a:xfrm rot="16200000">
            <a:off x="9368492" y="2021185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E948DD48-CE51-328E-517E-8D5B2D010231}"/>
              </a:ext>
            </a:extLst>
          </p:cNvPr>
          <p:cNvSpPr/>
          <p:nvPr/>
        </p:nvSpPr>
        <p:spPr>
          <a:xfrm rot="16200000">
            <a:off x="9377813" y="3691147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7022FCAD-449F-AB15-B402-0ED150C1845C}"/>
              </a:ext>
            </a:extLst>
          </p:cNvPr>
          <p:cNvSpPr/>
          <p:nvPr/>
        </p:nvSpPr>
        <p:spPr>
          <a:xfrm rot="16200000">
            <a:off x="9395278" y="4520622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CD7D66B0-5781-BDDC-A030-D71D62C50967}"/>
              </a:ext>
            </a:extLst>
          </p:cNvPr>
          <p:cNvSpPr/>
          <p:nvPr/>
        </p:nvSpPr>
        <p:spPr>
          <a:xfrm rot="16200000">
            <a:off x="9407776" y="5415510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BCB7AFAC-10D5-CD95-741C-9020FDC285D7}"/>
              </a:ext>
            </a:extLst>
          </p:cNvPr>
          <p:cNvSpPr/>
          <p:nvPr/>
        </p:nvSpPr>
        <p:spPr>
          <a:xfrm rot="16200000">
            <a:off x="9420726" y="6162828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E61C8D2F-4A02-D746-D601-10854C24BFB5}"/>
              </a:ext>
            </a:extLst>
          </p:cNvPr>
          <p:cNvSpPr/>
          <p:nvPr/>
        </p:nvSpPr>
        <p:spPr>
          <a:xfrm rot="16200000">
            <a:off x="8474533" y="2895138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84036EE4-3F0A-F656-E52D-47BE3372E9F5}"/>
              </a:ext>
            </a:extLst>
          </p:cNvPr>
          <p:cNvSpPr/>
          <p:nvPr/>
        </p:nvSpPr>
        <p:spPr>
          <a:xfrm rot="16200000">
            <a:off x="10232256" y="2020738"/>
            <a:ext cx="586008" cy="596634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6A884343-FB1A-9165-CCD8-293B45C73AD1}"/>
              </a:ext>
            </a:extLst>
          </p:cNvPr>
          <p:cNvSpPr/>
          <p:nvPr/>
        </p:nvSpPr>
        <p:spPr>
          <a:xfrm rot="16200000">
            <a:off x="10260568" y="3697465"/>
            <a:ext cx="585613" cy="60361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79166A8F-EF2D-07E8-C43D-8E09FC6458D5}"/>
              </a:ext>
            </a:extLst>
          </p:cNvPr>
          <p:cNvSpPr/>
          <p:nvPr/>
        </p:nvSpPr>
        <p:spPr>
          <a:xfrm rot="16200000">
            <a:off x="10284685" y="4538946"/>
            <a:ext cx="600931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E8C01DFB-C69A-A18B-B41E-0C35D22C3D3A}"/>
              </a:ext>
            </a:extLst>
          </p:cNvPr>
          <p:cNvSpPr/>
          <p:nvPr/>
        </p:nvSpPr>
        <p:spPr>
          <a:xfrm rot="16200000">
            <a:off x="10277954" y="6156730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2CFE6EE5-30AB-6D43-67B5-CAA7FEAA8C72}"/>
              </a:ext>
            </a:extLst>
          </p:cNvPr>
          <p:cNvSpPr/>
          <p:nvPr/>
        </p:nvSpPr>
        <p:spPr>
          <a:xfrm rot="16200000">
            <a:off x="11198003" y="2825236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A786CB95-3E15-7013-AAFD-A46894B3C35C}"/>
              </a:ext>
            </a:extLst>
          </p:cNvPr>
          <p:cNvSpPr/>
          <p:nvPr/>
        </p:nvSpPr>
        <p:spPr>
          <a:xfrm rot="16200000">
            <a:off x="10277258" y="5407681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51E8E2C0-E0EF-16FE-8A05-C0B6A8EEC902}"/>
              </a:ext>
            </a:extLst>
          </p:cNvPr>
          <p:cNvSpPr/>
          <p:nvPr/>
        </p:nvSpPr>
        <p:spPr>
          <a:xfrm rot="16200000">
            <a:off x="11171217" y="1991383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0018E1CA-5586-73BD-0A08-0CC549A1F318}"/>
              </a:ext>
            </a:extLst>
          </p:cNvPr>
          <p:cNvSpPr/>
          <p:nvPr/>
        </p:nvSpPr>
        <p:spPr>
          <a:xfrm rot="16200000">
            <a:off x="11180538" y="3661345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4C057C6A-9C91-385D-D4D2-DCB283917282}"/>
              </a:ext>
            </a:extLst>
          </p:cNvPr>
          <p:cNvSpPr/>
          <p:nvPr/>
        </p:nvSpPr>
        <p:spPr>
          <a:xfrm rot="16200000">
            <a:off x="11198003" y="4490820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F21AF693-3EBC-AE21-B2B4-E585B668B7D5}"/>
              </a:ext>
            </a:extLst>
          </p:cNvPr>
          <p:cNvSpPr/>
          <p:nvPr/>
        </p:nvSpPr>
        <p:spPr>
          <a:xfrm rot="16200000">
            <a:off x="11210501" y="5385708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C09A8D9C-9F6A-ED9F-10D5-7D362BBA7745}"/>
              </a:ext>
            </a:extLst>
          </p:cNvPr>
          <p:cNvSpPr/>
          <p:nvPr/>
        </p:nvSpPr>
        <p:spPr>
          <a:xfrm rot="16200000">
            <a:off x="11223451" y="6133026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52582472-8FFA-2369-1187-3C7669555137}"/>
              </a:ext>
            </a:extLst>
          </p:cNvPr>
          <p:cNvSpPr/>
          <p:nvPr/>
        </p:nvSpPr>
        <p:spPr>
          <a:xfrm rot="16200000">
            <a:off x="10277258" y="2865336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CDD5D11-6C3F-A6B8-39D9-E19F4919E3B6}"/>
              </a:ext>
            </a:extLst>
          </p:cNvPr>
          <p:cNvCxnSpPr>
            <a:cxnSpLocks/>
          </p:cNvCxnSpPr>
          <p:nvPr/>
        </p:nvCxnSpPr>
        <p:spPr>
          <a:xfrm rot="16200000" flipV="1">
            <a:off x="6584507" y="6179874"/>
            <a:ext cx="487130" cy="7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9F8F844-C310-277A-DB4A-B3891BE77EAB}"/>
              </a:ext>
            </a:extLst>
          </p:cNvPr>
          <p:cNvCxnSpPr>
            <a:cxnSpLocks/>
          </p:cNvCxnSpPr>
          <p:nvPr/>
        </p:nvCxnSpPr>
        <p:spPr>
          <a:xfrm rot="16200000">
            <a:off x="6553772" y="5314548"/>
            <a:ext cx="483415" cy="27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7302DD6B-F3DF-4A39-839D-4C8EAE9AA505}"/>
              </a:ext>
            </a:extLst>
          </p:cNvPr>
          <p:cNvCxnSpPr>
            <a:cxnSpLocks/>
          </p:cNvCxnSpPr>
          <p:nvPr/>
        </p:nvCxnSpPr>
        <p:spPr>
          <a:xfrm rot="16200000">
            <a:off x="6563191" y="3682937"/>
            <a:ext cx="454499" cy="30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40889E12-CF3E-96FE-9BF9-71C6E54625B6}"/>
              </a:ext>
            </a:extLst>
          </p:cNvPr>
          <p:cNvCxnSpPr/>
          <p:nvPr/>
        </p:nvCxnSpPr>
        <p:spPr>
          <a:xfrm rot="16200000">
            <a:off x="6492498" y="2874303"/>
            <a:ext cx="502709" cy="212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urved Connector 106">
            <a:extLst>
              <a:ext uri="{FF2B5EF4-FFF2-40B4-BE49-F238E27FC236}">
                <a16:creationId xmlns:a16="http://schemas.microsoft.com/office/drawing/2014/main" id="{6828937E-8F52-ECB1-D6A6-D031C754C7AA}"/>
              </a:ext>
            </a:extLst>
          </p:cNvPr>
          <p:cNvCxnSpPr>
            <a:cxnSpLocks/>
          </p:cNvCxnSpPr>
          <p:nvPr/>
        </p:nvCxnSpPr>
        <p:spPr>
          <a:xfrm rot="10800000" flipH="1">
            <a:off x="6639167" y="4072969"/>
            <a:ext cx="23478" cy="1682236"/>
          </a:xfrm>
          <a:prstGeom prst="curvedConnector3">
            <a:avLst>
              <a:gd name="adj1" fmla="val -88776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urved Connector 107">
            <a:extLst>
              <a:ext uri="{FF2B5EF4-FFF2-40B4-BE49-F238E27FC236}">
                <a16:creationId xmlns:a16="http://schemas.microsoft.com/office/drawing/2014/main" id="{8C629DCB-595F-06C7-E8A2-7F25668CE9FD}"/>
              </a:ext>
            </a:extLst>
          </p:cNvPr>
          <p:cNvCxnSpPr/>
          <p:nvPr/>
        </p:nvCxnSpPr>
        <p:spPr>
          <a:xfrm flipH="1" flipV="1">
            <a:off x="6606953" y="3261211"/>
            <a:ext cx="17349" cy="1640453"/>
          </a:xfrm>
          <a:prstGeom prst="curvedConnector3">
            <a:avLst>
              <a:gd name="adj1" fmla="val 130138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74612B58-43FC-4ED9-35A8-39A1164CE197}"/>
              </a:ext>
            </a:extLst>
          </p:cNvPr>
          <p:cNvCxnSpPr>
            <a:cxnSpLocks/>
          </p:cNvCxnSpPr>
          <p:nvPr/>
        </p:nvCxnSpPr>
        <p:spPr>
          <a:xfrm rot="16200000" flipV="1">
            <a:off x="7555960" y="6190086"/>
            <a:ext cx="487130" cy="7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183361A2-55CE-72DD-60F3-36103A10F4DA}"/>
              </a:ext>
            </a:extLst>
          </p:cNvPr>
          <p:cNvCxnSpPr>
            <a:cxnSpLocks/>
          </p:cNvCxnSpPr>
          <p:nvPr/>
        </p:nvCxnSpPr>
        <p:spPr>
          <a:xfrm rot="16200000">
            <a:off x="7525225" y="5324760"/>
            <a:ext cx="483415" cy="27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4F33B392-6244-8FAB-BDDD-ED142E048507}"/>
              </a:ext>
            </a:extLst>
          </p:cNvPr>
          <p:cNvCxnSpPr>
            <a:cxnSpLocks/>
          </p:cNvCxnSpPr>
          <p:nvPr/>
        </p:nvCxnSpPr>
        <p:spPr>
          <a:xfrm rot="16200000">
            <a:off x="7534644" y="3693149"/>
            <a:ext cx="454499" cy="30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591D4382-89B7-4391-589C-3D0884E3F208}"/>
              </a:ext>
            </a:extLst>
          </p:cNvPr>
          <p:cNvCxnSpPr/>
          <p:nvPr/>
        </p:nvCxnSpPr>
        <p:spPr>
          <a:xfrm rot="16200000">
            <a:off x="7463951" y="2884515"/>
            <a:ext cx="502709" cy="212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urved Connector 112">
            <a:extLst>
              <a:ext uri="{FF2B5EF4-FFF2-40B4-BE49-F238E27FC236}">
                <a16:creationId xmlns:a16="http://schemas.microsoft.com/office/drawing/2014/main" id="{B4439B77-FA14-FDF8-34EA-E48027F37600}"/>
              </a:ext>
            </a:extLst>
          </p:cNvPr>
          <p:cNvCxnSpPr>
            <a:cxnSpLocks/>
          </p:cNvCxnSpPr>
          <p:nvPr/>
        </p:nvCxnSpPr>
        <p:spPr>
          <a:xfrm rot="10800000" flipH="1">
            <a:off x="7610620" y="4083181"/>
            <a:ext cx="23478" cy="1682236"/>
          </a:xfrm>
          <a:prstGeom prst="curvedConnector3">
            <a:avLst>
              <a:gd name="adj1" fmla="val -88776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urved Connector 113">
            <a:extLst>
              <a:ext uri="{FF2B5EF4-FFF2-40B4-BE49-F238E27FC236}">
                <a16:creationId xmlns:a16="http://schemas.microsoft.com/office/drawing/2014/main" id="{BA00A4CB-F66A-EA1A-4311-3F8E59009DF0}"/>
              </a:ext>
            </a:extLst>
          </p:cNvPr>
          <p:cNvCxnSpPr/>
          <p:nvPr/>
        </p:nvCxnSpPr>
        <p:spPr>
          <a:xfrm flipH="1" flipV="1">
            <a:off x="7578406" y="3271423"/>
            <a:ext cx="17349" cy="1640453"/>
          </a:xfrm>
          <a:prstGeom prst="curvedConnector3">
            <a:avLst>
              <a:gd name="adj1" fmla="val 130138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89D357FA-4A99-9751-0937-D9D793C909C5}"/>
              </a:ext>
            </a:extLst>
          </p:cNvPr>
          <p:cNvCxnSpPr>
            <a:cxnSpLocks/>
          </p:cNvCxnSpPr>
          <p:nvPr/>
        </p:nvCxnSpPr>
        <p:spPr>
          <a:xfrm rot="16200000" flipV="1">
            <a:off x="8475467" y="6051112"/>
            <a:ext cx="487130" cy="7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93082491-15A5-B01B-C32F-1CC9836A014C}"/>
              </a:ext>
            </a:extLst>
          </p:cNvPr>
          <p:cNvCxnSpPr>
            <a:cxnSpLocks/>
          </p:cNvCxnSpPr>
          <p:nvPr/>
        </p:nvCxnSpPr>
        <p:spPr>
          <a:xfrm rot="16200000">
            <a:off x="8444732" y="5185786"/>
            <a:ext cx="483415" cy="27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23DAD5A4-3797-D9F5-246C-12E991E0AF08}"/>
              </a:ext>
            </a:extLst>
          </p:cNvPr>
          <p:cNvCxnSpPr>
            <a:cxnSpLocks/>
          </p:cNvCxnSpPr>
          <p:nvPr/>
        </p:nvCxnSpPr>
        <p:spPr>
          <a:xfrm rot="16200000">
            <a:off x="8454151" y="3554175"/>
            <a:ext cx="454499" cy="30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3314CA08-8F2D-81C2-FE77-4E085F169C16}"/>
              </a:ext>
            </a:extLst>
          </p:cNvPr>
          <p:cNvCxnSpPr/>
          <p:nvPr/>
        </p:nvCxnSpPr>
        <p:spPr>
          <a:xfrm rot="16200000">
            <a:off x="8383458" y="2745541"/>
            <a:ext cx="502709" cy="212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urved Connector 118">
            <a:extLst>
              <a:ext uri="{FF2B5EF4-FFF2-40B4-BE49-F238E27FC236}">
                <a16:creationId xmlns:a16="http://schemas.microsoft.com/office/drawing/2014/main" id="{A1913E32-8AC5-5C6F-5080-55B69ED95062}"/>
              </a:ext>
            </a:extLst>
          </p:cNvPr>
          <p:cNvCxnSpPr>
            <a:cxnSpLocks/>
          </p:cNvCxnSpPr>
          <p:nvPr/>
        </p:nvCxnSpPr>
        <p:spPr>
          <a:xfrm rot="10800000" flipH="1">
            <a:off x="8530127" y="3944207"/>
            <a:ext cx="23478" cy="1682236"/>
          </a:xfrm>
          <a:prstGeom prst="curvedConnector3">
            <a:avLst>
              <a:gd name="adj1" fmla="val -88776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urved Connector 119">
            <a:extLst>
              <a:ext uri="{FF2B5EF4-FFF2-40B4-BE49-F238E27FC236}">
                <a16:creationId xmlns:a16="http://schemas.microsoft.com/office/drawing/2014/main" id="{8A659ADB-5B56-E0AB-075D-75B802B4E372}"/>
              </a:ext>
            </a:extLst>
          </p:cNvPr>
          <p:cNvCxnSpPr/>
          <p:nvPr/>
        </p:nvCxnSpPr>
        <p:spPr>
          <a:xfrm flipH="1" flipV="1">
            <a:off x="8497913" y="3132449"/>
            <a:ext cx="17349" cy="1640453"/>
          </a:xfrm>
          <a:prstGeom prst="curvedConnector3">
            <a:avLst>
              <a:gd name="adj1" fmla="val 130138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723133C8-4E3C-9C42-94BF-667DD4CC4453}"/>
              </a:ext>
            </a:extLst>
          </p:cNvPr>
          <p:cNvCxnSpPr>
            <a:cxnSpLocks/>
          </p:cNvCxnSpPr>
          <p:nvPr/>
        </p:nvCxnSpPr>
        <p:spPr>
          <a:xfrm rot="16200000" flipV="1">
            <a:off x="9415895" y="6026181"/>
            <a:ext cx="487130" cy="7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F34E65EC-FD86-02B1-5F56-13B1A2B06A4D}"/>
              </a:ext>
            </a:extLst>
          </p:cNvPr>
          <p:cNvCxnSpPr>
            <a:cxnSpLocks/>
          </p:cNvCxnSpPr>
          <p:nvPr/>
        </p:nvCxnSpPr>
        <p:spPr>
          <a:xfrm rot="16200000">
            <a:off x="9385160" y="5160855"/>
            <a:ext cx="483415" cy="27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1D17AA06-9D01-A38F-4BDC-CA7A2924EC18}"/>
              </a:ext>
            </a:extLst>
          </p:cNvPr>
          <p:cNvCxnSpPr>
            <a:cxnSpLocks/>
          </p:cNvCxnSpPr>
          <p:nvPr/>
        </p:nvCxnSpPr>
        <p:spPr>
          <a:xfrm rot="16200000">
            <a:off x="9394579" y="3529244"/>
            <a:ext cx="454499" cy="30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72C12FBD-E07D-5CDB-9228-CBAA14F3C099}"/>
              </a:ext>
            </a:extLst>
          </p:cNvPr>
          <p:cNvCxnSpPr/>
          <p:nvPr/>
        </p:nvCxnSpPr>
        <p:spPr>
          <a:xfrm rot="16200000">
            <a:off x="9323886" y="2720610"/>
            <a:ext cx="502709" cy="212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urved Connector 124">
            <a:extLst>
              <a:ext uri="{FF2B5EF4-FFF2-40B4-BE49-F238E27FC236}">
                <a16:creationId xmlns:a16="http://schemas.microsoft.com/office/drawing/2014/main" id="{CA5FC818-8148-FBE0-2EA8-B00C3CDBA5A2}"/>
              </a:ext>
            </a:extLst>
          </p:cNvPr>
          <p:cNvCxnSpPr>
            <a:cxnSpLocks/>
          </p:cNvCxnSpPr>
          <p:nvPr/>
        </p:nvCxnSpPr>
        <p:spPr>
          <a:xfrm rot="10800000" flipH="1">
            <a:off x="9470555" y="3919276"/>
            <a:ext cx="23478" cy="1682236"/>
          </a:xfrm>
          <a:prstGeom prst="curvedConnector3">
            <a:avLst>
              <a:gd name="adj1" fmla="val -88776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urved Connector 125">
            <a:extLst>
              <a:ext uri="{FF2B5EF4-FFF2-40B4-BE49-F238E27FC236}">
                <a16:creationId xmlns:a16="http://schemas.microsoft.com/office/drawing/2014/main" id="{9893BA73-8488-7983-1045-3F7E333A1DDA}"/>
              </a:ext>
            </a:extLst>
          </p:cNvPr>
          <p:cNvCxnSpPr/>
          <p:nvPr/>
        </p:nvCxnSpPr>
        <p:spPr>
          <a:xfrm flipH="1" flipV="1">
            <a:off x="9438341" y="3107518"/>
            <a:ext cx="17349" cy="1640453"/>
          </a:xfrm>
          <a:prstGeom prst="curvedConnector3">
            <a:avLst>
              <a:gd name="adj1" fmla="val 130138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BAB60E5C-4983-0A88-2DC6-F9689D607EE4}"/>
              </a:ext>
            </a:extLst>
          </p:cNvPr>
          <p:cNvCxnSpPr>
            <a:cxnSpLocks/>
          </p:cNvCxnSpPr>
          <p:nvPr/>
        </p:nvCxnSpPr>
        <p:spPr>
          <a:xfrm rot="16200000" flipV="1">
            <a:off x="10348453" y="6078593"/>
            <a:ext cx="487130" cy="7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A20F85E9-19F7-4FCE-9989-77E366E22140}"/>
              </a:ext>
            </a:extLst>
          </p:cNvPr>
          <p:cNvCxnSpPr>
            <a:cxnSpLocks/>
          </p:cNvCxnSpPr>
          <p:nvPr/>
        </p:nvCxnSpPr>
        <p:spPr>
          <a:xfrm rot="16200000">
            <a:off x="10317718" y="5213267"/>
            <a:ext cx="483415" cy="27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F9D25821-706D-367C-52C8-0DC9C6012F08}"/>
              </a:ext>
            </a:extLst>
          </p:cNvPr>
          <p:cNvCxnSpPr>
            <a:cxnSpLocks/>
          </p:cNvCxnSpPr>
          <p:nvPr/>
        </p:nvCxnSpPr>
        <p:spPr>
          <a:xfrm rot="16200000">
            <a:off x="10327137" y="3581656"/>
            <a:ext cx="454499" cy="30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1C371435-C7C6-5A5B-78A9-6B5B36EB873C}"/>
              </a:ext>
            </a:extLst>
          </p:cNvPr>
          <p:cNvCxnSpPr/>
          <p:nvPr/>
        </p:nvCxnSpPr>
        <p:spPr>
          <a:xfrm rot="16200000">
            <a:off x="10256444" y="2773022"/>
            <a:ext cx="502709" cy="212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urved Connector 130">
            <a:extLst>
              <a:ext uri="{FF2B5EF4-FFF2-40B4-BE49-F238E27FC236}">
                <a16:creationId xmlns:a16="http://schemas.microsoft.com/office/drawing/2014/main" id="{C1A233D9-A832-E2DF-E745-B210CFC9E0C1}"/>
              </a:ext>
            </a:extLst>
          </p:cNvPr>
          <p:cNvCxnSpPr>
            <a:cxnSpLocks/>
          </p:cNvCxnSpPr>
          <p:nvPr/>
        </p:nvCxnSpPr>
        <p:spPr>
          <a:xfrm rot="10800000" flipH="1">
            <a:off x="10403113" y="3971688"/>
            <a:ext cx="23478" cy="1682236"/>
          </a:xfrm>
          <a:prstGeom prst="curvedConnector3">
            <a:avLst>
              <a:gd name="adj1" fmla="val -88776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urved Connector 131">
            <a:extLst>
              <a:ext uri="{FF2B5EF4-FFF2-40B4-BE49-F238E27FC236}">
                <a16:creationId xmlns:a16="http://schemas.microsoft.com/office/drawing/2014/main" id="{5493773B-844E-22CD-945D-6714C5573856}"/>
              </a:ext>
            </a:extLst>
          </p:cNvPr>
          <p:cNvCxnSpPr/>
          <p:nvPr/>
        </p:nvCxnSpPr>
        <p:spPr>
          <a:xfrm flipH="1" flipV="1">
            <a:off x="10370899" y="3159930"/>
            <a:ext cx="17349" cy="1640453"/>
          </a:xfrm>
          <a:prstGeom prst="curvedConnector3">
            <a:avLst>
              <a:gd name="adj1" fmla="val 130138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CCE130DB-CBE6-745B-ED0A-D0423CE3AFB7}"/>
              </a:ext>
            </a:extLst>
          </p:cNvPr>
          <p:cNvCxnSpPr>
            <a:cxnSpLocks/>
          </p:cNvCxnSpPr>
          <p:nvPr/>
        </p:nvCxnSpPr>
        <p:spPr>
          <a:xfrm rot="16200000" flipV="1">
            <a:off x="11277215" y="6044534"/>
            <a:ext cx="487130" cy="7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2EB3C0E1-6169-4FF7-7FCC-666E3C62785A}"/>
              </a:ext>
            </a:extLst>
          </p:cNvPr>
          <p:cNvCxnSpPr>
            <a:cxnSpLocks/>
          </p:cNvCxnSpPr>
          <p:nvPr/>
        </p:nvCxnSpPr>
        <p:spPr>
          <a:xfrm rot="16200000">
            <a:off x="11246480" y="5179208"/>
            <a:ext cx="483415" cy="27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2A807AF7-0704-7258-E2D2-08126C37B072}"/>
              </a:ext>
            </a:extLst>
          </p:cNvPr>
          <p:cNvCxnSpPr>
            <a:cxnSpLocks/>
          </p:cNvCxnSpPr>
          <p:nvPr/>
        </p:nvCxnSpPr>
        <p:spPr>
          <a:xfrm rot="16200000">
            <a:off x="11255899" y="3547597"/>
            <a:ext cx="454499" cy="30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33FF9E2F-0AE7-06B5-EAA4-F6C21764896A}"/>
              </a:ext>
            </a:extLst>
          </p:cNvPr>
          <p:cNvCxnSpPr/>
          <p:nvPr/>
        </p:nvCxnSpPr>
        <p:spPr>
          <a:xfrm rot="16200000">
            <a:off x="11185206" y="2738963"/>
            <a:ext cx="502709" cy="212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urved Connector 136">
            <a:extLst>
              <a:ext uri="{FF2B5EF4-FFF2-40B4-BE49-F238E27FC236}">
                <a16:creationId xmlns:a16="http://schemas.microsoft.com/office/drawing/2014/main" id="{BC5814AE-0008-1ED2-C52B-8B77DC3AA0C4}"/>
              </a:ext>
            </a:extLst>
          </p:cNvPr>
          <p:cNvCxnSpPr>
            <a:cxnSpLocks/>
          </p:cNvCxnSpPr>
          <p:nvPr/>
        </p:nvCxnSpPr>
        <p:spPr>
          <a:xfrm rot="10800000" flipH="1">
            <a:off x="11331875" y="3937629"/>
            <a:ext cx="23478" cy="1682236"/>
          </a:xfrm>
          <a:prstGeom prst="curvedConnector3">
            <a:avLst>
              <a:gd name="adj1" fmla="val -88776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urved Connector 137">
            <a:extLst>
              <a:ext uri="{FF2B5EF4-FFF2-40B4-BE49-F238E27FC236}">
                <a16:creationId xmlns:a16="http://schemas.microsoft.com/office/drawing/2014/main" id="{F03CB3C6-E875-DDB1-CE7C-F88DE9174219}"/>
              </a:ext>
            </a:extLst>
          </p:cNvPr>
          <p:cNvCxnSpPr/>
          <p:nvPr/>
        </p:nvCxnSpPr>
        <p:spPr>
          <a:xfrm flipH="1" flipV="1">
            <a:off x="11299661" y="3125871"/>
            <a:ext cx="17349" cy="1640453"/>
          </a:xfrm>
          <a:prstGeom prst="curvedConnector3">
            <a:avLst>
              <a:gd name="adj1" fmla="val 130138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5019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D0006-B9E7-74BE-A093-CAE489D98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Rounded Rectangle 251">
            <a:extLst>
              <a:ext uri="{FF2B5EF4-FFF2-40B4-BE49-F238E27FC236}">
                <a16:creationId xmlns:a16="http://schemas.microsoft.com/office/drawing/2014/main" id="{C122E8F2-EC57-E345-DD76-E50BC635C00E}"/>
              </a:ext>
            </a:extLst>
          </p:cNvPr>
          <p:cNvSpPr/>
          <p:nvPr/>
        </p:nvSpPr>
        <p:spPr>
          <a:xfrm>
            <a:off x="241751" y="4024758"/>
            <a:ext cx="1176898" cy="45322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1" name="Rounded Rectangle 250">
            <a:extLst>
              <a:ext uri="{FF2B5EF4-FFF2-40B4-BE49-F238E27FC236}">
                <a16:creationId xmlns:a16="http://schemas.microsoft.com/office/drawing/2014/main" id="{7196CA3F-B76E-1F2F-392B-24F90CB44103}"/>
              </a:ext>
            </a:extLst>
          </p:cNvPr>
          <p:cNvSpPr/>
          <p:nvPr/>
        </p:nvSpPr>
        <p:spPr>
          <a:xfrm>
            <a:off x="2322799" y="4024758"/>
            <a:ext cx="1176898" cy="45322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0" name="Rounded Rectangle 249">
            <a:extLst>
              <a:ext uri="{FF2B5EF4-FFF2-40B4-BE49-F238E27FC236}">
                <a16:creationId xmlns:a16="http://schemas.microsoft.com/office/drawing/2014/main" id="{26B19C0F-CC45-D6C2-F6F0-05C82F6C3CF5}"/>
              </a:ext>
            </a:extLst>
          </p:cNvPr>
          <p:cNvSpPr/>
          <p:nvPr/>
        </p:nvSpPr>
        <p:spPr>
          <a:xfrm>
            <a:off x="1530946" y="5304454"/>
            <a:ext cx="4120055" cy="45322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" name="Rounded Rectangle 248">
            <a:extLst>
              <a:ext uri="{FF2B5EF4-FFF2-40B4-BE49-F238E27FC236}">
                <a16:creationId xmlns:a16="http://schemas.microsoft.com/office/drawing/2014/main" id="{7007A245-7D24-2DDF-9E7F-0DE4285793EB}"/>
              </a:ext>
            </a:extLst>
          </p:cNvPr>
          <p:cNvSpPr/>
          <p:nvPr/>
        </p:nvSpPr>
        <p:spPr>
          <a:xfrm>
            <a:off x="1555346" y="4826164"/>
            <a:ext cx="4120055" cy="45322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Rounded Rectangle 138">
            <a:extLst>
              <a:ext uri="{FF2B5EF4-FFF2-40B4-BE49-F238E27FC236}">
                <a16:creationId xmlns:a16="http://schemas.microsoft.com/office/drawing/2014/main" id="{0B06BFDC-11EE-2CCE-D3D3-3DDE65B2B350}"/>
              </a:ext>
            </a:extLst>
          </p:cNvPr>
          <p:cNvSpPr/>
          <p:nvPr/>
        </p:nvSpPr>
        <p:spPr>
          <a:xfrm>
            <a:off x="6327228" y="1783227"/>
            <a:ext cx="5654566" cy="5074773"/>
          </a:xfrm>
          <a:custGeom>
            <a:avLst/>
            <a:gdLst>
              <a:gd name="csX0" fmla="*/ 0 w 5654566"/>
              <a:gd name="csY0" fmla="*/ 320320 h 5074773"/>
              <a:gd name="csX1" fmla="*/ 320320 w 5654566"/>
              <a:gd name="csY1" fmla="*/ 0 h 5074773"/>
              <a:gd name="csX2" fmla="*/ 727005 w 5654566"/>
              <a:gd name="csY2" fmla="*/ 0 h 5074773"/>
              <a:gd name="csX3" fmla="*/ 1284108 w 5654566"/>
              <a:gd name="csY3" fmla="*/ 0 h 5074773"/>
              <a:gd name="csX4" fmla="*/ 1941489 w 5654566"/>
              <a:gd name="csY4" fmla="*/ 0 h 5074773"/>
              <a:gd name="csX5" fmla="*/ 2548732 w 5654566"/>
              <a:gd name="csY5" fmla="*/ 0 h 5074773"/>
              <a:gd name="csX6" fmla="*/ 3055695 w 5654566"/>
              <a:gd name="csY6" fmla="*/ 0 h 5074773"/>
              <a:gd name="csX7" fmla="*/ 3662937 w 5654566"/>
              <a:gd name="csY7" fmla="*/ 0 h 5074773"/>
              <a:gd name="csX8" fmla="*/ 4119762 w 5654566"/>
              <a:gd name="csY8" fmla="*/ 0 h 5074773"/>
              <a:gd name="csX9" fmla="*/ 4676865 w 5654566"/>
              <a:gd name="csY9" fmla="*/ 0 h 5074773"/>
              <a:gd name="csX10" fmla="*/ 5334246 w 5654566"/>
              <a:gd name="csY10" fmla="*/ 0 h 5074773"/>
              <a:gd name="csX11" fmla="*/ 5654566 w 5654566"/>
              <a:gd name="csY11" fmla="*/ 320320 h 5074773"/>
              <a:gd name="csX12" fmla="*/ 5654566 w 5654566"/>
              <a:gd name="csY12" fmla="*/ 918928 h 5074773"/>
              <a:gd name="csX13" fmla="*/ 5654566 w 5654566"/>
              <a:gd name="csY13" fmla="*/ 1428853 h 5074773"/>
              <a:gd name="csX14" fmla="*/ 5654566 w 5654566"/>
              <a:gd name="csY14" fmla="*/ 1894437 h 5074773"/>
              <a:gd name="csX15" fmla="*/ 5654566 w 5654566"/>
              <a:gd name="csY15" fmla="*/ 2448704 h 5074773"/>
              <a:gd name="csX16" fmla="*/ 5654566 w 5654566"/>
              <a:gd name="csY16" fmla="*/ 3047312 h 5074773"/>
              <a:gd name="csX17" fmla="*/ 5654566 w 5654566"/>
              <a:gd name="csY17" fmla="*/ 3690261 h 5074773"/>
              <a:gd name="csX18" fmla="*/ 5654566 w 5654566"/>
              <a:gd name="csY18" fmla="*/ 4754453 h 5074773"/>
              <a:gd name="csX19" fmla="*/ 5334246 w 5654566"/>
              <a:gd name="csY19" fmla="*/ 5074773 h 5074773"/>
              <a:gd name="csX20" fmla="*/ 4927561 w 5654566"/>
              <a:gd name="csY20" fmla="*/ 5074773 h 5074773"/>
              <a:gd name="csX21" fmla="*/ 4320319 w 5654566"/>
              <a:gd name="csY21" fmla="*/ 5074773 h 5074773"/>
              <a:gd name="csX22" fmla="*/ 3813355 w 5654566"/>
              <a:gd name="csY22" fmla="*/ 5074773 h 5074773"/>
              <a:gd name="csX23" fmla="*/ 3356531 w 5654566"/>
              <a:gd name="csY23" fmla="*/ 5074773 h 5074773"/>
              <a:gd name="csX24" fmla="*/ 2949846 w 5654566"/>
              <a:gd name="csY24" fmla="*/ 5074773 h 5074773"/>
              <a:gd name="csX25" fmla="*/ 2493021 w 5654566"/>
              <a:gd name="csY25" fmla="*/ 5074773 h 5074773"/>
              <a:gd name="csX26" fmla="*/ 2036197 w 5654566"/>
              <a:gd name="csY26" fmla="*/ 5074773 h 5074773"/>
              <a:gd name="csX27" fmla="*/ 1479094 w 5654566"/>
              <a:gd name="csY27" fmla="*/ 5074773 h 5074773"/>
              <a:gd name="csX28" fmla="*/ 921991 w 5654566"/>
              <a:gd name="csY28" fmla="*/ 5074773 h 5074773"/>
              <a:gd name="csX29" fmla="*/ 320320 w 5654566"/>
              <a:gd name="csY29" fmla="*/ 5074773 h 5074773"/>
              <a:gd name="csX30" fmla="*/ 0 w 5654566"/>
              <a:gd name="csY30" fmla="*/ 4754453 h 5074773"/>
              <a:gd name="csX31" fmla="*/ 0 w 5654566"/>
              <a:gd name="csY31" fmla="*/ 4111504 h 5074773"/>
              <a:gd name="csX32" fmla="*/ 0 w 5654566"/>
              <a:gd name="csY32" fmla="*/ 3645920 h 5074773"/>
              <a:gd name="csX33" fmla="*/ 0 w 5654566"/>
              <a:gd name="csY33" fmla="*/ 3047312 h 5074773"/>
              <a:gd name="csX34" fmla="*/ 0 w 5654566"/>
              <a:gd name="csY34" fmla="*/ 2404363 h 5074773"/>
              <a:gd name="csX35" fmla="*/ 0 w 5654566"/>
              <a:gd name="csY35" fmla="*/ 1983120 h 5074773"/>
              <a:gd name="csX36" fmla="*/ 0 w 5654566"/>
              <a:gd name="csY36" fmla="*/ 1340171 h 5074773"/>
              <a:gd name="csX37" fmla="*/ 0 w 5654566"/>
              <a:gd name="csY37" fmla="*/ 320320 h 50747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5654566" h="5074773" fill="none" extrusionOk="0">
                <a:moveTo>
                  <a:pt x="0" y="320320"/>
                </a:moveTo>
                <a:cubicBezTo>
                  <a:pt x="-25623" y="146484"/>
                  <a:pt x="167879" y="25699"/>
                  <a:pt x="320320" y="0"/>
                </a:cubicBezTo>
                <a:cubicBezTo>
                  <a:pt x="437692" y="-8630"/>
                  <a:pt x="603489" y="17761"/>
                  <a:pt x="727005" y="0"/>
                </a:cubicBezTo>
                <a:cubicBezTo>
                  <a:pt x="850521" y="-17761"/>
                  <a:pt x="1126813" y="46373"/>
                  <a:pt x="1284108" y="0"/>
                </a:cubicBezTo>
                <a:cubicBezTo>
                  <a:pt x="1441403" y="-46373"/>
                  <a:pt x="1724824" y="60749"/>
                  <a:pt x="1941489" y="0"/>
                </a:cubicBezTo>
                <a:cubicBezTo>
                  <a:pt x="2158154" y="-60749"/>
                  <a:pt x="2308009" y="22753"/>
                  <a:pt x="2548732" y="0"/>
                </a:cubicBezTo>
                <a:cubicBezTo>
                  <a:pt x="2789455" y="-22753"/>
                  <a:pt x="2811804" y="25786"/>
                  <a:pt x="3055695" y="0"/>
                </a:cubicBezTo>
                <a:cubicBezTo>
                  <a:pt x="3299586" y="-25786"/>
                  <a:pt x="3454289" y="2161"/>
                  <a:pt x="3662937" y="0"/>
                </a:cubicBezTo>
                <a:cubicBezTo>
                  <a:pt x="3871585" y="-2161"/>
                  <a:pt x="3950837" y="6403"/>
                  <a:pt x="4119762" y="0"/>
                </a:cubicBezTo>
                <a:cubicBezTo>
                  <a:pt x="4288687" y="-6403"/>
                  <a:pt x="4428450" y="9850"/>
                  <a:pt x="4676865" y="0"/>
                </a:cubicBezTo>
                <a:cubicBezTo>
                  <a:pt x="4925280" y="-9850"/>
                  <a:pt x="5054514" y="55816"/>
                  <a:pt x="5334246" y="0"/>
                </a:cubicBezTo>
                <a:cubicBezTo>
                  <a:pt x="5526056" y="-23200"/>
                  <a:pt x="5680453" y="123041"/>
                  <a:pt x="5654566" y="320320"/>
                </a:cubicBezTo>
                <a:cubicBezTo>
                  <a:pt x="5666403" y="459802"/>
                  <a:pt x="5597737" y="743866"/>
                  <a:pt x="5654566" y="918928"/>
                </a:cubicBezTo>
                <a:cubicBezTo>
                  <a:pt x="5711395" y="1093990"/>
                  <a:pt x="5635746" y="1286215"/>
                  <a:pt x="5654566" y="1428853"/>
                </a:cubicBezTo>
                <a:cubicBezTo>
                  <a:pt x="5673386" y="1571491"/>
                  <a:pt x="5618238" y="1764606"/>
                  <a:pt x="5654566" y="1894437"/>
                </a:cubicBezTo>
                <a:cubicBezTo>
                  <a:pt x="5690894" y="2024268"/>
                  <a:pt x="5636101" y="2321914"/>
                  <a:pt x="5654566" y="2448704"/>
                </a:cubicBezTo>
                <a:cubicBezTo>
                  <a:pt x="5673031" y="2575494"/>
                  <a:pt x="5590949" y="2791403"/>
                  <a:pt x="5654566" y="3047312"/>
                </a:cubicBezTo>
                <a:cubicBezTo>
                  <a:pt x="5718183" y="3303221"/>
                  <a:pt x="5584996" y="3514555"/>
                  <a:pt x="5654566" y="3690261"/>
                </a:cubicBezTo>
                <a:cubicBezTo>
                  <a:pt x="5724136" y="3865967"/>
                  <a:pt x="5643687" y="4346759"/>
                  <a:pt x="5654566" y="4754453"/>
                </a:cubicBezTo>
                <a:cubicBezTo>
                  <a:pt x="5657357" y="4936787"/>
                  <a:pt x="5528111" y="5069999"/>
                  <a:pt x="5334246" y="5074773"/>
                </a:cubicBezTo>
                <a:cubicBezTo>
                  <a:pt x="5191983" y="5106450"/>
                  <a:pt x="5058917" y="5052948"/>
                  <a:pt x="4927561" y="5074773"/>
                </a:cubicBezTo>
                <a:cubicBezTo>
                  <a:pt x="4796205" y="5096598"/>
                  <a:pt x="4477397" y="5060143"/>
                  <a:pt x="4320319" y="5074773"/>
                </a:cubicBezTo>
                <a:cubicBezTo>
                  <a:pt x="4163241" y="5089403"/>
                  <a:pt x="3967964" y="5073290"/>
                  <a:pt x="3813355" y="5074773"/>
                </a:cubicBezTo>
                <a:cubicBezTo>
                  <a:pt x="3658746" y="5076256"/>
                  <a:pt x="3472079" y="5072548"/>
                  <a:pt x="3356531" y="5074773"/>
                </a:cubicBezTo>
                <a:cubicBezTo>
                  <a:pt x="3240983" y="5076998"/>
                  <a:pt x="3094389" y="5027182"/>
                  <a:pt x="2949846" y="5074773"/>
                </a:cubicBezTo>
                <a:cubicBezTo>
                  <a:pt x="2805304" y="5122364"/>
                  <a:pt x="2675811" y="5040487"/>
                  <a:pt x="2493021" y="5074773"/>
                </a:cubicBezTo>
                <a:cubicBezTo>
                  <a:pt x="2310232" y="5109059"/>
                  <a:pt x="2198673" y="5040369"/>
                  <a:pt x="2036197" y="5074773"/>
                </a:cubicBezTo>
                <a:cubicBezTo>
                  <a:pt x="1873721" y="5109177"/>
                  <a:pt x="1643433" y="5052641"/>
                  <a:pt x="1479094" y="5074773"/>
                </a:cubicBezTo>
                <a:cubicBezTo>
                  <a:pt x="1314755" y="5096905"/>
                  <a:pt x="1162144" y="5023427"/>
                  <a:pt x="921991" y="5074773"/>
                </a:cubicBezTo>
                <a:cubicBezTo>
                  <a:pt x="681838" y="5126119"/>
                  <a:pt x="552979" y="5073980"/>
                  <a:pt x="320320" y="5074773"/>
                </a:cubicBezTo>
                <a:cubicBezTo>
                  <a:pt x="103749" y="5084163"/>
                  <a:pt x="-20820" y="4950901"/>
                  <a:pt x="0" y="4754453"/>
                </a:cubicBezTo>
                <a:cubicBezTo>
                  <a:pt x="-27856" y="4617299"/>
                  <a:pt x="25517" y="4393383"/>
                  <a:pt x="0" y="4111504"/>
                </a:cubicBezTo>
                <a:cubicBezTo>
                  <a:pt x="-25517" y="3829625"/>
                  <a:pt x="19399" y="3863544"/>
                  <a:pt x="0" y="3645920"/>
                </a:cubicBezTo>
                <a:cubicBezTo>
                  <a:pt x="-19399" y="3428296"/>
                  <a:pt x="2559" y="3288293"/>
                  <a:pt x="0" y="3047312"/>
                </a:cubicBezTo>
                <a:cubicBezTo>
                  <a:pt x="-2559" y="2806331"/>
                  <a:pt x="12342" y="2596144"/>
                  <a:pt x="0" y="2404363"/>
                </a:cubicBezTo>
                <a:cubicBezTo>
                  <a:pt x="-12342" y="2212582"/>
                  <a:pt x="23237" y="2178903"/>
                  <a:pt x="0" y="1983120"/>
                </a:cubicBezTo>
                <a:cubicBezTo>
                  <a:pt x="-23237" y="1787337"/>
                  <a:pt x="48309" y="1503350"/>
                  <a:pt x="0" y="1340171"/>
                </a:cubicBezTo>
                <a:cubicBezTo>
                  <a:pt x="-48309" y="1176992"/>
                  <a:pt x="83732" y="657622"/>
                  <a:pt x="0" y="320320"/>
                </a:cubicBezTo>
                <a:close/>
              </a:path>
              <a:path w="5654566" h="5074773" stroke="0" extrusionOk="0">
                <a:moveTo>
                  <a:pt x="0" y="320320"/>
                </a:moveTo>
                <a:cubicBezTo>
                  <a:pt x="-42447" y="117229"/>
                  <a:pt x="96587" y="17574"/>
                  <a:pt x="320320" y="0"/>
                </a:cubicBezTo>
                <a:cubicBezTo>
                  <a:pt x="574755" y="-3432"/>
                  <a:pt x="746614" y="49996"/>
                  <a:pt x="977701" y="0"/>
                </a:cubicBezTo>
                <a:cubicBezTo>
                  <a:pt x="1208788" y="-49996"/>
                  <a:pt x="1234160" y="13133"/>
                  <a:pt x="1484665" y="0"/>
                </a:cubicBezTo>
                <a:cubicBezTo>
                  <a:pt x="1735170" y="-13133"/>
                  <a:pt x="1713130" y="31631"/>
                  <a:pt x="1941489" y="0"/>
                </a:cubicBezTo>
                <a:cubicBezTo>
                  <a:pt x="2169848" y="-31631"/>
                  <a:pt x="2378380" y="12478"/>
                  <a:pt x="2548732" y="0"/>
                </a:cubicBezTo>
                <a:cubicBezTo>
                  <a:pt x="2719084" y="-12478"/>
                  <a:pt x="2931009" y="7753"/>
                  <a:pt x="3055695" y="0"/>
                </a:cubicBezTo>
                <a:cubicBezTo>
                  <a:pt x="3180381" y="-7753"/>
                  <a:pt x="3499929" y="21286"/>
                  <a:pt x="3713077" y="0"/>
                </a:cubicBezTo>
                <a:cubicBezTo>
                  <a:pt x="3926225" y="-21286"/>
                  <a:pt x="3942610" y="23159"/>
                  <a:pt x="4169901" y="0"/>
                </a:cubicBezTo>
                <a:cubicBezTo>
                  <a:pt x="4397192" y="-23159"/>
                  <a:pt x="4640142" y="32651"/>
                  <a:pt x="4827282" y="0"/>
                </a:cubicBezTo>
                <a:cubicBezTo>
                  <a:pt x="5014422" y="-32651"/>
                  <a:pt x="5176210" y="60339"/>
                  <a:pt x="5334246" y="0"/>
                </a:cubicBezTo>
                <a:cubicBezTo>
                  <a:pt x="5496822" y="-820"/>
                  <a:pt x="5669773" y="101710"/>
                  <a:pt x="5654566" y="320320"/>
                </a:cubicBezTo>
                <a:cubicBezTo>
                  <a:pt x="5677785" y="611575"/>
                  <a:pt x="5635707" y="716959"/>
                  <a:pt x="5654566" y="918928"/>
                </a:cubicBezTo>
                <a:cubicBezTo>
                  <a:pt x="5673425" y="1120897"/>
                  <a:pt x="5620875" y="1371779"/>
                  <a:pt x="5654566" y="1561877"/>
                </a:cubicBezTo>
                <a:cubicBezTo>
                  <a:pt x="5688257" y="1751975"/>
                  <a:pt x="5605601" y="1937129"/>
                  <a:pt x="5654566" y="2204827"/>
                </a:cubicBezTo>
                <a:cubicBezTo>
                  <a:pt x="5703531" y="2472525"/>
                  <a:pt x="5636429" y="2547615"/>
                  <a:pt x="5654566" y="2670410"/>
                </a:cubicBezTo>
                <a:cubicBezTo>
                  <a:pt x="5672703" y="2793205"/>
                  <a:pt x="5611337" y="3038514"/>
                  <a:pt x="5654566" y="3224677"/>
                </a:cubicBezTo>
                <a:cubicBezTo>
                  <a:pt x="5697795" y="3410840"/>
                  <a:pt x="5615783" y="3553047"/>
                  <a:pt x="5654566" y="3867626"/>
                </a:cubicBezTo>
                <a:cubicBezTo>
                  <a:pt x="5693349" y="4182205"/>
                  <a:pt x="5587560" y="4333427"/>
                  <a:pt x="5654566" y="4754453"/>
                </a:cubicBezTo>
                <a:cubicBezTo>
                  <a:pt x="5638414" y="4960242"/>
                  <a:pt x="5516912" y="5079052"/>
                  <a:pt x="5334246" y="5074773"/>
                </a:cubicBezTo>
                <a:cubicBezTo>
                  <a:pt x="5157563" y="5120288"/>
                  <a:pt x="5091663" y="5071321"/>
                  <a:pt x="4877422" y="5074773"/>
                </a:cubicBezTo>
                <a:cubicBezTo>
                  <a:pt x="4663181" y="5078225"/>
                  <a:pt x="4508846" y="5047990"/>
                  <a:pt x="4320319" y="5074773"/>
                </a:cubicBezTo>
                <a:cubicBezTo>
                  <a:pt x="4131792" y="5101556"/>
                  <a:pt x="4017072" y="5059596"/>
                  <a:pt x="3863494" y="5074773"/>
                </a:cubicBezTo>
                <a:cubicBezTo>
                  <a:pt x="3709917" y="5089950"/>
                  <a:pt x="3467350" y="5009844"/>
                  <a:pt x="3306391" y="5074773"/>
                </a:cubicBezTo>
                <a:cubicBezTo>
                  <a:pt x="3145432" y="5139702"/>
                  <a:pt x="3017962" y="5052290"/>
                  <a:pt x="2899706" y="5074773"/>
                </a:cubicBezTo>
                <a:cubicBezTo>
                  <a:pt x="2781450" y="5097256"/>
                  <a:pt x="2657468" y="5031094"/>
                  <a:pt x="2493021" y="5074773"/>
                </a:cubicBezTo>
                <a:cubicBezTo>
                  <a:pt x="2328575" y="5118452"/>
                  <a:pt x="2162859" y="5069729"/>
                  <a:pt x="1935918" y="5074773"/>
                </a:cubicBezTo>
                <a:cubicBezTo>
                  <a:pt x="1708977" y="5079817"/>
                  <a:pt x="1596486" y="5038789"/>
                  <a:pt x="1479094" y="5074773"/>
                </a:cubicBezTo>
                <a:cubicBezTo>
                  <a:pt x="1361702" y="5110757"/>
                  <a:pt x="1153230" y="5047943"/>
                  <a:pt x="871852" y="5074773"/>
                </a:cubicBezTo>
                <a:cubicBezTo>
                  <a:pt x="590474" y="5101603"/>
                  <a:pt x="558219" y="5040126"/>
                  <a:pt x="320320" y="5074773"/>
                </a:cubicBezTo>
                <a:cubicBezTo>
                  <a:pt x="131513" y="5111871"/>
                  <a:pt x="-14960" y="4884249"/>
                  <a:pt x="0" y="4754453"/>
                </a:cubicBezTo>
                <a:cubicBezTo>
                  <a:pt x="-13721" y="4535129"/>
                  <a:pt x="32409" y="4387091"/>
                  <a:pt x="0" y="4200186"/>
                </a:cubicBezTo>
                <a:cubicBezTo>
                  <a:pt x="-32409" y="4013281"/>
                  <a:pt x="53392" y="3912853"/>
                  <a:pt x="0" y="3734602"/>
                </a:cubicBezTo>
                <a:cubicBezTo>
                  <a:pt x="-53392" y="3556351"/>
                  <a:pt x="26190" y="3461580"/>
                  <a:pt x="0" y="3313360"/>
                </a:cubicBezTo>
                <a:cubicBezTo>
                  <a:pt x="-26190" y="3165140"/>
                  <a:pt x="52838" y="3076940"/>
                  <a:pt x="0" y="2847776"/>
                </a:cubicBezTo>
                <a:cubicBezTo>
                  <a:pt x="-52838" y="2618612"/>
                  <a:pt x="46334" y="2525764"/>
                  <a:pt x="0" y="2249168"/>
                </a:cubicBezTo>
                <a:cubicBezTo>
                  <a:pt x="-46334" y="1972572"/>
                  <a:pt x="8785" y="1998550"/>
                  <a:pt x="0" y="1783584"/>
                </a:cubicBezTo>
                <a:cubicBezTo>
                  <a:pt x="-8785" y="1568618"/>
                  <a:pt x="38171" y="1448513"/>
                  <a:pt x="0" y="1362341"/>
                </a:cubicBezTo>
                <a:cubicBezTo>
                  <a:pt x="-38171" y="1276169"/>
                  <a:pt x="54327" y="1125417"/>
                  <a:pt x="0" y="896757"/>
                </a:cubicBezTo>
                <a:cubicBezTo>
                  <a:pt x="-54327" y="668097"/>
                  <a:pt x="65639" y="446076"/>
                  <a:pt x="0" y="320320"/>
                </a:cubicBezTo>
                <a:close/>
              </a:path>
            </a:pathLst>
          </a:custGeom>
          <a:solidFill>
            <a:srgbClr val="FFFD78">
              <a:alpha val="21000"/>
            </a:srgbClr>
          </a:solidFill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6312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C2F526-EFD6-2F8B-D387-AF2AC5648517}"/>
              </a:ext>
            </a:extLst>
          </p:cNvPr>
          <p:cNvSpPr txBox="1"/>
          <p:nvPr/>
        </p:nvSpPr>
        <p:spPr>
          <a:xfrm>
            <a:off x="2744703" y="0"/>
            <a:ext cx="674588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Hypergraph Product Codes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5E9155-622F-D660-4D42-2390AF0DA191}"/>
              </a:ext>
            </a:extLst>
          </p:cNvPr>
          <p:cNvSpPr txBox="1"/>
          <p:nvPr/>
        </p:nvSpPr>
        <p:spPr>
          <a:xfrm>
            <a:off x="3830649" y="2102966"/>
            <a:ext cx="1038233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qubits</a:t>
            </a:r>
          </a:p>
        </p:txBody>
      </p: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F2393547-CA44-1985-57CC-B2E463B1BF98}"/>
              </a:ext>
            </a:extLst>
          </p:cNvPr>
          <p:cNvGrpSpPr/>
          <p:nvPr/>
        </p:nvGrpSpPr>
        <p:grpSpPr>
          <a:xfrm>
            <a:off x="6663808" y="2068350"/>
            <a:ext cx="4973096" cy="512746"/>
            <a:chOff x="6663808" y="2068350"/>
            <a:chExt cx="4973096" cy="512746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DCBE0AD3-5906-31DB-A2FD-2D0D5F76FA19}"/>
                </a:ext>
              </a:extLst>
            </p:cNvPr>
            <p:cNvSpPr/>
            <p:nvPr/>
          </p:nvSpPr>
          <p:spPr>
            <a:xfrm>
              <a:off x="7604158" y="2144920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1B14E3D6-4576-BF3B-6D04-CADACD50F52B}"/>
                </a:ext>
              </a:extLst>
            </p:cNvPr>
            <p:cNvSpPr/>
            <p:nvPr/>
          </p:nvSpPr>
          <p:spPr>
            <a:xfrm>
              <a:off x="10327479" y="2109590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366034AE-0F06-E1C4-5A52-AAC12267DAC1}"/>
                    </a:ext>
                  </a:extLst>
                </p:cNvPr>
                <p:cNvSpPr txBox="1"/>
                <p:nvPr/>
              </p:nvSpPr>
              <p:spPr>
                <a:xfrm>
                  <a:off x="7682097" y="2162569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366034AE-0F06-E1C4-5A52-AAC12267DA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82097" y="2162569"/>
                  <a:ext cx="327883" cy="276999"/>
                </a:xfrm>
                <a:prstGeom prst="rect">
                  <a:avLst/>
                </a:prstGeom>
                <a:blipFill>
                  <a:blip r:embed="rId3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E6C17A41-C6C5-CEDF-052E-1F18196DAF5A}"/>
                    </a:ext>
                  </a:extLst>
                </p:cNvPr>
                <p:cNvSpPr txBox="1"/>
                <p:nvPr/>
              </p:nvSpPr>
              <p:spPr>
                <a:xfrm>
                  <a:off x="10405418" y="2109589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E6C17A41-C6C5-CEDF-052E-1F18196DAF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05418" y="2109589"/>
                  <a:ext cx="274049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13636" r="-9091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AC03C7B6-F349-63A3-EE9E-504CEBCEF244}"/>
                </a:ext>
              </a:extLst>
            </p:cNvPr>
            <p:cNvSpPr/>
            <p:nvPr/>
          </p:nvSpPr>
          <p:spPr>
            <a:xfrm>
              <a:off x="6663808" y="2175023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AB267044-D735-D776-77CE-656347CA1885}"/>
                </a:ext>
              </a:extLst>
            </p:cNvPr>
            <p:cNvSpPr/>
            <p:nvPr/>
          </p:nvSpPr>
          <p:spPr>
            <a:xfrm>
              <a:off x="8540182" y="2128617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BC97CC92-4887-E76D-6F8A-1CD6F20F9E3C}"/>
                </a:ext>
              </a:extLst>
            </p:cNvPr>
            <p:cNvSpPr/>
            <p:nvPr/>
          </p:nvSpPr>
          <p:spPr>
            <a:xfrm>
              <a:off x="9433830" y="2142096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E7B2665F-FBE3-F918-04E5-B53EDABF63DD}"/>
                </a:ext>
              </a:extLst>
            </p:cNvPr>
            <p:cNvSpPr/>
            <p:nvPr/>
          </p:nvSpPr>
          <p:spPr>
            <a:xfrm>
              <a:off x="11230831" y="2068350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50DAC3C9-5B05-3158-DEB0-79604E3674B6}"/>
                    </a:ext>
                  </a:extLst>
                </p:cNvPr>
                <p:cNvSpPr txBox="1"/>
                <p:nvPr/>
              </p:nvSpPr>
              <p:spPr>
                <a:xfrm>
                  <a:off x="6716139" y="2217887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50DAC3C9-5B05-3158-DEB0-79604E3674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16139" y="2217887"/>
                  <a:ext cx="353742" cy="276999"/>
                </a:xfrm>
                <a:prstGeom prst="rect">
                  <a:avLst/>
                </a:prstGeom>
                <a:blipFill>
                  <a:blip r:embed="rId5"/>
                  <a:stretch>
                    <a:fillRect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A15F8E98-A56B-71EC-3151-59729CA73FB6}"/>
                    </a:ext>
                  </a:extLst>
                </p:cNvPr>
                <p:cNvSpPr txBox="1"/>
                <p:nvPr/>
              </p:nvSpPr>
              <p:spPr>
                <a:xfrm>
                  <a:off x="8603426" y="215719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A15F8E98-A56B-71EC-3151-59729CA73F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03426" y="2157191"/>
                  <a:ext cx="353742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3448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2BE287EF-3EA7-19E1-7956-15616FECEE95}"/>
                    </a:ext>
                  </a:extLst>
                </p:cNvPr>
                <p:cNvSpPr txBox="1"/>
                <p:nvPr/>
              </p:nvSpPr>
              <p:spPr>
                <a:xfrm>
                  <a:off x="9475249" y="2170670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2BE287EF-3EA7-19E1-7956-15616FECEE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75249" y="2170670"/>
                  <a:ext cx="353742" cy="276999"/>
                </a:xfrm>
                <a:prstGeom prst="rect">
                  <a:avLst/>
                </a:prstGeom>
                <a:blipFill>
                  <a:blip r:embed="rId7"/>
                  <a:stretch>
                    <a:fillRect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4B6491B4-0D07-7AFB-626C-C1A57523393A}"/>
                    </a:ext>
                  </a:extLst>
                </p:cNvPr>
                <p:cNvSpPr txBox="1"/>
                <p:nvPr/>
              </p:nvSpPr>
              <p:spPr>
                <a:xfrm>
                  <a:off x="11311738" y="2096924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4B6491B4-0D07-7AFB-626C-C1A5752339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11738" y="2096924"/>
                  <a:ext cx="294889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8333" r="-8333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B89552AD-57DE-A696-616E-500FBB7F1125}"/>
                </a:ext>
              </a:extLst>
            </p:cNvPr>
            <p:cNvCxnSpPr>
              <a:cxnSpLocks/>
              <a:stCxn id="49" idx="3"/>
              <a:endCxn id="41" idx="1"/>
            </p:cNvCxnSpPr>
            <p:nvPr/>
          </p:nvCxnSpPr>
          <p:spPr>
            <a:xfrm flipV="1">
              <a:off x="7069881" y="2347831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F1DD1CD5-8F91-3055-71E3-6733BAF33D23}"/>
                </a:ext>
              </a:extLst>
            </p:cNvPr>
            <p:cNvCxnSpPr>
              <a:cxnSpLocks/>
              <a:stCxn id="43" idx="3"/>
              <a:endCxn id="46" idx="2"/>
            </p:cNvCxnSpPr>
            <p:nvPr/>
          </p:nvCxnSpPr>
          <p:spPr>
            <a:xfrm>
              <a:off x="8009980" y="2301069"/>
              <a:ext cx="530202" cy="30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B161BDD5-56EF-0869-7EB2-57AD0CE1F8BB}"/>
                </a:ext>
              </a:extLst>
            </p:cNvPr>
            <p:cNvCxnSpPr>
              <a:cxnSpLocks/>
              <a:stCxn id="51" idx="3"/>
              <a:endCxn id="42" idx="1"/>
            </p:cNvCxnSpPr>
            <p:nvPr/>
          </p:nvCxnSpPr>
          <p:spPr>
            <a:xfrm>
              <a:off x="9828991" y="2309170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ED380568-1D70-874A-9C2F-9D2CA944FB89}"/>
                </a:ext>
              </a:extLst>
            </p:cNvPr>
            <p:cNvCxnSpPr>
              <a:stCxn id="44" idx="3"/>
              <a:endCxn id="48" idx="2"/>
            </p:cNvCxnSpPr>
            <p:nvPr/>
          </p:nvCxnSpPr>
          <p:spPr>
            <a:xfrm>
              <a:off x="10679467" y="2248089"/>
              <a:ext cx="551364" cy="2329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urved Connector 81">
              <a:extLst>
                <a:ext uri="{FF2B5EF4-FFF2-40B4-BE49-F238E27FC236}">
                  <a16:creationId xmlns:a16="http://schemas.microsoft.com/office/drawing/2014/main" id="{80BF71D1-F4A7-3A9B-EA8C-4B5A761D637A}"/>
                </a:ext>
              </a:extLst>
            </p:cNvPr>
            <p:cNvCxnSpPr>
              <a:cxnSpLocks/>
              <a:stCxn id="41" idx="0"/>
              <a:endCxn id="51" idx="0"/>
            </p:cNvCxnSpPr>
            <p:nvPr/>
          </p:nvCxnSpPr>
          <p:spPr>
            <a:xfrm rot="16200000" flipH="1">
              <a:off x="8716719" y="1235270"/>
              <a:ext cx="25750" cy="1845051"/>
            </a:xfrm>
            <a:prstGeom prst="curvedConnector3">
              <a:avLst>
                <a:gd name="adj1" fmla="val -88776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urved Connector 85">
              <a:extLst>
                <a:ext uri="{FF2B5EF4-FFF2-40B4-BE49-F238E27FC236}">
                  <a16:creationId xmlns:a16="http://schemas.microsoft.com/office/drawing/2014/main" id="{D71FDA8C-5728-B6B4-9A64-361DCE47FEEE}"/>
                </a:ext>
              </a:extLst>
            </p:cNvPr>
            <p:cNvCxnSpPr>
              <a:stCxn id="46" idx="0"/>
              <a:endCxn id="44" idx="0"/>
            </p:cNvCxnSpPr>
            <p:nvPr/>
          </p:nvCxnSpPr>
          <p:spPr>
            <a:xfrm rot="5400000" flipH="1" flipV="1">
              <a:off x="9633317" y="1219491"/>
              <a:ext cx="19028" cy="1799224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12831AC5-B76F-8B20-6AF0-3CEC0BAD9A73}"/>
              </a:ext>
            </a:extLst>
          </p:cNvPr>
          <p:cNvGrpSpPr/>
          <p:nvPr/>
        </p:nvGrpSpPr>
        <p:grpSpPr>
          <a:xfrm>
            <a:off x="6674720" y="2908048"/>
            <a:ext cx="5007275" cy="3827772"/>
            <a:chOff x="6674720" y="2908048"/>
            <a:chExt cx="5007275" cy="3827772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ABA577AD-10C3-48F9-5644-CFE848502615}"/>
                </a:ext>
              </a:extLst>
            </p:cNvPr>
            <p:cNvSpPr/>
            <p:nvPr/>
          </p:nvSpPr>
          <p:spPr>
            <a:xfrm>
              <a:off x="7615070" y="2984618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8676CBFE-03BC-2BAF-8834-DAFEC6A835AD}"/>
                </a:ext>
              </a:extLst>
            </p:cNvPr>
            <p:cNvSpPr/>
            <p:nvPr/>
          </p:nvSpPr>
          <p:spPr>
            <a:xfrm>
              <a:off x="10338391" y="2949288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23107AD1-698B-6DA2-D82E-7FD1A35DAC65}"/>
                    </a:ext>
                  </a:extLst>
                </p:cNvPr>
                <p:cNvSpPr txBox="1"/>
                <p:nvPr/>
              </p:nvSpPr>
              <p:spPr>
                <a:xfrm>
                  <a:off x="7693009" y="3002268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23107AD1-698B-6DA2-D82E-7FD1A35DAC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93009" y="3002268"/>
                  <a:ext cx="327883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3704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9B7FA1D8-F5B3-7D17-498F-72F8473C0076}"/>
                    </a:ext>
                  </a:extLst>
                </p:cNvPr>
                <p:cNvSpPr txBox="1"/>
                <p:nvPr/>
              </p:nvSpPr>
              <p:spPr>
                <a:xfrm>
                  <a:off x="10416330" y="2949288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9B7FA1D8-F5B3-7D17-498F-72F8473C00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6330" y="2949288"/>
                  <a:ext cx="274049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13636" r="-9091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D224C722-7AF2-B2B0-A1A4-F5316091ECC1}"/>
                </a:ext>
              </a:extLst>
            </p:cNvPr>
            <p:cNvSpPr/>
            <p:nvPr/>
          </p:nvSpPr>
          <p:spPr>
            <a:xfrm>
              <a:off x="6674720" y="3014721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F382CFB7-CCEB-24F2-3FA0-9E7702BBD41A}"/>
                </a:ext>
              </a:extLst>
            </p:cNvPr>
            <p:cNvSpPr/>
            <p:nvPr/>
          </p:nvSpPr>
          <p:spPr>
            <a:xfrm>
              <a:off x="8551095" y="2968315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23593247-356D-EA94-9994-AC6C5E25B75A}"/>
                </a:ext>
              </a:extLst>
            </p:cNvPr>
            <p:cNvSpPr/>
            <p:nvPr/>
          </p:nvSpPr>
          <p:spPr>
            <a:xfrm>
              <a:off x="9444742" y="2981794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3D7A2E8E-09A2-9657-EFDC-C0936D898A90}"/>
                </a:ext>
              </a:extLst>
            </p:cNvPr>
            <p:cNvSpPr/>
            <p:nvPr/>
          </p:nvSpPr>
          <p:spPr>
            <a:xfrm>
              <a:off x="11241743" y="2908048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49A25222-73F6-BCE4-A94C-5A98D3C99D60}"/>
                    </a:ext>
                  </a:extLst>
                </p:cNvPr>
                <p:cNvSpPr txBox="1"/>
                <p:nvPr/>
              </p:nvSpPr>
              <p:spPr>
                <a:xfrm>
                  <a:off x="6727051" y="305758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49A25222-73F6-BCE4-A94C-5A98D3C99D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7051" y="3057585"/>
                  <a:ext cx="353742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3448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1C76CBE3-2FAC-1A3B-A257-DA7D0C9FC9EE}"/>
                    </a:ext>
                  </a:extLst>
                </p:cNvPr>
                <p:cNvSpPr txBox="1"/>
                <p:nvPr/>
              </p:nvSpPr>
              <p:spPr>
                <a:xfrm>
                  <a:off x="8614338" y="2996889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1C76CBE3-2FAC-1A3B-A257-DA7D0C9FC9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4338" y="2996889"/>
                  <a:ext cx="353742" cy="276999"/>
                </a:xfrm>
                <a:prstGeom prst="rect">
                  <a:avLst/>
                </a:prstGeom>
                <a:blipFill>
                  <a:blip r:embed="rId12"/>
                  <a:stretch>
                    <a:fillRect l="-3448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3DAAFADB-728F-44FA-6C84-061C1B7C1D11}"/>
                    </a:ext>
                  </a:extLst>
                </p:cNvPr>
                <p:cNvSpPr txBox="1"/>
                <p:nvPr/>
              </p:nvSpPr>
              <p:spPr>
                <a:xfrm>
                  <a:off x="9486161" y="3010369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3DAAFADB-728F-44FA-6C84-061C1B7C1D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6161" y="3010369"/>
                  <a:ext cx="353742" cy="276999"/>
                </a:xfrm>
                <a:prstGeom prst="rect">
                  <a:avLst/>
                </a:prstGeom>
                <a:blipFill>
                  <a:blip r:embed="rId13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159CBA6C-5826-09F8-CC25-E8A2A25DB56A}"/>
                    </a:ext>
                  </a:extLst>
                </p:cNvPr>
                <p:cNvSpPr txBox="1"/>
                <p:nvPr/>
              </p:nvSpPr>
              <p:spPr>
                <a:xfrm>
                  <a:off x="11322650" y="2936622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159CBA6C-5826-09F8-CC25-E8A2A25DB5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22650" y="2936622"/>
                  <a:ext cx="294889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12500" r="-8333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2E4A3688-EC11-7F3C-8C41-E72A384A5EA7}"/>
                </a:ext>
              </a:extLst>
            </p:cNvPr>
            <p:cNvCxnSpPr>
              <a:cxnSpLocks/>
              <a:stCxn id="96" idx="3"/>
              <a:endCxn id="88" idx="1"/>
            </p:cNvCxnSpPr>
            <p:nvPr/>
          </p:nvCxnSpPr>
          <p:spPr>
            <a:xfrm flipV="1">
              <a:off x="7080793" y="3187529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0B1B1106-E223-C2D6-D566-E958E6976FD4}"/>
                </a:ext>
              </a:extLst>
            </p:cNvPr>
            <p:cNvCxnSpPr>
              <a:cxnSpLocks/>
              <a:stCxn id="90" idx="3"/>
              <a:endCxn id="93" idx="2"/>
            </p:cNvCxnSpPr>
            <p:nvPr/>
          </p:nvCxnSpPr>
          <p:spPr>
            <a:xfrm>
              <a:off x="8020892" y="3140768"/>
              <a:ext cx="530203" cy="3058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5C5C462B-FB5E-7AE8-E153-FCC77DAE74E5}"/>
                </a:ext>
              </a:extLst>
            </p:cNvPr>
            <p:cNvCxnSpPr>
              <a:cxnSpLocks/>
              <a:stCxn id="98" idx="3"/>
              <a:endCxn id="89" idx="1"/>
            </p:cNvCxnSpPr>
            <p:nvPr/>
          </p:nvCxnSpPr>
          <p:spPr>
            <a:xfrm>
              <a:off x="9839903" y="3148869"/>
              <a:ext cx="498488" cy="333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C893B541-B3A4-6A63-93A1-CFBC6B82B12E}"/>
                </a:ext>
              </a:extLst>
            </p:cNvPr>
            <p:cNvCxnSpPr>
              <a:stCxn id="91" idx="3"/>
              <a:endCxn id="95" idx="2"/>
            </p:cNvCxnSpPr>
            <p:nvPr/>
          </p:nvCxnSpPr>
          <p:spPr>
            <a:xfrm>
              <a:off x="10690379" y="3087788"/>
              <a:ext cx="551364" cy="2329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urved Connector 103">
              <a:extLst>
                <a:ext uri="{FF2B5EF4-FFF2-40B4-BE49-F238E27FC236}">
                  <a16:creationId xmlns:a16="http://schemas.microsoft.com/office/drawing/2014/main" id="{E69D1D40-457B-4CED-6D33-1A79131B9C7F}"/>
                </a:ext>
              </a:extLst>
            </p:cNvPr>
            <p:cNvCxnSpPr>
              <a:cxnSpLocks/>
              <a:stCxn id="88" idx="0"/>
              <a:endCxn id="98" idx="0"/>
            </p:cNvCxnSpPr>
            <p:nvPr/>
          </p:nvCxnSpPr>
          <p:spPr>
            <a:xfrm rot="16200000" flipH="1">
              <a:off x="8727630" y="2074968"/>
              <a:ext cx="25751" cy="1845051"/>
            </a:xfrm>
            <a:prstGeom prst="curvedConnector3">
              <a:avLst>
                <a:gd name="adj1" fmla="val -88773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urved Connector 104">
              <a:extLst>
                <a:ext uri="{FF2B5EF4-FFF2-40B4-BE49-F238E27FC236}">
                  <a16:creationId xmlns:a16="http://schemas.microsoft.com/office/drawing/2014/main" id="{A2B7F05E-1D6E-9002-4C38-F2CDE3854FD6}"/>
                </a:ext>
              </a:extLst>
            </p:cNvPr>
            <p:cNvCxnSpPr>
              <a:stCxn id="93" idx="0"/>
              <a:endCxn id="91" idx="0"/>
            </p:cNvCxnSpPr>
            <p:nvPr/>
          </p:nvCxnSpPr>
          <p:spPr>
            <a:xfrm rot="5400000" flipH="1" flipV="1">
              <a:off x="9644230" y="2059191"/>
              <a:ext cx="19027" cy="1799223"/>
            </a:xfrm>
            <a:prstGeom prst="curvedConnector3">
              <a:avLst>
                <a:gd name="adj1" fmla="val 1301451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B210DC2D-0835-DE0C-44AB-9018B2929065}"/>
                </a:ext>
              </a:extLst>
            </p:cNvPr>
            <p:cNvSpPr/>
            <p:nvPr/>
          </p:nvSpPr>
          <p:spPr>
            <a:xfrm>
              <a:off x="7615070" y="3818176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DCF620A7-5B44-99B4-D468-C917061EBB88}"/>
                </a:ext>
              </a:extLst>
            </p:cNvPr>
            <p:cNvSpPr/>
            <p:nvPr/>
          </p:nvSpPr>
          <p:spPr>
            <a:xfrm>
              <a:off x="10338391" y="3782846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FB0F0C21-64B6-E20F-9074-93F57D0C9757}"/>
                    </a:ext>
                  </a:extLst>
                </p:cNvPr>
                <p:cNvSpPr txBox="1"/>
                <p:nvPr/>
              </p:nvSpPr>
              <p:spPr>
                <a:xfrm>
                  <a:off x="7693009" y="3835826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FB0F0C21-64B6-E20F-9074-93F57D0C97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93009" y="3835826"/>
                  <a:ext cx="327883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3704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AF2E647E-9530-2354-73CF-A425E6E6A890}"/>
                    </a:ext>
                  </a:extLst>
                </p:cNvPr>
                <p:cNvSpPr txBox="1"/>
                <p:nvPr/>
              </p:nvSpPr>
              <p:spPr>
                <a:xfrm>
                  <a:off x="10416330" y="3782845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AF2E647E-9530-2354-73CF-A425E6E6A8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6330" y="3782845"/>
                  <a:ext cx="274049" cy="276999"/>
                </a:xfrm>
                <a:prstGeom prst="rect">
                  <a:avLst/>
                </a:prstGeom>
                <a:blipFill>
                  <a:blip r:embed="rId16"/>
                  <a:stretch>
                    <a:fillRect l="-13636" r="-9091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67EE961A-D595-21A3-BAB0-1BAD74E7FE92}"/>
                </a:ext>
              </a:extLst>
            </p:cNvPr>
            <p:cNvSpPr/>
            <p:nvPr/>
          </p:nvSpPr>
          <p:spPr>
            <a:xfrm>
              <a:off x="6674720" y="3848279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F1CC7438-708B-F916-76DB-D709CF4A8F79}"/>
                </a:ext>
              </a:extLst>
            </p:cNvPr>
            <p:cNvSpPr/>
            <p:nvPr/>
          </p:nvSpPr>
          <p:spPr>
            <a:xfrm>
              <a:off x="8551095" y="3801873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CA823391-ADD2-DABB-9B49-4AA148FC8D1E}"/>
                </a:ext>
              </a:extLst>
            </p:cNvPr>
            <p:cNvSpPr/>
            <p:nvPr/>
          </p:nvSpPr>
          <p:spPr>
            <a:xfrm>
              <a:off x="9444742" y="3815352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461E580E-CD77-19D2-DF81-8ACB653B6EA4}"/>
                </a:ext>
              </a:extLst>
            </p:cNvPr>
            <p:cNvSpPr/>
            <p:nvPr/>
          </p:nvSpPr>
          <p:spPr>
            <a:xfrm>
              <a:off x="11241743" y="3741606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FC50B18F-CC1D-F78B-58C5-C550898518BD}"/>
                    </a:ext>
                  </a:extLst>
                </p:cNvPr>
                <p:cNvSpPr txBox="1"/>
                <p:nvPr/>
              </p:nvSpPr>
              <p:spPr>
                <a:xfrm>
                  <a:off x="6727051" y="3891143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FC50B18F-CC1D-F78B-58C5-C550898518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7051" y="3891143"/>
                  <a:ext cx="353742" cy="276999"/>
                </a:xfrm>
                <a:prstGeom prst="rect">
                  <a:avLst/>
                </a:prstGeom>
                <a:blipFill>
                  <a:blip r:embed="rId17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5DDA7522-5BD5-685F-6F4F-7946FC4A3753}"/>
                    </a:ext>
                  </a:extLst>
                </p:cNvPr>
                <p:cNvSpPr txBox="1"/>
                <p:nvPr/>
              </p:nvSpPr>
              <p:spPr>
                <a:xfrm>
                  <a:off x="8614338" y="3830447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5DDA7522-5BD5-685F-6F4F-7946FC4A37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4338" y="3830447"/>
                  <a:ext cx="353742" cy="276999"/>
                </a:xfrm>
                <a:prstGeom prst="rect">
                  <a:avLst/>
                </a:prstGeom>
                <a:blipFill>
                  <a:blip r:embed="rId18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269D7EB3-4926-3F69-3C3F-8DABA330FF59}"/>
                    </a:ext>
                  </a:extLst>
                </p:cNvPr>
                <p:cNvSpPr txBox="1"/>
                <p:nvPr/>
              </p:nvSpPr>
              <p:spPr>
                <a:xfrm>
                  <a:off x="9486161" y="3843926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269D7EB3-4926-3F69-3C3F-8DABA330FF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6161" y="3843926"/>
                  <a:ext cx="353742" cy="276999"/>
                </a:xfrm>
                <a:prstGeom prst="rect">
                  <a:avLst/>
                </a:prstGeom>
                <a:blipFill>
                  <a:blip r:embed="rId19"/>
                  <a:stretch>
                    <a:fillRect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3" name="TextBox 152">
                  <a:extLst>
                    <a:ext uri="{FF2B5EF4-FFF2-40B4-BE49-F238E27FC236}">
                      <a16:creationId xmlns:a16="http://schemas.microsoft.com/office/drawing/2014/main" id="{B9A41CFC-0AD5-30B8-D98F-1492D3C59763}"/>
                    </a:ext>
                  </a:extLst>
                </p:cNvPr>
                <p:cNvSpPr txBox="1"/>
                <p:nvPr/>
              </p:nvSpPr>
              <p:spPr>
                <a:xfrm>
                  <a:off x="11322650" y="3770180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3" name="TextBox 152">
                  <a:extLst>
                    <a:ext uri="{FF2B5EF4-FFF2-40B4-BE49-F238E27FC236}">
                      <a16:creationId xmlns:a16="http://schemas.microsoft.com/office/drawing/2014/main" id="{B9A41CFC-0AD5-30B8-D98F-1492D3C597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22650" y="3770180"/>
                  <a:ext cx="294889" cy="276999"/>
                </a:xfrm>
                <a:prstGeom prst="rect">
                  <a:avLst/>
                </a:prstGeom>
                <a:blipFill>
                  <a:blip r:embed="rId20"/>
                  <a:stretch>
                    <a:fillRect l="-12500" r="-8333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DC765EEE-5CA0-E2A0-566E-D9DE86E76BB0}"/>
                </a:ext>
              </a:extLst>
            </p:cNvPr>
            <p:cNvCxnSpPr>
              <a:cxnSpLocks/>
              <a:stCxn id="150" idx="3"/>
              <a:endCxn id="142" idx="1"/>
            </p:cNvCxnSpPr>
            <p:nvPr/>
          </p:nvCxnSpPr>
          <p:spPr>
            <a:xfrm flipV="1">
              <a:off x="7080793" y="4021087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7BD2F6F0-A362-D5B3-DA0E-67F0A935A73D}"/>
                </a:ext>
              </a:extLst>
            </p:cNvPr>
            <p:cNvCxnSpPr>
              <a:cxnSpLocks/>
              <a:stCxn id="144" idx="3"/>
              <a:endCxn id="147" idx="2"/>
            </p:cNvCxnSpPr>
            <p:nvPr/>
          </p:nvCxnSpPr>
          <p:spPr>
            <a:xfrm>
              <a:off x="8020892" y="3974326"/>
              <a:ext cx="530203" cy="3058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A7204EBA-009E-2E40-EFCF-B6071237CBCB}"/>
                </a:ext>
              </a:extLst>
            </p:cNvPr>
            <p:cNvCxnSpPr>
              <a:cxnSpLocks/>
              <a:stCxn id="152" idx="3"/>
              <a:endCxn id="143" idx="1"/>
            </p:cNvCxnSpPr>
            <p:nvPr/>
          </p:nvCxnSpPr>
          <p:spPr>
            <a:xfrm>
              <a:off x="9839903" y="3982426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14C1040F-8110-1171-783B-E1A1FF9C0ADA}"/>
                </a:ext>
              </a:extLst>
            </p:cNvPr>
            <p:cNvCxnSpPr>
              <a:stCxn id="145" idx="3"/>
              <a:endCxn id="149" idx="2"/>
            </p:cNvCxnSpPr>
            <p:nvPr/>
          </p:nvCxnSpPr>
          <p:spPr>
            <a:xfrm>
              <a:off x="10690379" y="3921345"/>
              <a:ext cx="551364" cy="2329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urved Connector 157">
              <a:extLst>
                <a:ext uri="{FF2B5EF4-FFF2-40B4-BE49-F238E27FC236}">
                  <a16:creationId xmlns:a16="http://schemas.microsoft.com/office/drawing/2014/main" id="{8D11CEAB-4948-6EA2-BAE4-CC38A3721755}"/>
                </a:ext>
              </a:extLst>
            </p:cNvPr>
            <p:cNvCxnSpPr>
              <a:cxnSpLocks/>
              <a:stCxn id="142" idx="0"/>
              <a:endCxn id="152" idx="0"/>
            </p:cNvCxnSpPr>
            <p:nvPr/>
          </p:nvCxnSpPr>
          <p:spPr>
            <a:xfrm rot="16200000" flipH="1">
              <a:off x="8727631" y="2908526"/>
              <a:ext cx="25750" cy="1845051"/>
            </a:xfrm>
            <a:prstGeom prst="curvedConnector3">
              <a:avLst>
                <a:gd name="adj1" fmla="val -88776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Curved Connector 158">
              <a:extLst>
                <a:ext uri="{FF2B5EF4-FFF2-40B4-BE49-F238E27FC236}">
                  <a16:creationId xmlns:a16="http://schemas.microsoft.com/office/drawing/2014/main" id="{2C66D515-DF5B-69EB-C504-770A169492F9}"/>
                </a:ext>
              </a:extLst>
            </p:cNvPr>
            <p:cNvCxnSpPr>
              <a:stCxn id="147" idx="0"/>
              <a:endCxn id="145" idx="0"/>
            </p:cNvCxnSpPr>
            <p:nvPr/>
          </p:nvCxnSpPr>
          <p:spPr>
            <a:xfrm rot="5400000" flipH="1" flipV="1">
              <a:off x="9644229" y="2892748"/>
              <a:ext cx="19028" cy="1799223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07CDCC56-7A9E-25F9-5D62-E5442E298FCB}"/>
                </a:ext>
              </a:extLst>
            </p:cNvPr>
            <p:cNvSpPr/>
            <p:nvPr/>
          </p:nvSpPr>
          <p:spPr>
            <a:xfrm>
              <a:off x="7625983" y="4657874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F01E2439-23AB-C87E-E439-2889D8C9F643}"/>
                </a:ext>
              </a:extLst>
            </p:cNvPr>
            <p:cNvSpPr/>
            <p:nvPr/>
          </p:nvSpPr>
          <p:spPr>
            <a:xfrm>
              <a:off x="10349303" y="4622545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2" name="TextBox 161">
                  <a:extLst>
                    <a:ext uri="{FF2B5EF4-FFF2-40B4-BE49-F238E27FC236}">
                      <a16:creationId xmlns:a16="http://schemas.microsoft.com/office/drawing/2014/main" id="{2F23C004-560A-80F9-FA4C-168B7442A9AB}"/>
                    </a:ext>
                  </a:extLst>
                </p:cNvPr>
                <p:cNvSpPr txBox="1"/>
                <p:nvPr/>
              </p:nvSpPr>
              <p:spPr>
                <a:xfrm>
                  <a:off x="7703921" y="4675524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2" name="TextBox 161">
                  <a:extLst>
                    <a:ext uri="{FF2B5EF4-FFF2-40B4-BE49-F238E27FC236}">
                      <a16:creationId xmlns:a16="http://schemas.microsoft.com/office/drawing/2014/main" id="{2F23C004-560A-80F9-FA4C-168B7442A9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03921" y="4675524"/>
                  <a:ext cx="327883" cy="276999"/>
                </a:xfrm>
                <a:prstGeom prst="rect">
                  <a:avLst/>
                </a:prstGeom>
                <a:blipFill>
                  <a:blip r:embed="rId21"/>
                  <a:stretch>
                    <a:fillRect l="-3704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09437457-E16D-E7FB-5D67-9CE76E05E73A}"/>
                    </a:ext>
                  </a:extLst>
                </p:cNvPr>
                <p:cNvSpPr txBox="1"/>
                <p:nvPr/>
              </p:nvSpPr>
              <p:spPr>
                <a:xfrm>
                  <a:off x="10427242" y="4622544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09437457-E16D-E7FB-5D67-9CE76E05E7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27242" y="4622544"/>
                  <a:ext cx="274049" cy="276999"/>
                </a:xfrm>
                <a:prstGeom prst="rect">
                  <a:avLst/>
                </a:prstGeom>
                <a:blipFill>
                  <a:blip r:embed="rId22"/>
                  <a:stretch>
                    <a:fillRect l="-13636" r="-9091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A2866B9D-8AF7-B03D-DA04-36244CDE0C84}"/>
                </a:ext>
              </a:extLst>
            </p:cNvPr>
            <p:cNvSpPr/>
            <p:nvPr/>
          </p:nvSpPr>
          <p:spPr>
            <a:xfrm>
              <a:off x="6685633" y="4687977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647EB201-959B-1DEB-01ED-5EEE6E08BC79}"/>
                </a:ext>
              </a:extLst>
            </p:cNvPr>
            <p:cNvSpPr/>
            <p:nvPr/>
          </p:nvSpPr>
          <p:spPr>
            <a:xfrm>
              <a:off x="8562007" y="4641572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CD27792E-F947-79B1-3370-876BC79FE890}"/>
                </a:ext>
              </a:extLst>
            </p:cNvPr>
            <p:cNvSpPr/>
            <p:nvPr/>
          </p:nvSpPr>
          <p:spPr>
            <a:xfrm>
              <a:off x="9455655" y="4655050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C43BE54A-65C6-CB82-1955-405A7A586AD5}"/>
                </a:ext>
              </a:extLst>
            </p:cNvPr>
            <p:cNvSpPr/>
            <p:nvPr/>
          </p:nvSpPr>
          <p:spPr>
            <a:xfrm>
              <a:off x="11252655" y="4581304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86EC6F02-5B7C-AAE3-8930-75106C03EE81}"/>
                    </a:ext>
                  </a:extLst>
                </p:cNvPr>
                <p:cNvSpPr txBox="1"/>
                <p:nvPr/>
              </p:nvSpPr>
              <p:spPr>
                <a:xfrm>
                  <a:off x="6737964" y="473084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86EC6F02-5B7C-AAE3-8930-75106C03EE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37964" y="4730841"/>
                  <a:ext cx="353742" cy="276999"/>
                </a:xfrm>
                <a:prstGeom prst="rect">
                  <a:avLst/>
                </a:prstGeom>
                <a:blipFill>
                  <a:blip r:embed="rId23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2B59F593-3F9B-B1C6-E0E6-19BF6CC70FC1}"/>
                    </a:ext>
                  </a:extLst>
                </p:cNvPr>
                <p:cNvSpPr txBox="1"/>
                <p:nvPr/>
              </p:nvSpPr>
              <p:spPr>
                <a:xfrm>
                  <a:off x="8625250" y="467014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2B59F593-3F9B-B1C6-E0E6-19BF6CC70F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25250" y="4670145"/>
                  <a:ext cx="353742" cy="276999"/>
                </a:xfrm>
                <a:prstGeom prst="rect">
                  <a:avLst/>
                </a:prstGeom>
                <a:blipFill>
                  <a:blip r:embed="rId24"/>
                  <a:stretch>
                    <a:fillRect l="-3448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FEA8515B-99C3-5F3B-FA2B-84E90D103898}"/>
                    </a:ext>
                  </a:extLst>
                </p:cNvPr>
                <p:cNvSpPr txBox="1"/>
                <p:nvPr/>
              </p:nvSpPr>
              <p:spPr>
                <a:xfrm>
                  <a:off x="9497073" y="468362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FEA8515B-99C3-5F3B-FA2B-84E90D1038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97073" y="4683625"/>
                  <a:ext cx="353742" cy="276999"/>
                </a:xfrm>
                <a:prstGeom prst="rect">
                  <a:avLst/>
                </a:prstGeom>
                <a:blipFill>
                  <a:blip r:embed="rId25"/>
                  <a:stretch>
                    <a:fillRect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id="{7A048A32-2A8B-5BEC-CBFC-4182DA38DCB7}"/>
                    </a:ext>
                  </a:extLst>
                </p:cNvPr>
                <p:cNvSpPr txBox="1"/>
                <p:nvPr/>
              </p:nvSpPr>
              <p:spPr>
                <a:xfrm>
                  <a:off x="11333562" y="4609879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id="{7A048A32-2A8B-5BEC-CBFC-4182DA38DC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33562" y="4609879"/>
                  <a:ext cx="294889" cy="276999"/>
                </a:xfrm>
                <a:prstGeom prst="rect">
                  <a:avLst/>
                </a:prstGeom>
                <a:blipFill>
                  <a:blip r:embed="rId26"/>
                  <a:stretch>
                    <a:fillRect l="-12500" r="-8333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4D977662-5EC9-AF5A-6086-5448A73B1C87}"/>
                </a:ext>
              </a:extLst>
            </p:cNvPr>
            <p:cNvCxnSpPr>
              <a:cxnSpLocks/>
              <a:stCxn id="168" idx="3"/>
              <a:endCxn id="160" idx="1"/>
            </p:cNvCxnSpPr>
            <p:nvPr/>
          </p:nvCxnSpPr>
          <p:spPr>
            <a:xfrm flipV="1">
              <a:off x="7091706" y="4860785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FC8F45E-4C19-97E8-CD89-4BD1313320EA}"/>
                </a:ext>
              </a:extLst>
            </p:cNvPr>
            <p:cNvCxnSpPr>
              <a:cxnSpLocks/>
              <a:stCxn id="162" idx="3"/>
              <a:endCxn id="165" idx="2"/>
            </p:cNvCxnSpPr>
            <p:nvPr/>
          </p:nvCxnSpPr>
          <p:spPr>
            <a:xfrm>
              <a:off x="8031804" y="4814024"/>
              <a:ext cx="530203" cy="30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F86D0F46-8617-3DD3-A613-5826A1BEE064}"/>
                </a:ext>
              </a:extLst>
            </p:cNvPr>
            <p:cNvCxnSpPr>
              <a:cxnSpLocks/>
              <a:stCxn id="170" idx="3"/>
              <a:endCxn id="161" idx="1"/>
            </p:cNvCxnSpPr>
            <p:nvPr/>
          </p:nvCxnSpPr>
          <p:spPr>
            <a:xfrm>
              <a:off x="9850815" y="4822125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42DBFAD5-B7AC-2EA9-2FD7-EFD0CE1E8A7A}"/>
                </a:ext>
              </a:extLst>
            </p:cNvPr>
            <p:cNvCxnSpPr>
              <a:stCxn id="163" idx="3"/>
              <a:endCxn id="167" idx="2"/>
            </p:cNvCxnSpPr>
            <p:nvPr/>
          </p:nvCxnSpPr>
          <p:spPr>
            <a:xfrm>
              <a:off x="10701291" y="4761044"/>
              <a:ext cx="551364" cy="2329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Curved Connector 175">
              <a:extLst>
                <a:ext uri="{FF2B5EF4-FFF2-40B4-BE49-F238E27FC236}">
                  <a16:creationId xmlns:a16="http://schemas.microsoft.com/office/drawing/2014/main" id="{982A0CEE-93A5-9055-8735-5124B645FC8B}"/>
                </a:ext>
              </a:extLst>
            </p:cNvPr>
            <p:cNvCxnSpPr>
              <a:cxnSpLocks/>
              <a:stCxn id="160" idx="0"/>
              <a:endCxn id="170" idx="0"/>
            </p:cNvCxnSpPr>
            <p:nvPr/>
          </p:nvCxnSpPr>
          <p:spPr>
            <a:xfrm rot="16200000" flipH="1">
              <a:off x="8738543" y="3748224"/>
              <a:ext cx="25751" cy="1845050"/>
            </a:xfrm>
            <a:prstGeom prst="curvedConnector3">
              <a:avLst>
                <a:gd name="adj1" fmla="val -88773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Curved Connector 176">
              <a:extLst>
                <a:ext uri="{FF2B5EF4-FFF2-40B4-BE49-F238E27FC236}">
                  <a16:creationId xmlns:a16="http://schemas.microsoft.com/office/drawing/2014/main" id="{5DD65637-F2A2-0453-E970-F4CA9F87D5BD}"/>
                </a:ext>
              </a:extLst>
            </p:cNvPr>
            <p:cNvCxnSpPr>
              <a:stCxn id="165" idx="0"/>
              <a:endCxn id="163" idx="0"/>
            </p:cNvCxnSpPr>
            <p:nvPr/>
          </p:nvCxnSpPr>
          <p:spPr>
            <a:xfrm rot="5400000" flipH="1" flipV="1">
              <a:off x="9655141" y="3732447"/>
              <a:ext cx="19028" cy="1799223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AB6B36D7-4B99-D591-7A13-F79821F8FC50}"/>
                </a:ext>
              </a:extLst>
            </p:cNvPr>
            <p:cNvSpPr/>
            <p:nvPr/>
          </p:nvSpPr>
          <p:spPr>
            <a:xfrm>
              <a:off x="7615071" y="5517520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5D37CDE4-91BD-89E1-560D-9686F28B7563}"/>
                </a:ext>
              </a:extLst>
            </p:cNvPr>
            <p:cNvSpPr/>
            <p:nvPr/>
          </p:nvSpPr>
          <p:spPr>
            <a:xfrm>
              <a:off x="10338391" y="5482191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1" name="TextBox 180">
                  <a:extLst>
                    <a:ext uri="{FF2B5EF4-FFF2-40B4-BE49-F238E27FC236}">
                      <a16:creationId xmlns:a16="http://schemas.microsoft.com/office/drawing/2014/main" id="{66BA5DF7-EB65-2FF4-4E90-ECD2C54EE3C9}"/>
                    </a:ext>
                  </a:extLst>
                </p:cNvPr>
                <p:cNvSpPr txBox="1"/>
                <p:nvPr/>
              </p:nvSpPr>
              <p:spPr>
                <a:xfrm>
                  <a:off x="7693009" y="5535170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1" name="TextBox 180">
                  <a:extLst>
                    <a:ext uri="{FF2B5EF4-FFF2-40B4-BE49-F238E27FC236}">
                      <a16:creationId xmlns:a16="http://schemas.microsoft.com/office/drawing/2014/main" id="{66BA5DF7-EB65-2FF4-4E90-ECD2C54EE3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93009" y="5535170"/>
                  <a:ext cx="327883" cy="276999"/>
                </a:xfrm>
                <a:prstGeom prst="rect">
                  <a:avLst/>
                </a:prstGeom>
                <a:blipFill>
                  <a:blip r:embed="rId27"/>
                  <a:stretch>
                    <a:fillRect l="-3704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E3267829-2005-BD6F-B659-A5C43DC095FB}"/>
                    </a:ext>
                  </a:extLst>
                </p:cNvPr>
                <p:cNvSpPr txBox="1"/>
                <p:nvPr/>
              </p:nvSpPr>
              <p:spPr>
                <a:xfrm>
                  <a:off x="10416330" y="5482190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E3267829-2005-BD6F-B659-A5C43DC095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6330" y="5482190"/>
                  <a:ext cx="274049" cy="276999"/>
                </a:xfrm>
                <a:prstGeom prst="rect">
                  <a:avLst/>
                </a:prstGeom>
                <a:blipFill>
                  <a:blip r:embed="rId28"/>
                  <a:stretch>
                    <a:fillRect l="-13636" r="-9091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3" name="Oval 182">
              <a:extLst>
                <a:ext uri="{FF2B5EF4-FFF2-40B4-BE49-F238E27FC236}">
                  <a16:creationId xmlns:a16="http://schemas.microsoft.com/office/drawing/2014/main" id="{77E353D5-77A1-07BC-0E13-29C935A9B008}"/>
                </a:ext>
              </a:extLst>
            </p:cNvPr>
            <p:cNvSpPr/>
            <p:nvPr/>
          </p:nvSpPr>
          <p:spPr>
            <a:xfrm>
              <a:off x="6674721" y="5547623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4B497955-8CD3-B160-ADFC-67E76345EFD7}"/>
                </a:ext>
              </a:extLst>
            </p:cNvPr>
            <p:cNvSpPr/>
            <p:nvPr/>
          </p:nvSpPr>
          <p:spPr>
            <a:xfrm>
              <a:off x="8551095" y="5501218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Oval 184">
              <a:extLst>
                <a:ext uri="{FF2B5EF4-FFF2-40B4-BE49-F238E27FC236}">
                  <a16:creationId xmlns:a16="http://schemas.microsoft.com/office/drawing/2014/main" id="{EDCBFAD0-D90C-209E-34FD-F41A23B3EF27}"/>
                </a:ext>
              </a:extLst>
            </p:cNvPr>
            <p:cNvSpPr/>
            <p:nvPr/>
          </p:nvSpPr>
          <p:spPr>
            <a:xfrm>
              <a:off x="9444743" y="5514696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Oval 185">
              <a:extLst>
                <a:ext uri="{FF2B5EF4-FFF2-40B4-BE49-F238E27FC236}">
                  <a16:creationId xmlns:a16="http://schemas.microsoft.com/office/drawing/2014/main" id="{AACE8E41-EFD9-36DD-AE8C-E12B08056DE4}"/>
                </a:ext>
              </a:extLst>
            </p:cNvPr>
            <p:cNvSpPr/>
            <p:nvPr/>
          </p:nvSpPr>
          <p:spPr>
            <a:xfrm>
              <a:off x="11241743" y="5440950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7" name="TextBox 186">
                  <a:extLst>
                    <a:ext uri="{FF2B5EF4-FFF2-40B4-BE49-F238E27FC236}">
                      <a16:creationId xmlns:a16="http://schemas.microsoft.com/office/drawing/2014/main" id="{82A4F91C-08AE-B42A-82D9-5FE46C688CF8}"/>
                    </a:ext>
                  </a:extLst>
                </p:cNvPr>
                <p:cNvSpPr txBox="1"/>
                <p:nvPr/>
              </p:nvSpPr>
              <p:spPr>
                <a:xfrm>
                  <a:off x="6727052" y="5590487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7" name="TextBox 186">
                  <a:extLst>
                    <a:ext uri="{FF2B5EF4-FFF2-40B4-BE49-F238E27FC236}">
                      <a16:creationId xmlns:a16="http://schemas.microsoft.com/office/drawing/2014/main" id="{82A4F91C-08AE-B42A-82D9-5FE46C688C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7052" y="5590487"/>
                  <a:ext cx="353742" cy="276999"/>
                </a:xfrm>
                <a:prstGeom prst="rect">
                  <a:avLst/>
                </a:prstGeom>
                <a:blipFill>
                  <a:blip r:embed="rId29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E47F0EB2-A977-5DC6-5661-3503EFF48313}"/>
                    </a:ext>
                  </a:extLst>
                </p:cNvPr>
                <p:cNvSpPr txBox="1"/>
                <p:nvPr/>
              </p:nvSpPr>
              <p:spPr>
                <a:xfrm>
                  <a:off x="8614338" y="552979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E47F0EB2-A977-5DC6-5661-3503EFF483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4338" y="5529791"/>
                  <a:ext cx="353742" cy="276999"/>
                </a:xfrm>
                <a:prstGeom prst="rect">
                  <a:avLst/>
                </a:prstGeom>
                <a:blipFill>
                  <a:blip r:embed="rId30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02A73E12-8407-62DE-C7BC-17E87486B76B}"/>
                    </a:ext>
                  </a:extLst>
                </p:cNvPr>
                <p:cNvSpPr txBox="1"/>
                <p:nvPr/>
              </p:nvSpPr>
              <p:spPr>
                <a:xfrm>
                  <a:off x="9486161" y="554327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02A73E12-8407-62DE-C7BC-17E87486B7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6161" y="5543271"/>
                  <a:ext cx="353742" cy="276999"/>
                </a:xfrm>
                <a:prstGeom prst="rect">
                  <a:avLst/>
                </a:prstGeom>
                <a:blipFill>
                  <a:blip r:embed="rId31"/>
                  <a:stretch>
                    <a:fillRect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0" name="TextBox 189">
                  <a:extLst>
                    <a:ext uri="{FF2B5EF4-FFF2-40B4-BE49-F238E27FC236}">
                      <a16:creationId xmlns:a16="http://schemas.microsoft.com/office/drawing/2014/main" id="{1DA62127-6AD3-4750-7ED0-773EC1694785}"/>
                    </a:ext>
                  </a:extLst>
                </p:cNvPr>
                <p:cNvSpPr txBox="1"/>
                <p:nvPr/>
              </p:nvSpPr>
              <p:spPr>
                <a:xfrm>
                  <a:off x="11322650" y="5469525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90" name="TextBox 189">
                  <a:extLst>
                    <a:ext uri="{FF2B5EF4-FFF2-40B4-BE49-F238E27FC236}">
                      <a16:creationId xmlns:a16="http://schemas.microsoft.com/office/drawing/2014/main" id="{1DA62127-6AD3-4750-7ED0-773EC16947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22650" y="5469525"/>
                  <a:ext cx="294889" cy="276999"/>
                </a:xfrm>
                <a:prstGeom prst="rect">
                  <a:avLst/>
                </a:prstGeom>
                <a:blipFill>
                  <a:blip r:embed="rId32"/>
                  <a:stretch>
                    <a:fillRect l="-12500" r="-8333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9DB7584B-B596-7EFF-6AE0-DDBA966BCFCC}"/>
                </a:ext>
              </a:extLst>
            </p:cNvPr>
            <p:cNvCxnSpPr>
              <a:cxnSpLocks/>
              <a:stCxn id="187" idx="3"/>
              <a:endCxn id="179" idx="1"/>
            </p:cNvCxnSpPr>
            <p:nvPr/>
          </p:nvCxnSpPr>
          <p:spPr>
            <a:xfrm flipV="1">
              <a:off x="7080794" y="5720431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F58FC87C-03F3-40A3-94BF-E8B065759D5F}"/>
                </a:ext>
              </a:extLst>
            </p:cNvPr>
            <p:cNvCxnSpPr>
              <a:cxnSpLocks/>
              <a:stCxn id="181" idx="3"/>
              <a:endCxn id="184" idx="2"/>
            </p:cNvCxnSpPr>
            <p:nvPr/>
          </p:nvCxnSpPr>
          <p:spPr>
            <a:xfrm>
              <a:off x="8020892" y="5673670"/>
              <a:ext cx="530203" cy="30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CE9A236A-C7F4-40B7-64AF-26EF4A89769F}"/>
                </a:ext>
              </a:extLst>
            </p:cNvPr>
            <p:cNvCxnSpPr>
              <a:cxnSpLocks/>
              <a:stCxn id="189" idx="3"/>
              <a:endCxn id="180" idx="1"/>
            </p:cNvCxnSpPr>
            <p:nvPr/>
          </p:nvCxnSpPr>
          <p:spPr>
            <a:xfrm>
              <a:off x="9839903" y="5681771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40CD1897-77BA-5C83-11B0-619565297C2F}"/>
                </a:ext>
              </a:extLst>
            </p:cNvPr>
            <p:cNvCxnSpPr>
              <a:stCxn id="182" idx="3"/>
              <a:endCxn id="186" idx="2"/>
            </p:cNvCxnSpPr>
            <p:nvPr/>
          </p:nvCxnSpPr>
          <p:spPr>
            <a:xfrm>
              <a:off x="10690379" y="5620690"/>
              <a:ext cx="551364" cy="2329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Curved Connector 194">
              <a:extLst>
                <a:ext uri="{FF2B5EF4-FFF2-40B4-BE49-F238E27FC236}">
                  <a16:creationId xmlns:a16="http://schemas.microsoft.com/office/drawing/2014/main" id="{7946CB3F-10C6-E741-AED1-3AE1AB06B3BB}"/>
                </a:ext>
              </a:extLst>
            </p:cNvPr>
            <p:cNvCxnSpPr>
              <a:cxnSpLocks/>
              <a:stCxn id="179" idx="0"/>
              <a:endCxn id="189" idx="0"/>
            </p:cNvCxnSpPr>
            <p:nvPr/>
          </p:nvCxnSpPr>
          <p:spPr>
            <a:xfrm rot="16200000" flipH="1">
              <a:off x="8727631" y="4607870"/>
              <a:ext cx="25751" cy="1845050"/>
            </a:xfrm>
            <a:prstGeom prst="curvedConnector3">
              <a:avLst>
                <a:gd name="adj1" fmla="val -88773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Curved Connector 195">
              <a:extLst>
                <a:ext uri="{FF2B5EF4-FFF2-40B4-BE49-F238E27FC236}">
                  <a16:creationId xmlns:a16="http://schemas.microsoft.com/office/drawing/2014/main" id="{8D92B732-92B6-CD2A-4A05-072E113610CF}"/>
                </a:ext>
              </a:extLst>
            </p:cNvPr>
            <p:cNvCxnSpPr>
              <a:stCxn id="184" idx="0"/>
              <a:endCxn id="182" idx="0"/>
            </p:cNvCxnSpPr>
            <p:nvPr/>
          </p:nvCxnSpPr>
          <p:spPr>
            <a:xfrm rot="5400000" flipH="1" flipV="1">
              <a:off x="9644229" y="4592093"/>
              <a:ext cx="19028" cy="1799223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40C3AD25-AC15-EE7B-5C45-0919DF22D288}"/>
                </a:ext>
              </a:extLst>
            </p:cNvPr>
            <p:cNvSpPr/>
            <p:nvPr/>
          </p:nvSpPr>
          <p:spPr>
            <a:xfrm>
              <a:off x="7649250" y="6299644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5F7DAEF5-1B3C-C992-0D5A-721EBDCCB30A}"/>
                </a:ext>
              </a:extLst>
            </p:cNvPr>
            <p:cNvSpPr/>
            <p:nvPr/>
          </p:nvSpPr>
          <p:spPr>
            <a:xfrm>
              <a:off x="10372570" y="6264315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9" name="TextBox 198">
                  <a:extLst>
                    <a:ext uri="{FF2B5EF4-FFF2-40B4-BE49-F238E27FC236}">
                      <a16:creationId xmlns:a16="http://schemas.microsoft.com/office/drawing/2014/main" id="{947D049A-035F-1B3F-3212-F7A6BD529A32}"/>
                    </a:ext>
                  </a:extLst>
                </p:cNvPr>
                <p:cNvSpPr txBox="1"/>
                <p:nvPr/>
              </p:nvSpPr>
              <p:spPr>
                <a:xfrm>
                  <a:off x="7727188" y="6317294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99" name="TextBox 198">
                  <a:extLst>
                    <a:ext uri="{FF2B5EF4-FFF2-40B4-BE49-F238E27FC236}">
                      <a16:creationId xmlns:a16="http://schemas.microsoft.com/office/drawing/2014/main" id="{947D049A-035F-1B3F-3212-F7A6BD529A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27188" y="6317294"/>
                  <a:ext cx="327883" cy="276999"/>
                </a:xfrm>
                <a:prstGeom prst="rect">
                  <a:avLst/>
                </a:prstGeom>
                <a:blipFill>
                  <a:blip r:embed="rId33"/>
                  <a:stretch>
                    <a:fillRect l="-3704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0" name="TextBox 199">
                  <a:extLst>
                    <a:ext uri="{FF2B5EF4-FFF2-40B4-BE49-F238E27FC236}">
                      <a16:creationId xmlns:a16="http://schemas.microsoft.com/office/drawing/2014/main" id="{9902012E-7BDA-209A-D3EE-517F389F3E75}"/>
                    </a:ext>
                  </a:extLst>
                </p:cNvPr>
                <p:cNvSpPr txBox="1"/>
                <p:nvPr/>
              </p:nvSpPr>
              <p:spPr>
                <a:xfrm>
                  <a:off x="10450509" y="6264314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0" name="TextBox 199">
                  <a:extLst>
                    <a:ext uri="{FF2B5EF4-FFF2-40B4-BE49-F238E27FC236}">
                      <a16:creationId xmlns:a16="http://schemas.microsoft.com/office/drawing/2014/main" id="{9902012E-7BDA-209A-D3EE-517F389F3E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50509" y="6264314"/>
                  <a:ext cx="274049" cy="276999"/>
                </a:xfrm>
                <a:prstGeom prst="rect">
                  <a:avLst/>
                </a:prstGeom>
                <a:blipFill>
                  <a:blip r:embed="rId34"/>
                  <a:stretch>
                    <a:fillRect l="-13043" r="-8696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1" name="Oval 200">
              <a:extLst>
                <a:ext uri="{FF2B5EF4-FFF2-40B4-BE49-F238E27FC236}">
                  <a16:creationId xmlns:a16="http://schemas.microsoft.com/office/drawing/2014/main" id="{176A7A67-195B-B03F-ADBD-792B61DDE607}"/>
                </a:ext>
              </a:extLst>
            </p:cNvPr>
            <p:cNvSpPr/>
            <p:nvPr/>
          </p:nvSpPr>
          <p:spPr>
            <a:xfrm>
              <a:off x="6708900" y="6329747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C7D244F8-A276-0782-30DE-70CD889D6C05}"/>
                </a:ext>
              </a:extLst>
            </p:cNvPr>
            <p:cNvSpPr/>
            <p:nvPr/>
          </p:nvSpPr>
          <p:spPr>
            <a:xfrm>
              <a:off x="8585274" y="6283342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D45C8876-47AA-E471-4894-478E2720BCC1}"/>
                </a:ext>
              </a:extLst>
            </p:cNvPr>
            <p:cNvSpPr/>
            <p:nvPr/>
          </p:nvSpPr>
          <p:spPr>
            <a:xfrm>
              <a:off x="9478922" y="6296820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8C646D37-5B10-4601-83F8-6CBC93520ABC}"/>
                </a:ext>
              </a:extLst>
            </p:cNvPr>
            <p:cNvSpPr/>
            <p:nvPr/>
          </p:nvSpPr>
          <p:spPr>
            <a:xfrm>
              <a:off x="11275922" y="6223074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5" name="TextBox 204">
                  <a:extLst>
                    <a:ext uri="{FF2B5EF4-FFF2-40B4-BE49-F238E27FC236}">
                      <a16:creationId xmlns:a16="http://schemas.microsoft.com/office/drawing/2014/main" id="{2BC55B98-1176-4B86-A595-ED7D31673285}"/>
                    </a:ext>
                  </a:extLst>
                </p:cNvPr>
                <p:cNvSpPr txBox="1"/>
                <p:nvPr/>
              </p:nvSpPr>
              <p:spPr>
                <a:xfrm>
                  <a:off x="6761231" y="637261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5" name="TextBox 204">
                  <a:extLst>
                    <a:ext uri="{FF2B5EF4-FFF2-40B4-BE49-F238E27FC236}">
                      <a16:creationId xmlns:a16="http://schemas.microsoft.com/office/drawing/2014/main" id="{2BC55B98-1176-4B86-A595-ED7D316732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1231" y="6372611"/>
                  <a:ext cx="353742" cy="276999"/>
                </a:xfrm>
                <a:prstGeom prst="rect">
                  <a:avLst/>
                </a:prstGeom>
                <a:blipFill>
                  <a:blip r:embed="rId35"/>
                  <a:stretch>
                    <a:fillRect l="-3448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6" name="TextBox 205">
                  <a:extLst>
                    <a:ext uri="{FF2B5EF4-FFF2-40B4-BE49-F238E27FC236}">
                      <a16:creationId xmlns:a16="http://schemas.microsoft.com/office/drawing/2014/main" id="{6560D1F8-89B5-FF02-6308-A68403F6FC37}"/>
                    </a:ext>
                  </a:extLst>
                </p:cNvPr>
                <p:cNvSpPr txBox="1"/>
                <p:nvPr/>
              </p:nvSpPr>
              <p:spPr>
                <a:xfrm>
                  <a:off x="8648517" y="631191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6" name="TextBox 205">
                  <a:extLst>
                    <a:ext uri="{FF2B5EF4-FFF2-40B4-BE49-F238E27FC236}">
                      <a16:creationId xmlns:a16="http://schemas.microsoft.com/office/drawing/2014/main" id="{6560D1F8-89B5-FF02-6308-A68403F6FC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48517" y="6311915"/>
                  <a:ext cx="353742" cy="276999"/>
                </a:xfrm>
                <a:prstGeom prst="rect">
                  <a:avLst/>
                </a:prstGeom>
                <a:blipFill>
                  <a:blip r:embed="rId36"/>
                  <a:stretch>
                    <a:fillRect l="-3571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7" name="TextBox 206">
                  <a:extLst>
                    <a:ext uri="{FF2B5EF4-FFF2-40B4-BE49-F238E27FC236}">
                      <a16:creationId xmlns:a16="http://schemas.microsoft.com/office/drawing/2014/main" id="{FF40AC6F-30FB-60F0-6314-E487A6434880}"/>
                    </a:ext>
                  </a:extLst>
                </p:cNvPr>
                <p:cNvSpPr txBox="1"/>
                <p:nvPr/>
              </p:nvSpPr>
              <p:spPr>
                <a:xfrm>
                  <a:off x="9520340" y="632539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7" name="TextBox 206">
                  <a:extLst>
                    <a:ext uri="{FF2B5EF4-FFF2-40B4-BE49-F238E27FC236}">
                      <a16:creationId xmlns:a16="http://schemas.microsoft.com/office/drawing/2014/main" id="{FF40AC6F-30FB-60F0-6314-E487A64348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20340" y="6325395"/>
                  <a:ext cx="353742" cy="276999"/>
                </a:xfrm>
                <a:prstGeom prst="rect">
                  <a:avLst/>
                </a:prstGeom>
                <a:blipFill>
                  <a:blip r:embed="rId37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8" name="TextBox 207">
                  <a:extLst>
                    <a:ext uri="{FF2B5EF4-FFF2-40B4-BE49-F238E27FC236}">
                      <a16:creationId xmlns:a16="http://schemas.microsoft.com/office/drawing/2014/main" id="{B5983CE5-B892-FE3A-6B97-294818754510}"/>
                    </a:ext>
                  </a:extLst>
                </p:cNvPr>
                <p:cNvSpPr txBox="1"/>
                <p:nvPr/>
              </p:nvSpPr>
              <p:spPr>
                <a:xfrm>
                  <a:off x="11356829" y="6251649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8" name="TextBox 207">
                  <a:extLst>
                    <a:ext uri="{FF2B5EF4-FFF2-40B4-BE49-F238E27FC236}">
                      <a16:creationId xmlns:a16="http://schemas.microsoft.com/office/drawing/2014/main" id="{B5983CE5-B892-FE3A-6B97-2948187545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56829" y="6251649"/>
                  <a:ext cx="294889" cy="276999"/>
                </a:xfrm>
                <a:prstGeom prst="rect">
                  <a:avLst/>
                </a:prstGeom>
                <a:blipFill>
                  <a:blip r:embed="rId38"/>
                  <a:stretch>
                    <a:fillRect l="-12500" r="-8333" b="-869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3F4AAF86-7FD0-E9BD-1786-30C4E033EF59}"/>
                </a:ext>
              </a:extLst>
            </p:cNvPr>
            <p:cNvCxnSpPr>
              <a:cxnSpLocks/>
              <a:stCxn id="205" idx="3"/>
              <a:endCxn id="197" idx="1"/>
            </p:cNvCxnSpPr>
            <p:nvPr/>
          </p:nvCxnSpPr>
          <p:spPr>
            <a:xfrm flipV="1">
              <a:off x="7114973" y="6502555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F0AA6AE3-C26F-2437-182C-25873CF0DA38}"/>
                </a:ext>
              </a:extLst>
            </p:cNvPr>
            <p:cNvCxnSpPr>
              <a:cxnSpLocks/>
              <a:stCxn id="199" idx="3"/>
              <a:endCxn id="202" idx="2"/>
            </p:cNvCxnSpPr>
            <p:nvPr/>
          </p:nvCxnSpPr>
          <p:spPr>
            <a:xfrm>
              <a:off x="8055071" y="6455794"/>
              <a:ext cx="530203" cy="30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40A10C1D-EE36-B6C5-77D6-B37BC245B61E}"/>
                </a:ext>
              </a:extLst>
            </p:cNvPr>
            <p:cNvCxnSpPr>
              <a:cxnSpLocks/>
              <a:stCxn id="207" idx="3"/>
              <a:endCxn id="198" idx="1"/>
            </p:cNvCxnSpPr>
            <p:nvPr/>
          </p:nvCxnSpPr>
          <p:spPr>
            <a:xfrm>
              <a:off x="9874082" y="6463895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0DBDF917-5B8E-8CDE-6EB6-F81775CD8CCD}"/>
                </a:ext>
              </a:extLst>
            </p:cNvPr>
            <p:cNvCxnSpPr>
              <a:stCxn id="200" idx="3"/>
              <a:endCxn id="204" idx="2"/>
            </p:cNvCxnSpPr>
            <p:nvPr/>
          </p:nvCxnSpPr>
          <p:spPr>
            <a:xfrm>
              <a:off x="10724558" y="6402814"/>
              <a:ext cx="551364" cy="2329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Curved Connector 212">
              <a:extLst>
                <a:ext uri="{FF2B5EF4-FFF2-40B4-BE49-F238E27FC236}">
                  <a16:creationId xmlns:a16="http://schemas.microsoft.com/office/drawing/2014/main" id="{0B9F42CF-E35C-895F-9C4F-181C6F56AE66}"/>
                </a:ext>
              </a:extLst>
            </p:cNvPr>
            <p:cNvCxnSpPr>
              <a:cxnSpLocks/>
              <a:stCxn id="197" idx="0"/>
              <a:endCxn id="207" idx="0"/>
            </p:cNvCxnSpPr>
            <p:nvPr/>
          </p:nvCxnSpPr>
          <p:spPr>
            <a:xfrm rot="16200000" flipH="1">
              <a:off x="8761810" y="5389994"/>
              <a:ext cx="25751" cy="1845050"/>
            </a:xfrm>
            <a:prstGeom prst="curvedConnector3">
              <a:avLst>
                <a:gd name="adj1" fmla="val -88773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Curved Connector 213">
              <a:extLst>
                <a:ext uri="{FF2B5EF4-FFF2-40B4-BE49-F238E27FC236}">
                  <a16:creationId xmlns:a16="http://schemas.microsoft.com/office/drawing/2014/main" id="{28B7BC14-F325-8DC9-889E-5C060C4A0390}"/>
                </a:ext>
              </a:extLst>
            </p:cNvPr>
            <p:cNvCxnSpPr>
              <a:stCxn id="202" idx="0"/>
              <a:endCxn id="200" idx="0"/>
            </p:cNvCxnSpPr>
            <p:nvPr/>
          </p:nvCxnSpPr>
          <p:spPr>
            <a:xfrm rot="5400000" flipH="1" flipV="1">
              <a:off x="9678408" y="5374217"/>
              <a:ext cx="19028" cy="1799223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Oval 5">
            <a:extLst>
              <a:ext uri="{FF2B5EF4-FFF2-40B4-BE49-F238E27FC236}">
                <a16:creationId xmlns:a16="http://schemas.microsoft.com/office/drawing/2014/main" id="{746838A2-21B9-71DC-A8DE-7E232A0CDE82}"/>
              </a:ext>
            </a:extLst>
          </p:cNvPr>
          <p:cNvSpPr/>
          <p:nvPr/>
        </p:nvSpPr>
        <p:spPr>
          <a:xfrm rot="16200000">
            <a:off x="6587545" y="2106009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82C4F27-38A6-16B2-587B-3E37F5AC41FE}"/>
              </a:ext>
            </a:extLst>
          </p:cNvPr>
          <p:cNvSpPr/>
          <p:nvPr/>
        </p:nvSpPr>
        <p:spPr>
          <a:xfrm rot="16200000">
            <a:off x="6580569" y="3776366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A543F05-8789-156F-6CCB-9B6466CB202B}"/>
              </a:ext>
            </a:extLst>
          </p:cNvPr>
          <p:cNvSpPr/>
          <p:nvPr/>
        </p:nvSpPr>
        <p:spPr>
          <a:xfrm rot="16200000">
            <a:off x="6613685" y="4608848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78A11E8-AFD7-0F16-8506-BB23BF9C3708}"/>
              </a:ext>
            </a:extLst>
          </p:cNvPr>
          <p:cNvSpPr/>
          <p:nvPr/>
        </p:nvSpPr>
        <p:spPr>
          <a:xfrm rot="16200000">
            <a:off x="6627973" y="6247652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D076C9F-669A-8FB6-BB89-47B837E4BFC5}"/>
              </a:ext>
            </a:extLst>
          </p:cNvPr>
          <p:cNvSpPr/>
          <p:nvPr/>
        </p:nvSpPr>
        <p:spPr>
          <a:xfrm rot="16200000">
            <a:off x="7527002" y="2895138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558D83E-117D-DFB6-4CCB-D2FDDBCE2CDE}"/>
              </a:ext>
            </a:extLst>
          </p:cNvPr>
          <p:cNvSpPr/>
          <p:nvPr/>
        </p:nvSpPr>
        <p:spPr>
          <a:xfrm rot="16200000">
            <a:off x="6606257" y="5477583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662B7D56-A621-383D-65AC-A45E05CA845C}"/>
              </a:ext>
            </a:extLst>
          </p:cNvPr>
          <p:cNvSpPr/>
          <p:nvPr/>
        </p:nvSpPr>
        <p:spPr>
          <a:xfrm rot="16200000">
            <a:off x="7500216" y="2061285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5857213-B31C-B9A8-8B07-1F96DAB7A7CE}"/>
              </a:ext>
            </a:extLst>
          </p:cNvPr>
          <p:cNvSpPr/>
          <p:nvPr/>
        </p:nvSpPr>
        <p:spPr>
          <a:xfrm rot="16200000">
            <a:off x="7509537" y="3731247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32D357EF-66EE-F1F2-CA93-59647367B6E7}"/>
              </a:ext>
            </a:extLst>
          </p:cNvPr>
          <p:cNvSpPr/>
          <p:nvPr/>
        </p:nvSpPr>
        <p:spPr>
          <a:xfrm rot="16200000">
            <a:off x="7527002" y="4560722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2E76F74-C253-44EC-2550-AD5B6E4B2BCC}"/>
              </a:ext>
            </a:extLst>
          </p:cNvPr>
          <p:cNvSpPr/>
          <p:nvPr/>
        </p:nvSpPr>
        <p:spPr>
          <a:xfrm rot="16200000">
            <a:off x="7539500" y="5455610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0C09D019-9A5F-41FA-1427-C55715AEA712}"/>
              </a:ext>
            </a:extLst>
          </p:cNvPr>
          <p:cNvSpPr/>
          <p:nvPr/>
        </p:nvSpPr>
        <p:spPr>
          <a:xfrm rot="16200000">
            <a:off x="7552450" y="6202928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0A019F0-CAB7-42AE-3567-E753DB12C80C}"/>
              </a:ext>
            </a:extLst>
          </p:cNvPr>
          <p:cNvSpPr/>
          <p:nvPr/>
        </p:nvSpPr>
        <p:spPr>
          <a:xfrm rot="16200000">
            <a:off x="6606257" y="2935238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65F65CFE-E237-689C-AB33-FB0077C781DD}"/>
              </a:ext>
            </a:extLst>
          </p:cNvPr>
          <p:cNvSpPr/>
          <p:nvPr/>
        </p:nvSpPr>
        <p:spPr>
          <a:xfrm rot="16200000">
            <a:off x="8455821" y="2065909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DC20F4A0-7EF8-86C1-6D92-6FC3E25D10E6}"/>
              </a:ext>
            </a:extLst>
          </p:cNvPr>
          <p:cNvSpPr/>
          <p:nvPr/>
        </p:nvSpPr>
        <p:spPr>
          <a:xfrm rot="16200000">
            <a:off x="8448845" y="3736266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B5F7362C-820E-E428-0D3C-9FB7E2DAA01D}"/>
              </a:ext>
            </a:extLst>
          </p:cNvPr>
          <p:cNvSpPr/>
          <p:nvPr/>
        </p:nvSpPr>
        <p:spPr>
          <a:xfrm rot="16200000">
            <a:off x="8481961" y="4568748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9B284C4B-05E6-5FF4-D66A-635E7B7BB84C}"/>
              </a:ext>
            </a:extLst>
          </p:cNvPr>
          <p:cNvSpPr/>
          <p:nvPr/>
        </p:nvSpPr>
        <p:spPr>
          <a:xfrm rot="16200000">
            <a:off x="8496249" y="6207552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973C44A9-478F-BC0D-A061-41B2E6862984}"/>
              </a:ext>
            </a:extLst>
          </p:cNvPr>
          <p:cNvSpPr/>
          <p:nvPr/>
        </p:nvSpPr>
        <p:spPr>
          <a:xfrm rot="16200000">
            <a:off x="9395278" y="2855038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D0B3D15-7DD6-47C6-5DD1-4D5ECF6BFDDA}"/>
              </a:ext>
            </a:extLst>
          </p:cNvPr>
          <p:cNvSpPr/>
          <p:nvPr/>
        </p:nvSpPr>
        <p:spPr>
          <a:xfrm rot="16200000">
            <a:off x="8474533" y="5437483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DD69C9F7-78ED-FB14-A6EC-FAFFEDF6C9C4}"/>
              </a:ext>
            </a:extLst>
          </p:cNvPr>
          <p:cNvSpPr/>
          <p:nvPr/>
        </p:nvSpPr>
        <p:spPr>
          <a:xfrm rot="16200000">
            <a:off x="9368492" y="2021185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095D66B2-FFFE-8389-5971-E65824B3C02E}"/>
              </a:ext>
            </a:extLst>
          </p:cNvPr>
          <p:cNvSpPr/>
          <p:nvPr/>
        </p:nvSpPr>
        <p:spPr>
          <a:xfrm rot="16200000">
            <a:off x="9377813" y="3691147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74693E88-D04C-9183-7A28-C170F3B65B55}"/>
              </a:ext>
            </a:extLst>
          </p:cNvPr>
          <p:cNvSpPr/>
          <p:nvPr/>
        </p:nvSpPr>
        <p:spPr>
          <a:xfrm rot="16200000">
            <a:off x="9395278" y="4520622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71B764C-012C-6ACC-78AF-DFC9E178BE14}"/>
              </a:ext>
            </a:extLst>
          </p:cNvPr>
          <p:cNvSpPr/>
          <p:nvPr/>
        </p:nvSpPr>
        <p:spPr>
          <a:xfrm rot="16200000">
            <a:off x="9407776" y="5415510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A2A2B759-36E5-34F9-E8E9-DE09E93E3C79}"/>
              </a:ext>
            </a:extLst>
          </p:cNvPr>
          <p:cNvSpPr/>
          <p:nvPr/>
        </p:nvSpPr>
        <p:spPr>
          <a:xfrm rot="16200000">
            <a:off x="9420726" y="6162828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8EDFD42F-EA91-16D0-7DF7-6F3AFF3B3F52}"/>
              </a:ext>
            </a:extLst>
          </p:cNvPr>
          <p:cNvSpPr/>
          <p:nvPr/>
        </p:nvSpPr>
        <p:spPr>
          <a:xfrm rot="16200000">
            <a:off x="8474533" y="2895138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7073D6D5-C40C-0B72-6A0C-C79CD96F5295}"/>
              </a:ext>
            </a:extLst>
          </p:cNvPr>
          <p:cNvSpPr/>
          <p:nvPr/>
        </p:nvSpPr>
        <p:spPr>
          <a:xfrm rot="16200000">
            <a:off x="10232256" y="2020738"/>
            <a:ext cx="586008" cy="596634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A6A3BA5F-0025-5C57-0A45-6744BB0B4C7A}"/>
              </a:ext>
            </a:extLst>
          </p:cNvPr>
          <p:cNvSpPr/>
          <p:nvPr/>
        </p:nvSpPr>
        <p:spPr>
          <a:xfrm rot="16200000">
            <a:off x="10260568" y="3697465"/>
            <a:ext cx="585613" cy="60361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A8B2D73A-997B-C93B-5DA2-688832E2BD19}"/>
              </a:ext>
            </a:extLst>
          </p:cNvPr>
          <p:cNvSpPr/>
          <p:nvPr/>
        </p:nvSpPr>
        <p:spPr>
          <a:xfrm rot="16200000">
            <a:off x="10284685" y="4538946"/>
            <a:ext cx="600931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C75406C5-3ACB-AA28-EABC-6FBF348A5828}"/>
              </a:ext>
            </a:extLst>
          </p:cNvPr>
          <p:cNvSpPr/>
          <p:nvPr/>
        </p:nvSpPr>
        <p:spPr>
          <a:xfrm rot="16200000">
            <a:off x="10277954" y="6156730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4994D134-77FE-AE0B-8A9B-8EDCFE6CB494}"/>
              </a:ext>
            </a:extLst>
          </p:cNvPr>
          <p:cNvSpPr/>
          <p:nvPr/>
        </p:nvSpPr>
        <p:spPr>
          <a:xfrm rot="16200000">
            <a:off x="11198003" y="2825236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B8BE985-EEFC-217F-3668-8E6631132CE1}"/>
              </a:ext>
            </a:extLst>
          </p:cNvPr>
          <p:cNvSpPr/>
          <p:nvPr/>
        </p:nvSpPr>
        <p:spPr>
          <a:xfrm rot="16200000">
            <a:off x="10277258" y="5407681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ED555423-C5F3-1F9B-8856-7E2A70EA00C8}"/>
              </a:ext>
            </a:extLst>
          </p:cNvPr>
          <p:cNvSpPr/>
          <p:nvPr/>
        </p:nvSpPr>
        <p:spPr>
          <a:xfrm rot="16200000">
            <a:off x="11171217" y="1991383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985AF540-31D8-BEEA-3B0F-68D4E0D17520}"/>
              </a:ext>
            </a:extLst>
          </p:cNvPr>
          <p:cNvSpPr/>
          <p:nvPr/>
        </p:nvSpPr>
        <p:spPr>
          <a:xfrm rot="16200000">
            <a:off x="11180538" y="3661345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2D5A9A22-B2E1-56E6-E853-B5E285D0BA56}"/>
              </a:ext>
            </a:extLst>
          </p:cNvPr>
          <p:cNvSpPr/>
          <p:nvPr/>
        </p:nvSpPr>
        <p:spPr>
          <a:xfrm rot="16200000">
            <a:off x="11198003" y="4490820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C1F00702-2ECE-F54E-C023-6946E2F3D886}"/>
              </a:ext>
            </a:extLst>
          </p:cNvPr>
          <p:cNvSpPr/>
          <p:nvPr/>
        </p:nvSpPr>
        <p:spPr>
          <a:xfrm rot="16200000">
            <a:off x="11210501" y="5385708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6D0EB3E1-A3FA-96CB-81D7-A17BCE2C4A70}"/>
              </a:ext>
            </a:extLst>
          </p:cNvPr>
          <p:cNvSpPr/>
          <p:nvPr/>
        </p:nvSpPr>
        <p:spPr>
          <a:xfrm rot="16200000">
            <a:off x="11223451" y="6133026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34297431-1B1D-30BF-9F84-A2C5A84146CF}"/>
              </a:ext>
            </a:extLst>
          </p:cNvPr>
          <p:cNvSpPr/>
          <p:nvPr/>
        </p:nvSpPr>
        <p:spPr>
          <a:xfrm rot="16200000">
            <a:off x="10277258" y="2865336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04F66B8-BBF3-0830-519F-6E7AEA78FE6B}"/>
              </a:ext>
            </a:extLst>
          </p:cNvPr>
          <p:cNvCxnSpPr>
            <a:cxnSpLocks/>
          </p:cNvCxnSpPr>
          <p:nvPr/>
        </p:nvCxnSpPr>
        <p:spPr>
          <a:xfrm rot="16200000" flipV="1">
            <a:off x="6584507" y="6179874"/>
            <a:ext cx="487130" cy="7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0DB2F99-4D5B-B32D-D62E-2CE8E311979F}"/>
              </a:ext>
            </a:extLst>
          </p:cNvPr>
          <p:cNvCxnSpPr>
            <a:cxnSpLocks/>
          </p:cNvCxnSpPr>
          <p:nvPr/>
        </p:nvCxnSpPr>
        <p:spPr>
          <a:xfrm rot="16200000">
            <a:off x="6553772" y="5314548"/>
            <a:ext cx="483415" cy="27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D1B6A747-4070-1919-51BE-4B612116FC60}"/>
              </a:ext>
            </a:extLst>
          </p:cNvPr>
          <p:cNvCxnSpPr>
            <a:cxnSpLocks/>
          </p:cNvCxnSpPr>
          <p:nvPr/>
        </p:nvCxnSpPr>
        <p:spPr>
          <a:xfrm rot="16200000">
            <a:off x="6563191" y="3682937"/>
            <a:ext cx="454499" cy="30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4AA71C7A-801A-6F0D-8EDC-64FFB42830DD}"/>
              </a:ext>
            </a:extLst>
          </p:cNvPr>
          <p:cNvCxnSpPr/>
          <p:nvPr/>
        </p:nvCxnSpPr>
        <p:spPr>
          <a:xfrm rot="16200000">
            <a:off x="6492498" y="2874303"/>
            <a:ext cx="502709" cy="212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urved Connector 106">
            <a:extLst>
              <a:ext uri="{FF2B5EF4-FFF2-40B4-BE49-F238E27FC236}">
                <a16:creationId xmlns:a16="http://schemas.microsoft.com/office/drawing/2014/main" id="{315485B1-EA5C-13F3-8602-87A7BCF46F9E}"/>
              </a:ext>
            </a:extLst>
          </p:cNvPr>
          <p:cNvCxnSpPr>
            <a:cxnSpLocks/>
          </p:cNvCxnSpPr>
          <p:nvPr/>
        </p:nvCxnSpPr>
        <p:spPr>
          <a:xfrm rot="10800000" flipH="1">
            <a:off x="6639167" y="4072969"/>
            <a:ext cx="23478" cy="1682236"/>
          </a:xfrm>
          <a:prstGeom prst="curvedConnector3">
            <a:avLst>
              <a:gd name="adj1" fmla="val -88776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urved Connector 107">
            <a:extLst>
              <a:ext uri="{FF2B5EF4-FFF2-40B4-BE49-F238E27FC236}">
                <a16:creationId xmlns:a16="http://schemas.microsoft.com/office/drawing/2014/main" id="{71256059-948C-4AE2-3F9F-27A546C5E362}"/>
              </a:ext>
            </a:extLst>
          </p:cNvPr>
          <p:cNvCxnSpPr/>
          <p:nvPr/>
        </p:nvCxnSpPr>
        <p:spPr>
          <a:xfrm flipH="1" flipV="1">
            <a:off x="6606953" y="3261211"/>
            <a:ext cx="17349" cy="1640453"/>
          </a:xfrm>
          <a:prstGeom prst="curvedConnector3">
            <a:avLst>
              <a:gd name="adj1" fmla="val 130138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02673767-45A7-2BF4-6AFA-99BE92C6F19C}"/>
              </a:ext>
            </a:extLst>
          </p:cNvPr>
          <p:cNvCxnSpPr>
            <a:cxnSpLocks/>
          </p:cNvCxnSpPr>
          <p:nvPr/>
        </p:nvCxnSpPr>
        <p:spPr>
          <a:xfrm rot="16200000" flipV="1">
            <a:off x="7555960" y="6190086"/>
            <a:ext cx="487130" cy="7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F4AB14AA-EB82-D682-A0E7-4D2F71171879}"/>
              </a:ext>
            </a:extLst>
          </p:cNvPr>
          <p:cNvCxnSpPr>
            <a:cxnSpLocks/>
          </p:cNvCxnSpPr>
          <p:nvPr/>
        </p:nvCxnSpPr>
        <p:spPr>
          <a:xfrm rot="16200000">
            <a:off x="7525225" y="5324760"/>
            <a:ext cx="483415" cy="27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2907E87E-DC48-7B7C-95F9-840D28C04CA0}"/>
              </a:ext>
            </a:extLst>
          </p:cNvPr>
          <p:cNvCxnSpPr>
            <a:cxnSpLocks/>
          </p:cNvCxnSpPr>
          <p:nvPr/>
        </p:nvCxnSpPr>
        <p:spPr>
          <a:xfrm rot="16200000">
            <a:off x="7534644" y="3693149"/>
            <a:ext cx="454499" cy="30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FE1E7729-49CE-67C7-A723-B08BC14C17EB}"/>
              </a:ext>
            </a:extLst>
          </p:cNvPr>
          <p:cNvCxnSpPr/>
          <p:nvPr/>
        </p:nvCxnSpPr>
        <p:spPr>
          <a:xfrm rot="16200000">
            <a:off x="7463951" y="2884515"/>
            <a:ext cx="502709" cy="212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urved Connector 112">
            <a:extLst>
              <a:ext uri="{FF2B5EF4-FFF2-40B4-BE49-F238E27FC236}">
                <a16:creationId xmlns:a16="http://schemas.microsoft.com/office/drawing/2014/main" id="{FDE22624-DD3C-590A-F672-9E3218D8E7A3}"/>
              </a:ext>
            </a:extLst>
          </p:cNvPr>
          <p:cNvCxnSpPr>
            <a:cxnSpLocks/>
          </p:cNvCxnSpPr>
          <p:nvPr/>
        </p:nvCxnSpPr>
        <p:spPr>
          <a:xfrm rot="10800000" flipH="1">
            <a:off x="7610620" y="4083181"/>
            <a:ext cx="23478" cy="1682236"/>
          </a:xfrm>
          <a:prstGeom prst="curvedConnector3">
            <a:avLst>
              <a:gd name="adj1" fmla="val -88776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urved Connector 113">
            <a:extLst>
              <a:ext uri="{FF2B5EF4-FFF2-40B4-BE49-F238E27FC236}">
                <a16:creationId xmlns:a16="http://schemas.microsoft.com/office/drawing/2014/main" id="{2341F31F-8EDE-627A-687D-D7B177004D79}"/>
              </a:ext>
            </a:extLst>
          </p:cNvPr>
          <p:cNvCxnSpPr/>
          <p:nvPr/>
        </p:nvCxnSpPr>
        <p:spPr>
          <a:xfrm flipH="1" flipV="1">
            <a:off x="7578406" y="3271423"/>
            <a:ext cx="17349" cy="1640453"/>
          </a:xfrm>
          <a:prstGeom prst="curvedConnector3">
            <a:avLst>
              <a:gd name="adj1" fmla="val 130138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C0C6D89F-36D9-6D85-27DF-CBACE97FFF33}"/>
              </a:ext>
            </a:extLst>
          </p:cNvPr>
          <p:cNvCxnSpPr>
            <a:cxnSpLocks/>
          </p:cNvCxnSpPr>
          <p:nvPr/>
        </p:nvCxnSpPr>
        <p:spPr>
          <a:xfrm rot="16200000" flipV="1">
            <a:off x="8475467" y="6051112"/>
            <a:ext cx="487130" cy="7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ED441123-DD39-9D53-8673-0B10C89F90F3}"/>
              </a:ext>
            </a:extLst>
          </p:cNvPr>
          <p:cNvCxnSpPr>
            <a:cxnSpLocks/>
          </p:cNvCxnSpPr>
          <p:nvPr/>
        </p:nvCxnSpPr>
        <p:spPr>
          <a:xfrm rot="16200000">
            <a:off x="8444732" y="5185786"/>
            <a:ext cx="483415" cy="27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464166E0-66C7-7F49-CF15-C97ECE0EE073}"/>
              </a:ext>
            </a:extLst>
          </p:cNvPr>
          <p:cNvCxnSpPr>
            <a:cxnSpLocks/>
          </p:cNvCxnSpPr>
          <p:nvPr/>
        </p:nvCxnSpPr>
        <p:spPr>
          <a:xfrm rot="16200000">
            <a:off x="8454151" y="3554175"/>
            <a:ext cx="454499" cy="30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1DBA9E5F-8F28-196C-4EE7-F2F56B508177}"/>
              </a:ext>
            </a:extLst>
          </p:cNvPr>
          <p:cNvCxnSpPr/>
          <p:nvPr/>
        </p:nvCxnSpPr>
        <p:spPr>
          <a:xfrm rot="16200000">
            <a:off x="8383458" y="2745541"/>
            <a:ext cx="502709" cy="212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urved Connector 118">
            <a:extLst>
              <a:ext uri="{FF2B5EF4-FFF2-40B4-BE49-F238E27FC236}">
                <a16:creationId xmlns:a16="http://schemas.microsoft.com/office/drawing/2014/main" id="{D1B0627D-8F8B-24DA-B916-838C264F1285}"/>
              </a:ext>
            </a:extLst>
          </p:cNvPr>
          <p:cNvCxnSpPr>
            <a:cxnSpLocks/>
          </p:cNvCxnSpPr>
          <p:nvPr/>
        </p:nvCxnSpPr>
        <p:spPr>
          <a:xfrm rot="10800000" flipH="1">
            <a:off x="8530127" y="3944207"/>
            <a:ext cx="23478" cy="1682236"/>
          </a:xfrm>
          <a:prstGeom prst="curvedConnector3">
            <a:avLst>
              <a:gd name="adj1" fmla="val -88776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urved Connector 119">
            <a:extLst>
              <a:ext uri="{FF2B5EF4-FFF2-40B4-BE49-F238E27FC236}">
                <a16:creationId xmlns:a16="http://schemas.microsoft.com/office/drawing/2014/main" id="{E1282C21-2B19-4838-49DB-DD8681840E4B}"/>
              </a:ext>
            </a:extLst>
          </p:cNvPr>
          <p:cNvCxnSpPr/>
          <p:nvPr/>
        </p:nvCxnSpPr>
        <p:spPr>
          <a:xfrm flipH="1" flipV="1">
            <a:off x="8497913" y="3132449"/>
            <a:ext cx="17349" cy="1640453"/>
          </a:xfrm>
          <a:prstGeom prst="curvedConnector3">
            <a:avLst>
              <a:gd name="adj1" fmla="val 130138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E4513082-8CAC-86F6-8FE8-98747349F8CB}"/>
              </a:ext>
            </a:extLst>
          </p:cNvPr>
          <p:cNvCxnSpPr>
            <a:cxnSpLocks/>
          </p:cNvCxnSpPr>
          <p:nvPr/>
        </p:nvCxnSpPr>
        <p:spPr>
          <a:xfrm rot="16200000" flipV="1">
            <a:off x="9415895" y="6026181"/>
            <a:ext cx="487130" cy="7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8E0F2D86-5B04-AD95-175F-97B0EC913FA6}"/>
              </a:ext>
            </a:extLst>
          </p:cNvPr>
          <p:cNvCxnSpPr>
            <a:cxnSpLocks/>
          </p:cNvCxnSpPr>
          <p:nvPr/>
        </p:nvCxnSpPr>
        <p:spPr>
          <a:xfrm rot="16200000">
            <a:off x="9385160" y="5160855"/>
            <a:ext cx="483415" cy="27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CF03A839-ED4B-DB12-E8E6-6A5B029A9915}"/>
              </a:ext>
            </a:extLst>
          </p:cNvPr>
          <p:cNvCxnSpPr>
            <a:cxnSpLocks/>
          </p:cNvCxnSpPr>
          <p:nvPr/>
        </p:nvCxnSpPr>
        <p:spPr>
          <a:xfrm rot="16200000">
            <a:off x="9394579" y="3529244"/>
            <a:ext cx="454499" cy="30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51A1D7CD-56E6-B598-A517-E4D967BE04EC}"/>
              </a:ext>
            </a:extLst>
          </p:cNvPr>
          <p:cNvCxnSpPr/>
          <p:nvPr/>
        </p:nvCxnSpPr>
        <p:spPr>
          <a:xfrm rot="16200000">
            <a:off x="9323886" y="2720610"/>
            <a:ext cx="502709" cy="212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urved Connector 124">
            <a:extLst>
              <a:ext uri="{FF2B5EF4-FFF2-40B4-BE49-F238E27FC236}">
                <a16:creationId xmlns:a16="http://schemas.microsoft.com/office/drawing/2014/main" id="{DE2EFBAC-688B-1D1B-194A-7D2FD9E0B099}"/>
              </a:ext>
            </a:extLst>
          </p:cNvPr>
          <p:cNvCxnSpPr>
            <a:cxnSpLocks/>
          </p:cNvCxnSpPr>
          <p:nvPr/>
        </p:nvCxnSpPr>
        <p:spPr>
          <a:xfrm rot="10800000" flipH="1">
            <a:off x="9470555" y="3919276"/>
            <a:ext cx="23478" cy="1682236"/>
          </a:xfrm>
          <a:prstGeom prst="curvedConnector3">
            <a:avLst>
              <a:gd name="adj1" fmla="val -88776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urved Connector 125">
            <a:extLst>
              <a:ext uri="{FF2B5EF4-FFF2-40B4-BE49-F238E27FC236}">
                <a16:creationId xmlns:a16="http://schemas.microsoft.com/office/drawing/2014/main" id="{5792E7F6-314A-473E-6ED8-D64FFFF9A096}"/>
              </a:ext>
            </a:extLst>
          </p:cNvPr>
          <p:cNvCxnSpPr/>
          <p:nvPr/>
        </p:nvCxnSpPr>
        <p:spPr>
          <a:xfrm flipH="1" flipV="1">
            <a:off x="9438341" y="3107518"/>
            <a:ext cx="17349" cy="1640453"/>
          </a:xfrm>
          <a:prstGeom prst="curvedConnector3">
            <a:avLst>
              <a:gd name="adj1" fmla="val 130138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3166901F-B6DC-1CE6-390C-0D373165476F}"/>
              </a:ext>
            </a:extLst>
          </p:cNvPr>
          <p:cNvCxnSpPr>
            <a:cxnSpLocks/>
          </p:cNvCxnSpPr>
          <p:nvPr/>
        </p:nvCxnSpPr>
        <p:spPr>
          <a:xfrm rot="16200000" flipV="1">
            <a:off x="10348453" y="6078593"/>
            <a:ext cx="487130" cy="7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D773CE49-7633-C757-50AB-CBC755674017}"/>
              </a:ext>
            </a:extLst>
          </p:cNvPr>
          <p:cNvCxnSpPr>
            <a:cxnSpLocks/>
          </p:cNvCxnSpPr>
          <p:nvPr/>
        </p:nvCxnSpPr>
        <p:spPr>
          <a:xfrm rot="16200000">
            <a:off x="10317718" y="5213267"/>
            <a:ext cx="483415" cy="27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3569F939-EE5C-B00B-C537-2412155B0503}"/>
              </a:ext>
            </a:extLst>
          </p:cNvPr>
          <p:cNvCxnSpPr>
            <a:cxnSpLocks/>
          </p:cNvCxnSpPr>
          <p:nvPr/>
        </p:nvCxnSpPr>
        <p:spPr>
          <a:xfrm rot="16200000">
            <a:off x="10327137" y="3581656"/>
            <a:ext cx="454499" cy="30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167ABFDD-86D4-FFE7-97AF-158056362C14}"/>
              </a:ext>
            </a:extLst>
          </p:cNvPr>
          <p:cNvCxnSpPr/>
          <p:nvPr/>
        </p:nvCxnSpPr>
        <p:spPr>
          <a:xfrm rot="16200000">
            <a:off x="10256444" y="2773022"/>
            <a:ext cx="502709" cy="212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urved Connector 130">
            <a:extLst>
              <a:ext uri="{FF2B5EF4-FFF2-40B4-BE49-F238E27FC236}">
                <a16:creationId xmlns:a16="http://schemas.microsoft.com/office/drawing/2014/main" id="{055E4AA4-2B8D-93EE-269E-C666D3A2A2CA}"/>
              </a:ext>
            </a:extLst>
          </p:cNvPr>
          <p:cNvCxnSpPr>
            <a:cxnSpLocks/>
          </p:cNvCxnSpPr>
          <p:nvPr/>
        </p:nvCxnSpPr>
        <p:spPr>
          <a:xfrm rot="10800000" flipH="1">
            <a:off x="10403113" y="3971688"/>
            <a:ext cx="23478" cy="1682236"/>
          </a:xfrm>
          <a:prstGeom prst="curvedConnector3">
            <a:avLst>
              <a:gd name="adj1" fmla="val -88776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urved Connector 131">
            <a:extLst>
              <a:ext uri="{FF2B5EF4-FFF2-40B4-BE49-F238E27FC236}">
                <a16:creationId xmlns:a16="http://schemas.microsoft.com/office/drawing/2014/main" id="{FA484525-E325-FB84-1F7D-16736C0EA00C}"/>
              </a:ext>
            </a:extLst>
          </p:cNvPr>
          <p:cNvCxnSpPr/>
          <p:nvPr/>
        </p:nvCxnSpPr>
        <p:spPr>
          <a:xfrm flipH="1" flipV="1">
            <a:off x="10370899" y="3159930"/>
            <a:ext cx="17349" cy="1640453"/>
          </a:xfrm>
          <a:prstGeom prst="curvedConnector3">
            <a:avLst>
              <a:gd name="adj1" fmla="val 130138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75A309D8-E7BA-5CD3-2CCF-B057F42693CC}"/>
              </a:ext>
            </a:extLst>
          </p:cNvPr>
          <p:cNvCxnSpPr>
            <a:cxnSpLocks/>
          </p:cNvCxnSpPr>
          <p:nvPr/>
        </p:nvCxnSpPr>
        <p:spPr>
          <a:xfrm rot="16200000" flipV="1">
            <a:off x="11277215" y="6044534"/>
            <a:ext cx="487130" cy="7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8911276D-A998-28CE-29BE-45091D633BF5}"/>
              </a:ext>
            </a:extLst>
          </p:cNvPr>
          <p:cNvCxnSpPr>
            <a:cxnSpLocks/>
          </p:cNvCxnSpPr>
          <p:nvPr/>
        </p:nvCxnSpPr>
        <p:spPr>
          <a:xfrm rot="16200000">
            <a:off x="11246480" y="5179208"/>
            <a:ext cx="483415" cy="27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A28FEF2A-01C1-0A5E-4682-71514A133909}"/>
              </a:ext>
            </a:extLst>
          </p:cNvPr>
          <p:cNvCxnSpPr>
            <a:cxnSpLocks/>
          </p:cNvCxnSpPr>
          <p:nvPr/>
        </p:nvCxnSpPr>
        <p:spPr>
          <a:xfrm rot="16200000">
            <a:off x="11255899" y="3547597"/>
            <a:ext cx="454499" cy="30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D755F047-86A7-81AC-5349-740F75E1B68B}"/>
              </a:ext>
            </a:extLst>
          </p:cNvPr>
          <p:cNvCxnSpPr/>
          <p:nvPr/>
        </p:nvCxnSpPr>
        <p:spPr>
          <a:xfrm rot="16200000">
            <a:off x="11185206" y="2738963"/>
            <a:ext cx="502709" cy="212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urved Connector 136">
            <a:extLst>
              <a:ext uri="{FF2B5EF4-FFF2-40B4-BE49-F238E27FC236}">
                <a16:creationId xmlns:a16="http://schemas.microsoft.com/office/drawing/2014/main" id="{A3A6899B-175E-E0F4-3602-81569FA58EB4}"/>
              </a:ext>
            </a:extLst>
          </p:cNvPr>
          <p:cNvCxnSpPr>
            <a:cxnSpLocks/>
          </p:cNvCxnSpPr>
          <p:nvPr/>
        </p:nvCxnSpPr>
        <p:spPr>
          <a:xfrm rot="10800000" flipH="1">
            <a:off x="11331875" y="3937629"/>
            <a:ext cx="23478" cy="1682236"/>
          </a:xfrm>
          <a:prstGeom prst="curvedConnector3">
            <a:avLst>
              <a:gd name="adj1" fmla="val -88776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urved Connector 137">
            <a:extLst>
              <a:ext uri="{FF2B5EF4-FFF2-40B4-BE49-F238E27FC236}">
                <a16:creationId xmlns:a16="http://schemas.microsoft.com/office/drawing/2014/main" id="{0B3A962B-A2EC-1E12-4293-8293311C76DB}"/>
              </a:ext>
            </a:extLst>
          </p:cNvPr>
          <p:cNvCxnSpPr/>
          <p:nvPr/>
        </p:nvCxnSpPr>
        <p:spPr>
          <a:xfrm flipH="1" flipV="1">
            <a:off x="11299661" y="3125871"/>
            <a:ext cx="17349" cy="1640453"/>
          </a:xfrm>
          <a:prstGeom prst="curvedConnector3">
            <a:avLst>
              <a:gd name="adj1" fmla="val 130138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Oval 139">
            <a:extLst>
              <a:ext uri="{FF2B5EF4-FFF2-40B4-BE49-F238E27FC236}">
                <a16:creationId xmlns:a16="http://schemas.microsoft.com/office/drawing/2014/main" id="{2B6B3E40-1DD1-1D8C-A7CA-77F3647E94CD}"/>
              </a:ext>
            </a:extLst>
          </p:cNvPr>
          <p:cNvSpPr/>
          <p:nvPr/>
        </p:nvSpPr>
        <p:spPr>
          <a:xfrm rot="16200000">
            <a:off x="558995" y="2038095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B8DC83EC-1F39-577F-2825-5CC994CE1EA5}"/>
              </a:ext>
            </a:extLst>
          </p:cNvPr>
          <p:cNvSpPr/>
          <p:nvPr/>
        </p:nvSpPr>
        <p:spPr>
          <a:xfrm rot="16200000">
            <a:off x="627311" y="2106371"/>
            <a:ext cx="412074" cy="412074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E69D8B26-BA0E-FF06-B73D-FCAF1E0D2694}"/>
              </a:ext>
            </a:extLst>
          </p:cNvPr>
          <p:cNvSpPr/>
          <p:nvPr/>
        </p:nvSpPr>
        <p:spPr>
          <a:xfrm rot="16200000">
            <a:off x="2625444" y="2017090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AD2789CC-9287-3849-2E2E-F51F015D7AE8}"/>
              </a:ext>
            </a:extLst>
          </p:cNvPr>
          <p:cNvSpPr/>
          <p:nvPr/>
        </p:nvSpPr>
        <p:spPr>
          <a:xfrm rot="16200000">
            <a:off x="2536521" y="1936671"/>
            <a:ext cx="717843" cy="71784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44BC6E4B-A52F-DAE6-C75A-E091D7CF3BAC}"/>
              </a:ext>
            </a:extLst>
          </p:cNvPr>
          <p:cNvSpPr txBox="1"/>
          <p:nvPr/>
        </p:nvSpPr>
        <p:spPr>
          <a:xfrm>
            <a:off x="1474490" y="2047544"/>
            <a:ext cx="8483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and </a:t>
            </a:r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55871262-1459-576E-7A43-454D31692A0E}"/>
              </a:ext>
            </a:extLst>
          </p:cNvPr>
          <p:cNvSpPr/>
          <p:nvPr/>
        </p:nvSpPr>
        <p:spPr>
          <a:xfrm rot="16200000">
            <a:off x="496216" y="2975769"/>
            <a:ext cx="717843" cy="71784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9" name="Oval 238">
            <a:extLst>
              <a:ext uri="{FF2B5EF4-FFF2-40B4-BE49-F238E27FC236}">
                <a16:creationId xmlns:a16="http://schemas.microsoft.com/office/drawing/2014/main" id="{4D149C9C-EBB1-502B-4429-AF8E7FB0D962}"/>
              </a:ext>
            </a:extLst>
          </p:cNvPr>
          <p:cNvSpPr/>
          <p:nvPr/>
        </p:nvSpPr>
        <p:spPr>
          <a:xfrm rot="16200000">
            <a:off x="574760" y="3055439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0EFC1CA5-2B15-C704-B0C3-FBBF7258423A}"/>
              </a:ext>
            </a:extLst>
          </p:cNvPr>
          <p:cNvSpPr/>
          <p:nvPr/>
        </p:nvSpPr>
        <p:spPr>
          <a:xfrm rot="16200000">
            <a:off x="2694021" y="3156187"/>
            <a:ext cx="369044" cy="36904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1" name="Oval 240">
            <a:extLst>
              <a:ext uri="{FF2B5EF4-FFF2-40B4-BE49-F238E27FC236}">
                <a16:creationId xmlns:a16="http://schemas.microsoft.com/office/drawing/2014/main" id="{4CF63899-E2B8-07AD-5D5D-26FF7697DFFE}"/>
              </a:ext>
            </a:extLst>
          </p:cNvPr>
          <p:cNvSpPr/>
          <p:nvPr/>
        </p:nvSpPr>
        <p:spPr>
          <a:xfrm rot="16200000">
            <a:off x="2544867" y="3017484"/>
            <a:ext cx="664987" cy="664987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F260F99B-328B-F00D-6F98-AA5190F4C820}"/>
              </a:ext>
            </a:extLst>
          </p:cNvPr>
          <p:cNvSpPr txBox="1"/>
          <p:nvPr/>
        </p:nvSpPr>
        <p:spPr>
          <a:xfrm>
            <a:off x="1531606" y="3050264"/>
            <a:ext cx="8483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and </a:t>
            </a: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BFF70263-1351-47F3-91AA-266C749DCBDF}"/>
              </a:ext>
            </a:extLst>
          </p:cNvPr>
          <p:cNvSpPr txBox="1"/>
          <p:nvPr/>
        </p:nvSpPr>
        <p:spPr>
          <a:xfrm>
            <a:off x="3820932" y="2971509"/>
            <a:ext cx="1833194" cy="86177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Stabilizer</a:t>
            </a:r>
          </a:p>
          <a:p>
            <a:r>
              <a:rPr lang="en-US" sz="2800" b="1" dirty="0">
                <a:solidFill>
                  <a:srgbClr val="FF0000"/>
                </a:solidFill>
              </a:rPr>
              <a:t>Generators</a:t>
            </a: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EB39E196-845B-8211-5E33-3D66359C4B1C}"/>
              </a:ext>
            </a:extLst>
          </p:cNvPr>
          <p:cNvSpPr txBox="1"/>
          <p:nvPr/>
        </p:nvSpPr>
        <p:spPr>
          <a:xfrm>
            <a:off x="314102" y="4007238"/>
            <a:ext cx="1045992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X-type</a:t>
            </a: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E461146C-E16C-B037-13F7-36A1A7857236}"/>
              </a:ext>
            </a:extLst>
          </p:cNvPr>
          <p:cNvSpPr txBox="1"/>
          <p:nvPr/>
        </p:nvSpPr>
        <p:spPr>
          <a:xfrm>
            <a:off x="2400405" y="3999846"/>
            <a:ext cx="1045992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Z-type</a:t>
            </a:r>
          </a:p>
        </p:txBody>
      </p:sp>
      <p:pic>
        <p:nvPicPr>
          <p:cNvPr id="247" name="Picture 246">
            <a:extLst>
              <a:ext uri="{FF2B5EF4-FFF2-40B4-BE49-F238E27FC236}">
                <a16:creationId xmlns:a16="http://schemas.microsoft.com/office/drawing/2014/main" id="{CCD02B9D-3CEE-EA96-4868-0CA45DBE9DF6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392503" y="4847523"/>
            <a:ext cx="5259291" cy="90070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53" name="TextBox 252">
                <a:extLst>
                  <a:ext uri="{FF2B5EF4-FFF2-40B4-BE49-F238E27FC236}">
                    <a16:creationId xmlns:a16="http://schemas.microsoft.com/office/drawing/2014/main" id="{B93BF6F6-F81C-8608-F913-78FB4BDE092A}"/>
                  </a:ext>
                </a:extLst>
              </p:cNvPr>
              <p:cNvSpPr txBox="1"/>
              <p:nvPr/>
            </p:nvSpPr>
            <p:spPr>
              <a:xfrm>
                <a:off x="-32115" y="6386841"/>
                <a:ext cx="656198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# physical qubits: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sz="24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CA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 , # logical qubits: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53" name="TextBox 252">
                <a:extLst>
                  <a:ext uri="{FF2B5EF4-FFF2-40B4-BE49-F238E27FC236}">
                    <a16:creationId xmlns:a16="http://schemas.microsoft.com/office/drawing/2014/main" id="{B93BF6F6-F81C-8608-F913-78FB4BDE09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2115" y="6386841"/>
                <a:ext cx="6561989" cy="461665"/>
              </a:xfrm>
              <a:prstGeom prst="rect">
                <a:avLst/>
              </a:prstGeom>
              <a:blipFill>
                <a:blip r:embed="rId40"/>
                <a:stretch>
                  <a:fillRect l="-1544" t="-10811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8D7B6A8-1FF1-D2C0-9754-CCBF35AB2499}"/>
                  </a:ext>
                </a:extLst>
              </p:cNvPr>
              <p:cNvSpPr txBox="1"/>
              <p:nvPr/>
            </p:nvSpPr>
            <p:spPr>
              <a:xfrm>
                <a:off x="34494" y="5968330"/>
                <a:ext cx="389818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CA" sz="2200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sz="2200" dirty="0"/>
                  <a:t> : (</a:t>
                </a:r>
                <a14:m>
                  <m:oMath xmlns:m="http://schemas.openxmlformats.org/officeDocument/2006/math">
                    <m:r>
                      <a:rPr lang="en-CA" sz="22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CA" sz="2200" b="0" i="1" smtClean="0">
                        <a:latin typeface="Cambria Math" panose="02040503050406030204" pitchFamily="18" charset="0"/>
                      </a:rPr>
                      <m:t> × </m:t>
                    </m:r>
                    <m:r>
                      <a:rPr lang="en-CA" sz="2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sz="2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 parity check matrix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8D7B6A8-1FF1-D2C0-9754-CCBF35AB24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94" y="5968330"/>
                <a:ext cx="3898183" cy="430887"/>
              </a:xfrm>
              <a:prstGeom prst="rect">
                <a:avLst/>
              </a:prstGeom>
              <a:blipFill>
                <a:blip r:embed="rId41"/>
                <a:stretch>
                  <a:fillRect t="-5556" r="-974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7CEB081-736C-177B-B2BD-2AE70EC7EAFC}"/>
                  </a:ext>
                </a:extLst>
              </p:cNvPr>
              <p:cNvSpPr txBox="1"/>
              <p:nvPr/>
            </p:nvSpPr>
            <p:spPr>
              <a:xfrm>
                <a:off x="46371" y="1031433"/>
                <a:ext cx="1119537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Hypergraph product (quantum) code: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CA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CA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CA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CA" sz="2800" b="0" i="1" smtClean="0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CA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CA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CA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CA" sz="2800" b="0" i="1" smtClean="0">
                        <a:latin typeface="Cambria Math" panose="02040503050406030204" pitchFamily="18" charset="0"/>
                      </a:rPr>
                      <m:t>↦[</m:t>
                    </m:r>
                    <m:d>
                      <m:dPr>
                        <m:begChr m:val="["/>
                        <m:endChr m:val="]"/>
                        <m:ctrlPr>
                          <a:rPr lang="en-CA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A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CA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CA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CA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CA" sz="28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CA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CA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CA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CA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CA" sz="28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7CEB081-736C-177B-B2BD-2AE70EC7EA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71" y="1031433"/>
                <a:ext cx="11195372" cy="523220"/>
              </a:xfrm>
              <a:prstGeom prst="rect">
                <a:avLst/>
              </a:prstGeom>
              <a:blipFill>
                <a:blip r:embed="rId42"/>
                <a:stretch>
                  <a:fillRect l="-906" t="-14286" b="-30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0190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" grpId="0" animBg="1"/>
      <p:bldP spid="249" grpId="0" animBg="1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0787F-01FB-C791-B137-066DBA8AF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58220D-FB1B-5196-6DDA-740CCE66D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2126" y="139764"/>
            <a:ext cx="7667748" cy="7749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Belief Propagation (BP) Decoders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BF5B097-B3B8-E3DA-238D-BA9B66E2766B}"/>
                  </a:ext>
                </a:extLst>
              </p:cNvPr>
              <p:cNvSpPr txBox="1"/>
              <p:nvPr/>
            </p:nvSpPr>
            <p:spPr>
              <a:xfrm>
                <a:off x="93872" y="1150741"/>
                <a:ext cx="7087303" cy="20120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ts val="3820"/>
                  </a:lnSpc>
                  <a:buFont typeface="Arial" panose="020B0604020202020204" pitchFamily="34" charset="0"/>
                  <a:buChar char="•"/>
                </a:pPr>
                <a:r>
                  <a:rPr lang="en-US" sz="2600" dirty="0"/>
                  <a:t>Linear time decoder for any (q)LDPC code for a stochastic error model :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600" dirty="0"/>
                  <a:t>.</a:t>
                </a:r>
              </a:p>
              <a:p>
                <a:pPr marL="457200" indent="-457200">
                  <a:lnSpc>
                    <a:spcPts val="3820"/>
                  </a:lnSpc>
                  <a:buFont typeface="Arial" panose="020B0604020202020204" pitchFamily="34" charset="0"/>
                  <a:buChar char="•"/>
                </a:pPr>
                <a:r>
                  <a:rPr lang="en-US" sz="2600" dirty="0"/>
                  <a:t>Classical BP algorithm independently on the Tanner Graphs describing X and Z stabilizers.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BF5B097-B3B8-E3DA-238D-BA9B66E276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72" y="1150741"/>
                <a:ext cx="7087303" cy="2012089"/>
              </a:xfrm>
              <a:prstGeom prst="rect">
                <a:avLst/>
              </a:prstGeom>
              <a:blipFill>
                <a:blip r:embed="rId2"/>
                <a:stretch>
                  <a:fillRect l="-1252" r="-1431" b="-6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02CCE9F3-240E-0B28-796E-2CB4EC741C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7220" y="1633952"/>
            <a:ext cx="3294995" cy="99536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81D835F-CB7A-CBC8-A7E5-994DDFC7875C}"/>
              </a:ext>
            </a:extLst>
          </p:cNvPr>
          <p:cNvSpPr/>
          <p:nvPr/>
        </p:nvSpPr>
        <p:spPr>
          <a:xfrm>
            <a:off x="8562488" y="3557882"/>
            <a:ext cx="528310" cy="52831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57B08E-E67C-D4E3-36E5-A15376DFC1FA}"/>
              </a:ext>
            </a:extLst>
          </p:cNvPr>
          <p:cNvSpPr/>
          <p:nvPr/>
        </p:nvSpPr>
        <p:spPr>
          <a:xfrm>
            <a:off x="9920501" y="3557882"/>
            <a:ext cx="528310" cy="52831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2CC3328-2EC9-B89A-E3CA-A2C773396FBA}"/>
                  </a:ext>
                </a:extLst>
              </p:cNvPr>
              <p:cNvSpPr txBox="1"/>
              <p:nvPr/>
            </p:nvSpPr>
            <p:spPr>
              <a:xfrm>
                <a:off x="11392420" y="1633952"/>
                <a:ext cx="42684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2CC3328-2EC9-B89A-E3CA-A2C773396F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92420" y="1633952"/>
                <a:ext cx="426847" cy="430887"/>
              </a:xfrm>
              <a:prstGeom prst="rect">
                <a:avLst/>
              </a:prstGeom>
              <a:blipFill>
                <a:blip r:embed="rId4"/>
                <a:stretch>
                  <a:fillRect l="-14706" r="-8824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D743D70-79B8-F04A-2CEB-431BE2E87DF5}"/>
                  </a:ext>
                </a:extLst>
              </p:cNvPr>
              <p:cNvSpPr txBox="1"/>
              <p:nvPr/>
            </p:nvSpPr>
            <p:spPr>
              <a:xfrm>
                <a:off x="11392419" y="2131633"/>
                <a:ext cx="42684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D743D70-79B8-F04A-2CEB-431BE2E87D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92419" y="2131633"/>
                <a:ext cx="426847" cy="430887"/>
              </a:xfrm>
              <a:prstGeom prst="rect">
                <a:avLst/>
              </a:prstGeom>
              <a:blipFill>
                <a:blip r:embed="rId5"/>
                <a:stretch>
                  <a:fillRect l="-14706" r="-8824" b="-147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23187CB-B8D4-69E4-278D-51E393BA3A33}"/>
                  </a:ext>
                </a:extLst>
              </p:cNvPr>
              <p:cNvSpPr txBox="1"/>
              <p:nvPr/>
            </p:nvSpPr>
            <p:spPr>
              <a:xfrm>
                <a:off x="9006407" y="2629315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23187CB-B8D4-69E4-278D-51E393BA3A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6407" y="2629315"/>
                <a:ext cx="460511" cy="430887"/>
              </a:xfrm>
              <a:prstGeom prst="rect">
                <a:avLst/>
              </a:prstGeom>
              <a:blipFill>
                <a:blip r:embed="rId6"/>
                <a:stretch>
                  <a:fillRect l="-7895" r="-7895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8761EB8-6470-3F37-8F3C-BE48234861FB}"/>
                  </a:ext>
                </a:extLst>
              </p:cNvPr>
              <p:cNvSpPr txBox="1"/>
              <p:nvPr/>
            </p:nvSpPr>
            <p:spPr>
              <a:xfrm>
                <a:off x="9534717" y="2629315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8761EB8-6470-3F37-8F3C-BE48234861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4717" y="2629315"/>
                <a:ext cx="460511" cy="430887"/>
              </a:xfrm>
              <a:prstGeom prst="rect">
                <a:avLst/>
              </a:prstGeom>
              <a:blipFill>
                <a:blip r:embed="rId7"/>
                <a:stretch>
                  <a:fillRect l="-10526" r="-7895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B05E733-3443-CE41-B051-5AB465DC1A38}"/>
                  </a:ext>
                </a:extLst>
              </p:cNvPr>
              <p:cNvSpPr txBox="1"/>
              <p:nvPr/>
            </p:nvSpPr>
            <p:spPr>
              <a:xfrm>
                <a:off x="10168064" y="2629314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B05E733-3443-CE41-B051-5AB465DC1A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8064" y="2629314"/>
                <a:ext cx="460511" cy="430887"/>
              </a:xfrm>
              <a:prstGeom prst="rect">
                <a:avLst/>
              </a:prstGeom>
              <a:blipFill>
                <a:blip r:embed="rId8"/>
                <a:stretch>
                  <a:fillRect l="-10526" r="-7895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AF2A7FF-FFD7-5C94-1A5D-03DDDF6EE4CC}"/>
                  </a:ext>
                </a:extLst>
              </p:cNvPr>
              <p:cNvSpPr txBox="1"/>
              <p:nvPr/>
            </p:nvSpPr>
            <p:spPr>
              <a:xfrm>
                <a:off x="10721704" y="2629313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AF2A7FF-FFD7-5C94-1A5D-03DDDF6EE4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21704" y="2629313"/>
                <a:ext cx="460511" cy="430887"/>
              </a:xfrm>
              <a:prstGeom prst="rect">
                <a:avLst/>
              </a:prstGeom>
              <a:blipFill>
                <a:blip r:embed="rId9"/>
                <a:stretch>
                  <a:fillRect l="-10811" r="-8108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6FC0A70-7279-35A7-DFD7-9ED5DDF4CC2B}"/>
                  </a:ext>
                </a:extLst>
              </p:cNvPr>
              <p:cNvSpPr txBox="1"/>
              <p:nvPr/>
            </p:nvSpPr>
            <p:spPr>
              <a:xfrm>
                <a:off x="8663951" y="3580859"/>
                <a:ext cx="42684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6FC0A70-7279-35A7-DFD7-9ED5DDF4CC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3951" y="3580859"/>
                <a:ext cx="426847" cy="430887"/>
              </a:xfrm>
              <a:prstGeom prst="rect">
                <a:avLst/>
              </a:prstGeom>
              <a:blipFill>
                <a:blip r:embed="rId10"/>
                <a:stretch>
                  <a:fillRect l="-14706" r="-8824" b="-1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56478CF-6043-51AA-295F-F0CE6EE1CD4C}"/>
                  </a:ext>
                </a:extLst>
              </p:cNvPr>
              <p:cNvSpPr txBox="1"/>
              <p:nvPr/>
            </p:nvSpPr>
            <p:spPr>
              <a:xfrm>
                <a:off x="10021964" y="3557881"/>
                <a:ext cx="42684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56478CF-6043-51AA-295F-F0CE6EE1CD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1964" y="3557881"/>
                <a:ext cx="426847" cy="430887"/>
              </a:xfrm>
              <a:prstGeom prst="rect">
                <a:avLst/>
              </a:prstGeom>
              <a:blipFill>
                <a:blip r:embed="rId11"/>
                <a:stretch>
                  <a:fillRect l="-14706" r="-8824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>
            <a:extLst>
              <a:ext uri="{FF2B5EF4-FFF2-40B4-BE49-F238E27FC236}">
                <a16:creationId xmlns:a16="http://schemas.microsoft.com/office/drawing/2014/main" id="{6264048D-F010-41B7-45C6-31F615971BF5}"/>
              </a:ext>
            </a:extLst>
          </p:cNvPr>
          <p:cNvSpPr/>
          <p:nvPr/>
        </p:nvSpPr>
        <p:spPr>
          <a:xfrm>
            <a:off x="7184755" y="5336135"/>
            <a:ext cx="528637" cy="528637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18E33CF-D895-86F2-FD2E-13AE98994E8D}"/>
              </a:ext>
            </a:extLst>
          </p:cNvPr>
          <p:cNvSpPr/>
          <p:nvPr/>
        </p:nvSpPr>
        <p:spPr>
          <a:xfrm>
            <a:off x="8581619" y="5336137"/>
            <a:ext cx="528637" cy="528637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CAF2CB8-B220-5102-A04B-C27F0CB5A074}"/>
              </a:ext>
            </a:extLst>
          </p:cNvPr>
          <p:cNvSpPr/>
          <p:nvPr/>
        </p:nvSpPr>
        <p:spPr>
          <a:xfrm>
            <a:off x="9978483" y="5336137"/>
            <a:ext cx="528637" cy="528637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7B8D7B4-54CC-ACB0-2759-E4C6F1787846}"/>
              </a:ext>
            </a:extLst>
          </p:cNvPr>
          <p:cNvSpPr/>
          <p:nvPr/>
        </p:nvSpPr>
        <p:spPr>
          <a:xfrm>
            <a:off x="11375347" y="5336136"/>
            <a:ext cx="528637" cy="528637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EED9E0D-FB94-9362-FD3D-29A534491A66}"/>
                  </a:ext>
                </a:extLst>
              </p:cNvPr>
              <p:cNvSpPr txBox="1"/>
              <p:nvPr/>
            </p:nvSpPr>
            <p:spPr>
              <a:xfrm>
                <a:off x="7252881" y="5336135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EED9E0D-FB94-9362-FD3D-29A534491A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2881" y="5336135"/>
                <a:ext cx="460511" cy="430887"/>
              </a:xfrm>
              <a:prstGeom prst="rect">
                <a:avLst/>
              </a:prstGeom>
              <a:blipFill>
                <a:blip r:embed="rId12"/>
                <a:stretch>
                  <a:fillRect l="-13514" r="-8108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669BAD5-07C9-D5B3-25E2-F6314E15396C}"/>
                  </a:ext>
                </a:extLst>
              </p:cNvPr>
              <p:cNvSpPr txBox="1"/>
              <p:nvPr/>
            </p:nvSpPr>
            <p:spPr>
              <a:xfrm>
                <a:off x="8663951" y="5336134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669BAD5-07C9-D5B3-25E2-F6314E1539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3951" y="5336134"/>
                <a:ext cx="460511" cy="430887"/>
              </a:xfrm>
              <a:prstGeom prst="rect">
                <a:avLst/>
              </a:prstGeom>
              <a:blipFill>
                <a:blip r:embed="rId13"/>
                <a:stretch>
                  <a:fillRect l="-10811" r="-8108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1EBF07E-1503-8A12-652C-76727A9D0F5E}"/>
                  </a:ext>
                </a:extLst>
              </p:cNvPr>
              <p:cNvSpPr txBox="1"/>
              <p:nvPr/>
            </p:nvSpPr>
            <p:spPr>
              <a:xfrm>
                <a:off x="10032403" y="5336135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1EBF07E-1503-8A12-652C-76727A9D0F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2403" y="5336135"/>
                <a:ext cx="460511" cy="430887"/>
              </a:xfrm>
              <a:prstGeom prst="rect">
                <a:avLst/>
              </a:prstGeom>
              <a:blipFill>
                <a:blip r:embed="rId14"/>
                <a:stretch>
                  <a:fillRect l="-13514" r="-8108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7D92FE4-4F8E-AEF2-4BCB-985B2A616887}"/>
                  </a:ext>
                </a:extLst>
              </p:cNvPr>
              <p:cNvSpPr txBox="1"/>
              <p:nvPr/>
            </p:nvSpPr>
            <p:spPr>
              <a:xfrm>
                <a:off x="11443473" y="5336134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7D92FE4-4F8E-AEF2-4BCB-985B2A6168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43473" y="5336134"/>
                <a:ext cx="460511" cy="430887"/>
              </a:xfrm>
              <a:prstGeom prst="rect">
                <a:avLst/>
              </a:prstGeom>
              <a:blipFill>
                <a:blip r:embed="rId15"/>
                <a:stretch>
                  <a:fillRect l="-10526" r="-5263" b="-1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D06DC9C-D547-A012-815B-6DD9961A0FB8}"/>
              </a:ext>
            </a:extLst>
          </p:cNvPr>
          <p:cNvCxnSpPr>
            <a:stCxn id="19" idx="0"/>
            <a:endCxn id="4" idx="2"/>
          </p:cNvCxnSpPr>
          <p:nvPr/>
        </p:nvCxnSpPr>
        <p:spPr>
          <a:xfrm flipV="1">
            <a:off x="7483137" y="4086192"/>
            <a:ext cx="1343506" cy="1249943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DDFE346-13BA-E675-C397-1DFB4C398B70}"/>
              </a:ext>
            </a:extLst>
          </p:cNvPr>
          <p:cNvCxnSpPr>
            <a:stCxn id="4" idx="2"/>
            <a:endCxn id="20" idx="0"/>
          </p:cNvCxnSpPr>
          <p:nvPr/>
        </p:nvCxnSpPr>
        <p:spPr>
          <a:xfrm>
            <a:off x="8826643" y="4086192"/>
            <a:ext cx="67564" cy="124994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E947E67-66A6-74E1-0115-E4B042B272F8}"/>
              </a:ext>
            </a:extLst>
          </p:cNvPr>
          <p:cNvCxnSpPr>
            <a:stCxn id="4" idx="2"/>
            <a:endCxn id="21" idx="0"/>
          </p:cNvCxnSpPr>
          <p:nvPr/>
        </p:nvCxnSpPr>
        <p:spPr>
          <a:xfrm>
            <a:off x="8826643" y="4086192"/>
            <a:ext cx="1436016" cy="124994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F99D52F-3AF1-F5DE-B05F-DC4D82F0BB74}"/>
              </a:ext>
            </a:extLst>
          </p:cNvPr>
          <p:cNvCxnSpPr>
            <a:stCxn id="6" idx="2"/>
            <a:endCxn id="20" idx="0"/>
          </p:cNvCxnSpPr>
          <p:nvPr/>
        </p:nvCxnSpPr>
        <p:spPr>
          <a:xfrm flipH="1">
            <a:off x="8894207" y="4086192"/>
            <a:ext cx="1290449" cy="124994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7F1E18C-FA0C-D94F-38E4-817E6D1A0526}"/>
              </a:ext>
            </a:extLst>
          </p:cNvPr>
          <p:cNvCxnSpPr>
            <a:stCxn id="6" idx="2"/>
            <a:endCxn id="21" idx="0"/>
          </p:cNvCxnSpPr>
          <p:nvPr/>
        </p:nvCxnSpPr>
        <p:spPr>
          <a:xfrm>
            <a:off x="10184656" y="4086192"/>
            <a:ext cx="78003" cy="124994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2069E9D-02CF-5696-A955-89F4413D43DC}"/>
              </a:ext>
            </a:extLst>
          </p:cNvPr>
          <p:cNvCxnSpPr>
            <a:stCxn id="6" idx="2"/>
            <a:endCxn id="18" idx="0"/>
          </p:cNvCxnSpPr>
          <p:nvPr/>
        </p:nvCxnSpPr>
        <p:spPr>
          <a:xfrm>
            <a:off x="10184656" y="4086192"/>
            <a:ext cx="1455010" cy="124994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3DB0413-A156-C2B2-8C94-29C48D29DBD2}"/>
                  </a:ext>
                </a:extLst>
              </p:cNvPr>
              <p:cNvSpPr txBox="1"/>
              <p:nvPr/>
            </p:nvSpPr>
            <p:spPr>
              <a:xfrm>
                <a:off x="151533" y="4274937"/>
                <a:ext cx="5957657" cy="10359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sz="2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en-US" sz="2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2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sub>
                        <m:sup>
                          <m:r>
                            <a:rPr lang="en-US" sz="2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p>
                      </m:sSubSup>
                      <m:r>
                        <a:rPr lang="en-US" sz="26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6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6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6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6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6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sSub>
                            <m:sSubPr>
                              <m:ctrlPr>
                                <a:rPr lang="en-US" sz="26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sz="26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sub>
                          </m:sSub>
                        </m:sup>
                      </m:sSup>
                      <m:r>
                        <a:rPr lang="en-US" sz="26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600" b="1" i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𝐭𝐚𝐧</m:t>
                      </m:r>
                      <m:sSup>
                        <m:sSupPr>
                          <m:ctrlPr>
                            <a:rPr lang="en-US" sz="2600" b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600" b="1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p>
                          <m:r>
                            <a:rPr lang="en-US" sz="2600" b="1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600" b="1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d>
                        <m:dPr>
                          <m:ctrlPr>
                            <a:rPr lang="en-US" sz="2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∏"/>
                              <m:supHide m:val="on"/>
                              <m:ctrlPr>
                                <a:rPr lang="en-US" sz="26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p>
                                <m:sSupPr>
                                  <m:ctrlPr>
                                    <a:rPr lang="en-US" sz="2600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2600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  <m:sup>
                                  <m:r>
                                    <a:rPr lang="en-US" sz="2600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6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26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  <m:r>
                                <a:rPr lang="en-US" sz="26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6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  <m:r>
                                <a:rPr lang="en-US" sz="26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US" sz="2600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600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lang="en-US" sz="2600" b="1" i="1" smtClean="0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600" b="1" i="1" smtClean="0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𝒗</m:t>
                                      </m:r>
                                    </m:e>
                                    <m:sup>
                                      <m:r>
                                        <a:rPr lang="en-US" sz="2600" b="1" i="1" smtClean="0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sz="2600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r>
                                    <a:rPr lang="en-US" sz="2600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</m:sub>
                                <m:sup>
                                  <m:r>
                                    <a:rPr lang="en-US" sz="2600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sup>
                              </m:sSubSup>
                            </m:e>
                          </m:nary>
                        </m:e>
                      </m:d>
                    </m:oMath>
                  </m:oMathPara>
                </a14:m>
                <a:endParaRPr lang="en-US" sz="2600" b="1" dirty="0">
                  <a:solidFill>
                    <a:schemeClr val="accent2"/>
                  </a:solidFill>
                </a:endParaRPr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3DB0413-A156-C2B2-8C94-29C48D29DB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533" y="4274937"/>
                <a:ext cx="5957657" cy="1035925"/>
              </a:xfrm>
              <a:prstGeom prst="rect">
                <a:avLst/>
              </a:prstGeom>
              <a:blipFill>
                <a:blip r:embed="rId16"/>
                <a:stretch>
                  <a:fillRect l="-426" t="-138554" b="-1843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0E7AC4F-2D46-F128-B8BD-E245B7F6293D}"/>
              </a:ext>
            </a:extLst>
          </p:cNvPr>
          <p:cNvCxnSpPr>
            <a:cxnSpLocks/>
          </p:cNvCxnSpPr>
          <p:nvPr/>
        </p:nvCxnSpPr>
        <p:spPr>
          <a:xfrm flipV="1">
            <a:off x="7545521" y="4269350"/>
            <a:ext cx="635898" cy="635898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4109381-EEFB-12F6-6468-76AF80D55415}"/>
              </a:ext>
            </a:extLst>
          </p:cNvPr>
          <p:cNvCxnSpPr>
            <a:cxnSpLocks/>
          </p:cNvCxnSpPr>
          <p:nvPr/>
        </p:nvCxnSpPr>
        <p:spPr>
          <a:xfrm>
            <a:off x="10730685" y="4269350"/>
            <a:ext cx="712788" cy="616758"/>
          </a:xfrm>
          <a:prstGeom prst="straightConnector1">
            <a:avLst/>
          </a:prstGeom>
          <a:ln w="57150">
            <a:solidFill>
              <a:schemeClr val="accent3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0354CD3-0BC8-852C-DE1D-7D024D84374F}"/>
                  </a:ext>
                </a:extLst>
              </p:cNvPr>
              <p:cNvSpPr txBox="1"/>
              <p:nvPr/>
            </p:nvSpPr>
            <p:spPr>
              <a:xfrm>
                <a:off x="10957133" y="4033349"/>
                <a:ext cx="921655" cy="5443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sSub>
                            <m:sSubPr>
                              <m:ctrlP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</m:sub>
                        <m:sup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p>
                      </m:sSubSup>
                    </m:oMath>
                  </m:oMathPara>
                </a14:m>
                <a:endParaRPr lang="en-US" sz="2600" dirty="0">
                  <a:solidFill>
                    <a:schemeClr val="accent3"/>
                  </a:solidFill>
                </a:endParaRPr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0354CD3-0BC8-852C-DE1D-7D024D8437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57133" y="4033349"/>
                <a:ext cx="921655" cy="544380"/>
              </a:xfrm>
              <a:prstGeom prst="rect">
                <a:avLst/>
              </a:prstGeom>
              <a:blipFill>
                <a:blip r:embed="rId17"/>
                <a:stretch>
                  <a:fillRect r="-283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388E8BB-2D52-652F-7BD6-5E4E10944F99}"/>
                  </a:ext>
                </a:extLst>
              </p:cNvPr>
              <p:cNvSpPr txBox="1"/>
              <p:nvPr/>
            </p:nvSpPr>
            <p:spPr>
              <a:xfrm>
                <a:off x="6806806" y="3988768"/>
                <a:ext cx="921655" cy="5443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sSub>
                            <m:sSubPr>
                              <m:ctrlPr>
                                <a:rPr lang="en-US" sz="26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6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sz="2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sz="26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US" sz="26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sub>
                        <m:sup>
                          <m:r>
                            <a:rPr lang="en-US" sz="2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p>
                      </m:sSubSup>
                    </m:oMath>
                  </m:oMathPara>
                </a14:m>
                <a:endParaRPr lang="en-US" sz="2600" dirty="0">
                  <a:solidFill>
                    <a:schemeClr val="accent2"/>
                  </a:solidFill>
                </a:endParaRPr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388E8BB-2D52-652F-7BD6-5E4E10944F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6806" y="3988768"/>
                <a:ext cx="921655" cy="544380"/>
              </a:xfrm>
              <a:prstGeom prst="rect">
                <a:avLst/>
              </a:prstGeom>
              <a:blipFill>
                <a:blip r:embed="rId18"/>
                <a:stretch>
                  <a:fillRect r="-287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C11F787-01F6-3B9D-A80A-CDCBE056C07A}"/>
                  </a:ext>
                </a:extLst>
              </p:cNvPr>
              <p:cNvSpPr txBox="1"/>
              <p:nvPr/>
            </p:nvSpPr>
            <p:spPr>
              <a:xfrm>
                <a:off x="198816" y="5585880"/>
                <a:ext cx="4193712" cy="10332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  <m:sup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  <m:r>
                        <a:rPr lang="en-US" sz="2600" b="1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b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sub>
                      </m:sSub>
                      <m:r>
                        <a:rPr lang="en-US" sz="2600" b="1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p>
                              <m: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  <m:d>
                            <m:dPr>
                              <m:ctrlP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</m:d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\</m:t>
                          </m:r>
                          <m:r>
                            <m:rPr>
                              <m:sty m:val="p"/>
                            </m:rP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sz="2600" b="1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600" b="1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  <m:sup>
                                  <m:r>
                                    <a:rPr lang="en-US" sz="2600" b="1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sub>
                            <m:sup>
                              <m: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sz="2600" b="1" dirty="0">
                  <a:solidFill>
                    <a:schemeClr val="accent3"/>
                  </a:solidFill>
                </a:endParaRPr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C11F787-01F6-3B9D-A80A-CDCBE056C0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816" y="5585880"/>
                <a:ext cx="4193712" cy="1033296"/>
              </a:xfrm>
              <a:prstGeom prst="rect">
                <a:avLst/>
              </a:prstGeom>
              <a:blipFill>
                <a:blip r:embed="rId19"/>
                <a:stretch>
                  <a:fillRect t="-138554" b="-1843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F2FA994-A1C4-8E45-27E8-3FEC9CE996FA}"/>
                  </a:ext>
                </a:extLst>
              </p:cNvPr>
              <p:cNvSpPr txBox="1"/>
              <p:nvPr/>
            </p:nvSpPr>
            <p:spPr>
              <a:xfrm>
                <a:off x="629392" y="3562597"/>
                <a:ext cx="25396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: </m:t>
                    </m:r>
                  </m:oMath>
                </a14:m>
                <a:r>
                  <a:rPr lang="en-US" dirty="0"/>
                  <a:t>Log Likelihood Ratio</a:t>
                </a:r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F2FA994-A1C4-8E45-27E8-3FEC9CE996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392" y="3562597"/>
                <a:ext cx="2539670" cy="369332"/>
              </a:xfrm>
              <a:prstGeom prst="rect">
                <a:avLst/>
              </a:prstGeom>
              <a:blipFill>
                <a:blip r:embed="rId20"/>
                <a:stretch>
                  <a:fillRect t="-6667" r="-995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5929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72FB0-A244-508A-A2FC-EF8ADF597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BB840F9-44A1-60DB-5E9C-55255A1DC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571" y="139495"/>
            <a:ext cx="7204858" cy="7749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BP as a Neural Network</a:t>
            </a:r>
          </a:p>
        </p:txBody>
      </p:sp>
    </p:spTree>
    <p:extLst>
      <p:ext uri="{BB962C8B-B14F-4D97-AF65-F5344CB8AC3E}">
        <p14:creationId xmlns:p14="http://schemas.microsoft.com/office/powerpoint/2010/main" val="3688950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3504D-F3D1-D7D4-729E-57A834333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A678CE8-F1A7-A93F-5615-DF2F08FFC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571" y="139495"/>
            <a:ext cx="7204858" cy="7749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BP as a Neural Network</a:t>
            </a:r>
          </a:p>
        </p:txBody>
      </p:sp>
    </p:spTree>
    <p:extLst>
      <p:ext uri="{BB962C8B-B14F-4D97-AF65-F5344CB8AC3E}">
        <p14:creationId xmlns:p14="http://schemas.microsoft.com/office/powerpoint/2010/main" val="33649810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F94B4-BCCB-5B68-5282-7381D5ED3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0B92B25-5422-E7DB-B3B9-33A9F8C47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571" y="139495"/>
            <a:ext cx="7204858" cy="7749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Adding CER inputs to BP</a:t>
            </a:r>
          </a:p>
        </p:txBody>
      </p:sp>
    </p:spTree>
    <p:extLst>
      <p:ext uri="{BB962C8B-B14F-4D97-AF65-F5344CB8AC3E}">
        <p14:creationId xmlns:p14="http://schemas.microsoft.com/office/powerpoint/2010/main" val="17319512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5791B-279B-C54C-9C9F-DCD4D0B4B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3C46228-AAEC-1198-191B-800C34CF4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571" y="139495"/>
            <a:ext cx="7204858" cy="7749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Numerical Results</a:t>
            </a:r>
          </a:p>
        </p:txBody>
      </p:sp>
    </p:spTree>
    <p:extLst>
      <p:ext uri="{BB962C8B-B14F-4D97-AF65-F5344CB8AC3E}">
        <p14:creationId xmlns:p14="http://schemas.microsoft.com/office/powerpoint/2010/main" val="31085548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7815C-505D-6890-17B9-1A60A898C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A64AD8B-1AB7-1082-6D45-655AF2F85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571" y="139495"/>
            <a:ext cx="7204858" cy="7749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Conclusions and future work</a:t>
            </a:r>
          </a:p>
        </p:txBody>
      </p:sp>
    </p:spTree>
    <p:extLst>
      <p:ext uri="{BB962C8B-B14F-4D97-AF65-F5344CB8AC3E}">
        <p14:creationId xmlns:p14="http://schemas.microsoft.com/office/powerpoint/2010/main" val="92043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419</Words>
  <Application>Microsoft Macintosh PowerPoint</Application>
  <PresentationFormat>Widescreen</PresentationFormat>
  <Paragraphs>250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Cambria Math</vt:lpstr>
      <vt:lpstr>Office Theme</vt:lpstr>
      <vt:lpstr>Enhancing Belief Propagation Decoders for Correlated Errors Using Cycle Error Characterization</vt:lpstr>
      <vt:lpstr>Results at a Glance</vt:lpstr>
      <vt:lpstr>Cycle Error Reconstruction (CER)</vt:lpstr>
      <vt:lpstr>PowerPoint Presentation</vt:lpstr>
      <vt:lpstr>PowerPoint Presentation</vt:lpstr>
      <vt:lpstr>PowerPoint Presentation</vt:lpstr>
      <vt:lpstr>PowerPoint Presentation</vt:lpstr>
      <vt:lpstr>Belief Propagation (BP) Decoders</vt:lpstr>
      <vt:lpstr>BP as a Neural Network</vt:lpstr>
      <vt:lpstr>BP as a Neural Network</vt:lpstr>
      <vt:lpstr>Adding CER inputs to BP</vt:lpstr>
      <vt:lpstr>Numerical Results</vt:lpstr>
      <vt:lpstr>Conclusions and 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Pavithran Iyer</dc:creator>
  <cp:lastModifiedBy>Pavithran Iyer</cp:lastModifiedBy>
  <cp:revision>4</cp:revision>
  <dcterms:created xsi:type="dcterms:W3CDTF">2026-03-14T13:19:42Z</dcterms:created>
  <dcterms:modified xsi:type="dcterms:W3CDTF">2026-03-14T14:19:19Z</dcterms:modified>
</cp:coreProperties>
</file>