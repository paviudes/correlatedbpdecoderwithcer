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30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99"/>
    <p:restoredTop sz="94676"/>
  </p:normalViewPr>
  <p:slideViewPr>
    <p:cSldViewPr snapToGrid="0">
      <p:cViewPr varScale="1">
        <p:scale>
          <a:sx n="115" d="100"/>
          <a:sy n="115" d="100"/>
        </p:scale>
        <p:origin x="20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2623-82BC-0205-DDC3-C4EB0EB8A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805EF-50C1-0785-2F6D-8CF2F1162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C7167-C5DE-F988-60BC-4D9AE4D2C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8356-3C21-B246-8A1B-D2BD704421E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3DEAA-4EE0-43F4-39EA-5F417D25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09C78-B256-4311-41AC-61FCBE01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33B-FF69-2A4D-8B22-E02257ED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7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72E3-EA5C-5203-52A9-4C263062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015D2-B835-4D53-017B-81BD02023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DD370-8E9C-163A-7BCA-97FDB2E43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8356-3C21-B246-8A1B-D2BD704421E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62B03-379F-1B0B-EE3B-4C1EB38F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29ABD-8AA3-6A20-2EB7-447676C1B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33B-FF69-2A4D-8B22-E02257ED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EB4A-E5D1-B009-3790-CCC756EC1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CE373-3F6A-4F1B-9DD1-72A51669C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4DD70-E764-7CC8-71F1-825110207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8356-3C21-B246-8A1B-D2BD704421E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70D11-45F2-0B70-AEBE-4808660C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117C4-36CE-FA30-0039-40DED6DA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33B-FF69-2A4D-8B22-E02257ED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23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D9F3-4550-FA6A-CE91-BDDC29B75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9A5F6-AD8C-F038-583C-9CA4ACD6C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158C8-2FD3-ED49-B98F-44EEC86B0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FD20C-3DD4-2E1B-0344-065717EC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8356-3C21-B246-8A1B-D2BD704421E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B1FEF-87EE-E195-7A19-A15493636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1C469-461E-4282-AF09-7E46B1610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33B-FF69-2A4D-8B22-E02257ED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0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FC0C1-319D-E221-CD84-4EE5E7FB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75FCB-2599-3241-C3A1-4976BF190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8B0BC-D76C-B147-3E46-0068D2E0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38F01-1286-8986-83EA-4C936104A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F7570-A681-B5A7-5BEB-CAC9FA39D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667BE9-F78C-167C-CC29-BDFC1FDE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8356-3C21-B246-8A1B-D2BD704421E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6747E-C1A8-DEC0-EF43-DB5093B2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CF3749-666B-5993-2B7D-D0F776231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33B-FF69-2A4D-8B22-E02257ED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5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091DF-F028-2668-D73E-5E204051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88810-462F-C0DE-B425-52A95648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8356-3C21-B246-8A1B-D2BD704421E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6B990-3977-3CE2-3360-78C0E29C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A1147-EFD8-2644-FD1A-5BB34929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33B-FF69-2A4D-8B22-E02257ED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66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6C1194-8991-F1E7-8481-90F376A06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8356-3C21-B246-8A1B-D2BD704421E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183AFB-8082-8D5E-68E2-7F00BB28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E594E-6791-4B26-8AD5-6151A7E1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33B-FF69-2A4D-8B22-E02257ED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27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BA137-DFB1-3F83-BE8D-FAADC1218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46172-D5CA-78F7-50FA-4AFF3F351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9A879-E03E-CC7C-5047-BB4D742E0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7B994-E322-E320-A02D-C698C11C2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8356-3C21-B246-8A1B-D2BD704421E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4569D-6700-A364-EA7A-E036A7B2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BB1B9-6189-00FC-F934-9F6A7A27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33B-FF69-2A4D-8B22-E02257ED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64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7E80-63CC-7550-89D6-EA0E5672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72852-A21A-0EDF-6EAA-2DF39078F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0A6A0-4B9E-0D12-18D6-5606164CF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A41BD-E87C-EF58-E682-281A0F35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8356-3C21-B246-8A1B-D2BD704421E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3F609-A689-1826-5C00-C45D848C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44948-0EB5-4117-75BE-8E7E39FB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33B-FF69-2A4D-8B22-E02257ED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0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3CC3-EA29-08CB-8113-AD3A3984B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20365-CD95-5098-192F-AA21CE75C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E631-2912-973B-54B3-A72B8F04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8356-3C21-B246-8A1B-D2BD704421E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4C1C1-6C97-9DE4-D9DA-E8D72E71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0D61F-E5CF-892E-D2D3-AF627EDE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33B-FF69-2A4D-8B22-E02257ED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38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A109EB-1B13-A135-CA0A-CE2E308E2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2EFF6-EBD7-E4ED-9F64-2615F6C26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91962-CE0B-AD79-4341-A8676C22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8356-3C21-B246-8A1B-D2BD704421E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8A651-42DC-190D-83BA-56010D47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92408-07D7-6413-4461-0E9F8DE1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33B-FF69-2A4D-8B22-E02257ED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9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F39F2F-323E-25BA-EC1A-8611A6F00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CA07F-3F82-BB68-338F-4EE214B6A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74DF2-5EF9-4B5E-6937-B7A754DAE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D8356-3C21-B246-8A1B-D2BD704421E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45BB1-B550-0BC4-51E7-5524340DF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D93D6-62CB-DCF8-63A3-2A1084626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BB33B-FF69-2A4D-8B22-E02257ED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9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2.png"/><Relationship Id="rId18" Type="http://schemas.openxmlformats.org/officeDocument/2006/relationships/image" Target="../media/image4.png"/><Relationship Id="rId26" Type="http://schemas.openxmlformats.org/officeDocument/2006/relationships/image" Target="../media/image12.png"/><Relationship Id="rId21" Type="http://schemas.openxmlformats.org/officeDocument/2006/relationships/image" Target="../media/image7.png"/><Relationship Id="rId7" Type="http://schemas.openxmlformats.org/officeDocument/2006/relationships/image" Target="../media/image126.png"/><Relationship Id="rId12" Type="http://schemas.openxmlformats.org/officeDocument/2006/relationships/image" Target="../media/image115.png"/><Relationship Id="rId17" Type="http://schemas.openxmlformats.org/officeDocument/2006/relationships/image" Target="../media/image3.png"/><Relationship Id="rId25" Type="http://schemas.openxmlformats.org/officeDocument/2006/relationships/image" Target="../media/image11.png"/><Relationship Id="rId16" Type="http://schemas.openxmlformats.org/officeDocument/2006/relationships/image" Target="../media/image124.png"/><Relationship Id="rId20" Type="http://schemas.openxmlformats.org/officeDocument/2006/relationships/image" Target="../media/image6.png"/><Relationship Id="rId29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5.png"/><Relationship Id="rId11" Type="http://schemas.openxmlformats.org/officeDocument/2006/relationships/image" Target="../media/image114.png"/><Relationship Id="rId24" Type="http://schemas.openxmlformats.org/officeDocument/2006/relationships/image" Target="../media/image10.png"/><Relationship Id="rId15" Type="http://schemas.openxmlformats.org/officeDocument/2006/relationships/image" Target="../media/image123.png"/><Relationship Id="rId23" Type="http://schemas.openxmlformats.org/officeDocument/2006/relationships/image" Target="../media/image9.png"/><Relationship Id="rId28" Type="http://schemas.openxmlformats.org/officeDocument/2006/relationships/image" Target="../media/image14.png"/><Relationship Id="rId10" Type="http://schemas.openxmlformats.org/officeDocument/2006/relationships/image" Target="../media/image113.png"/><Relationship Id="rId19" Type="http://schemas.openxmlformats.org/officeDocument/2006/relationships/image" Target="../media/image5.png"/><Relationship Id="rId9" Type="http://schemas.openxmlformats.org/officeDocument/2006/relationships/image" Target="../media/image1.png"/><Relationship Id="rId14" Type="http://schemas.openxmlformats.org/officeDocument/2006/relationships/image" Target="../media/image122.png"/><Relationship Id="rId22" Type="http://schemas.openxmlformats.org/officeDocument/2006/relationships/image" Target="../media/image8.png"/><Relationship Id="rId27" Type="http://schemas.openxmlformats.org/officeDocument/2006/relationships/image" Target="../media/image13.png"/><Relationship Id="rId30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136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image" Target="../media/image17.emf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39.png"/><Relationship Id="rId15" Type="http://schemas.openxmlformats.org/officeDocument/2006/relationships/image" Target="../media/image151.png"/><Relationship Id="rId10" Type="http://schemas.openxmlformats.org/officeDocument/2006/relationships/image" Target="../media/image145.png"/><Relationship Id="rId4" Type="http://schemas.openxmlformats.org/officeDocument/2006/relationships/image" Target="../media/image138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3A1F-BB16-FDFC-60AB-0D4F8BFC3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32C3E8FE-F9B7-F67B-6FEE-90CBE113BF16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FF1E89-9F2C-3297-2AC9-C113FD13B2C2}"/>
              </a:ext>
            </a:extLst>
          </p:cNvPr>
          <p:cNvSpPr txBox="1"/>
          <p:nvPr/>
        </p:nvSpPr>
        <p:spPr>
          <a:xfrm>
            <a:off x="7526164" y="6498424"/>
            <a:ext cx="4701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6C06CA-767F-9641-CE9C-BBF4E5718795}"/>
              </a:ext>
            </a:extLst>
          </p:cNvPr>
          <p:cNvSpPr txBox="1"/>
          <p:nvPr/>
        </p:nvSpPr>
        <p:spPr>
          <a:xfrm>
            <a:off x="7526163" y="6135020"/>
            <a:ext cx="395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Nachmani</a:t>
            </a:r>
            <a:r>
              <a:rPr lang="en-US" dirty="0"/>
              <a:t> et. al., 2016. IEEE (Allerton)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7DFA79-6434-0AC5-17EF-6712373546EB}"/>
              </a:ext>
            </a:extLst>
          </p:cNvPr>
          <p:cNvGrpSpPr/>
          <p:nvPr/>
        </p:nvGrpSpPr>
        <p:grpSpPr>
          <a:xfrm>
            <a:off x="10899678" y="3161126"/>
            <a:ext cx="978666" cy="2832512"/>
            <a:chOff x="11182335" y="1316350"/>
            <a:chExt cx="978666" cy="2832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D72B06C-3841-AF53-5FCA-59633C99FAAC}"/>
                    </a:ext>
                  </a:extLst>
                </p:cNvPr>
                <p:cNvSpPr txBox="1"/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D72B06C-3841-AF53-5FCA-59633C99FA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blipFill>
                  <a:blip r:embed="rId6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9691AD3-966B-EEB2-7657-460B84EF48E9}"/>
                    </a:ext>
                  </a:extLst>
                </p:cNvPr>
                <p:cNvSpPr txBox="1"/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9691AD3-966B-EEB2-7657-460B84EF4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blipFill>
                  <a:blip r:embed="rId7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CA1712-4BDA-AAE6-2BE5-FD2B75063202}"/>
                    </a:ext>
                  </a:extLst>
                </p:cNvPr>
                <p:cNvSpPr txBox="1"/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CA1712-4BDA-AAE6-2BE5-FD2B75063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blipFill>
                  <a:blip r:embed="rId8"/>
                  <a:stretch>
                    <a:fillRect r="-1282"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040C4E6-4451-1682-38AC-6029D2652FAF}"/>
                </a:ext>
              </a:extLst>
            </p:cNvPr>
            <p:cNvSpPr txBox="1"/>
            <p:nvPr/>
          </p:nvSpPr>
          <p:spPr>
            <a:xfrm>
              <a:off x="11209374" y="1316350"/>
              <a:ext cx="8346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0070C0"/>
                  </a:solidFill>
                </a:rPr>
                <a:t>Infer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2A30859-934C-6195-4BB0-F1857B19A1DE}"/>
              </a:ext>
            </a:extLst>
          </p:cNvPr>
          <p:cNvGrpSpPr/>
          <p:nvPr/>
        </p:nvGrpSpPr>
        <p:grpSpPr>
          <a:xfrm>
            <a:off x="351789" y="3146443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9992390-4410-4D85-7627-B07095BB588C}"/>
                </a:ext>
              </a:extLst>
            </p:cNvPr>
            <p:cNvGrpSpPr/>
            <p:nvPr/>
          </p:nvGrpSpPr>
          <p:grpSpPr>
            <a:xfrm>
              <a:off x="737087" y="1301667"/>
              <a:ext cx="1498617" cy="2913855"/>
              <a:chOff x="858390" y="1301667"/>
              <a:chExt cx="1498617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D9C68FC-2037-664D-7809-5EB41D459D49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0B582EB-BC6D-DC2C-446B-66F9E27156E5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E7459D0-C256-D87C-F903-FDA7D6F587CB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F11BAC60-E236-D70B-B00F-2D2A12D390D4}"/>
                      </a:ext>
                    </a:extLst>
                  </p:cNvPr>
                  <p:cNvSpPr txBox="1"/>
                  <p:nvPr/>
                </p:nvSpPr>
                <p:spPr>
                  <a:xfrm>
                    <a:off x="858390" y="1301667"/>
                    <a:ext cx="951414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F11BAC60-E236-D70B-B00F-2D2A12D39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8390" y="1301667"/>
                    <a:ext cx="951414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10526" r="-13158" b="-2631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44E53E6-3875-1AF1-CBAE-8DBF44FF1A5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44E53E6-3875-1AF1-CBAE-8DBF44FF1A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92180CF-884B-78A5-534D-74B528DC49A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92180CF-884B-78A5-534D-74B528DC49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6B84840-3A50-50A4-613E-E22E2CA262C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6B84840-3A50-50A4-613E-E22E2CA262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8604082-811B-6D31-5358-BE2D096D9F38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A0EFE34-8EF1-656C-8B49-67149D93AD5C}"/>
              </a:ext>
            </a:extLst>
          </p:cNvPr>
          <p:cNvGrpSpPr/>
          <p:nvPr/>
        </p:nvGrpSpPr>
        <p:grpSpPr>
          <a:xfrm>
            <a:off x="7789599" y="3146442"/>
            <a:ext cx="2695922" cy="2842201"/>
            <a:chOff x="8072256" y="1301666"/>
            <a:chExt cx="2695922" cy="28422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7AB071-6436-0358-D32B-8E15032623EA}"/>
                </a:ext>
              </a:extLst>
            </p:cNvPr>
            <p:cNvGrpSpPr/>
            <p:nvPr/>
          </p:nvGrpSpPr>
          <p:grpSpPr>
            <a:xfrm>
              <a:off x="9167098" y="1301666"/>
              <a:ext cx="1601080" cy="2842201"/>
              <a:chOff x="8980478" y="1301666"/>
              <a:chExt cx="1601080" cy="284220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D895B87-ADEA-CFAB-AC66-665609102F4F}"/>
                  </a:ext>
                </a:extLst>
              </p:cNvPr>
              <p:cNvSpPr/>
              <p:nvPr/>
            </p:nvSpPr>
            <p:spPr>
              <a:xfrm>
                <a:off x="9365922" y="1830799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71F1EFE-9968-7B40-F257-D2085BFCC932}"/>
                  </a:ext>
                </a:extLst>
              </p:cNvPr>
              <p:cNvSpPr/>
              <p:nvPr/>
            </p:nvSpPr>
            <p:spPr>
              <a:xfrm>
                <a:off x="9365922" y="2470087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95E0EA3-CBE7-EB9A-1481-5D59AC5A858C}"/>
                  </a:ext>
                </a:extLst>
              </p:cNvPr>
              <p:cNvSpPr/>
              <p:nvPr/>
            </p:nvSpPr>
            <p:spPr>
              <a:xfrm>
                <a:off x="9365922" y="3748663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B19D4F50-807D-0561-56D3-7811F57332E4}"/>
                      </a:ext>
                    </a:extLst>
                  </p:cNvPr>
                  <p:cNvSpPr txBox="1"/>
                  <p:nvPr/>
                </p:nvSpPr>
                <p:spPr>
                  <a:xfrm>
                    <a:off x="8980478" y="1301666"/>
                    <a:ext cx="970971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B19D4F50-807D-0561-56D3-7811F57332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80478" y="1301666"/>
                    <a:ext cx="970971" cy="46166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10526" r="-11538" b="-2631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4D4E55A-D8D5-27F3-46BE-C712FAB4FC4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4D4E55A-D8D5-27F3-46BE-C712FAB4FC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437AC2E4-E6AA-CD8F-7378-F9E37A6A108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437AC2E4-E6AA-CD8F-7378-F9E37A6A10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B3E097C-B99E-2144-A8EE-437D139E9089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B3E097C-B99E-2144-A8EE-437D139E90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0EFA850-A7FC-7830-9F7F-49C8A85280C5}"/>
                </a:ext>
              </a:extLst>
            </p:cNvPr>
            <p:cNvSpPr txBox="1"/>
            <p:nvPr/>
          </p:nvSpPr>
          <p:spPr>
            <a:xfrm>
              <a:off x="8487660" y="263201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8C12F26-061D-2346-3C65-598F9DBD399C}"/>
                </a:ext>
              </a:extLst>
            </p:cNvPr>
            <p:cNvCxnSpPr>
              <a:cxnSpLocks/>
            </p:cNvCxnSpPr>
            <p:nvPr/>
          </p:nvCxnSpPr>
          <p:spPr>
            <a:xfrm>
              <a:off x="8072256" y="2038307"/>
              <a:ext cx="414185" cy="44334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D117F754-11BC-3CE2-8ADF-66B425920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030" y="2136279"/>
              <a:ext cx="475071" cy="49127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AF443B89-9B5F-EDCC-B9F5-A667E16B92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522" y="2679880"/>
              <a:ext cx="462027" cy="476832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B9A2052-6DF4-5E6F-067B-357D63844F35}"/>
                </a:ext>
              </a:extLst>
            </p:cNvPr>
            <p:cNvCxnSpPr>
              <a:cxnSpLocks/>
            </p:cNvCxnSpPr>
            <p:nvPr/>
          </p:nvCxnSpPr>
          <p:spPr>
            <a:xfrm>
              <a:off x="8101426" y="3359006"/>
              <a:ext cx="467676" cy="37020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545E2AD-A4C3-56BC-DB81-88DE4907C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417" y="3281569"/>
              <a:ext cx="424827" cy="64993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61123E4-1F3D-D6B5-227A-BA5BE29ECF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5871" y="2042604"/>
              <a:ext cx="626043" cy="681929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C3CCEF14-0102-5339-3EA2-814C547FD73E}"/>
                </a:ext>
              </a:extLst>
            </p:cNvPr>
            <p:cNvCxnSpPr>
              <a:cxnSpLocks/>
            </p:cNvCxnSpPr>
            <p:nvPr/>
          </p:nvCxnSpPr>
          <p:spPr>
            <a:xfrm>
              <a:off x="8899532" y="2152324"/>
              <a:ext cx="652382" cy="529568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FC33225-B665-AEAE-E81A-6260DDC25CF0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64" y="2797819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EBD8FBE6-0224-04F5-0ECB-EB687C19151E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88" y="3554853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E4B925D-320F-B734-1747-354E60204B9E}"/>
                </a:ext>
              </a:extLst>
            </p:cNvPr>
            <p:cNvSpPr txBox="1"/>
            <p:nvPr/>
          </p:nvSpPr>
          <p:spPr>
            <a:xfrm rot="5400000">
              <a:off x="9577838" y="2933451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1125452-3004-622A-EE5B-E46272AF7849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35" y="3320985"/>
              <a:ext cx="584687" cy="104310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229D4AF5-A14B-53DA-258A-F911AD721F1D}"/>
              </a:ext>
            </a:extLst>
          </p:cNvPr>
          <p:cNvSpPr/>
          <p:nvPr/>
        </p:nvSpPr>
        <p:spPr>
          <a:xfrm>
            <a:off x="4628969" y="3712520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9F4EFF-E6C1-A2FF-48F4-2ACAE16943E9}"/>
              </a:ext>
            </a:extLst>
          </p:cNvPr>
          <p:cNvSpPr/>
          <p:nvPr/>
        </p:nvSpPr>
        <p:spPr>
          <a:xfrm>
            <a:off x="4628969" y="4351808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ECDE54C-9260-75D4-3956-E4BBC0BB7572}"/>
              </a:ext>
            </a:extLst>
          </p:cNvPr>
          <p:cNvSpPr/>
          <p:nvPr/>
        </p:nvSpPr>
        <p:spPr>
          <a:xfrm>
            <a:off x="4628969" y="5630384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885968-C6A2-6152-4D23-F79CE9315B08}"/>
              </a:ext>
            </a:extLst>
          </p:cNvPr>
          <p:cNvSpPr/>
          <p:nvPr/>
        </p:nvSpPr>
        <p:spPr>
          <a:xfrm>
            <a:off x="6170781" y="3681503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20128E3-AF25-074E-584B-F68AE2F420E3}"/>
              </a:ext>
            </a:extLst>
          </p:cNvPr>
          <p:cNvSpPr/>
          <p:nvPr/>
        </p:nvSpPr>
        <p:spPr>
          <a:xfrm>
            <a:off x="6170781" y="4320791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33DB27-88DE-7C2E-3574-F06C8907672D}"/>
              </a:ext>
            </a:extLst>
          </p:cNvPr>
          <p:cNvSpPr/>
          <p:nvPr/>
        </p:nvSpPr>
        <p:spPr>
          <a:xfrm>
            <a:off x="6170781" y="5599367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B5EC2A-41B0-7702-CF3A-2A49A4582AC4}"/>
                  </a:ext>
                </a:extLst>
              </p:cNvPr>
              <p:cNvSpPr txBox="1"/>
              <p:nvPr/>
            </p:nvSpPr>
            <p:spPr>
              <a:xfrm>
                <a:off x="4376028" y="6078288"/>
                <a:ext cx="104810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B5EC2A-41B0-7702-CF3A-2A49A4582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028" y="6078288"/>
                <a:ext cx="1048107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FA3E7134-0A50-83BF-7425-D5B0538F3E06}"/>
              </a:ext>
            </a:extLst>
          </p:cNvPr>
          <p:cNvSpPr/>
          <p:nvPr/>
        </p:nvSpPr>
        <p:spPr>
          <a:xfrm>
            <a:off x="3311402" y="3716817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995A82-6038-8FA7-7913-882369BE952A}"/>
              </a:ext>
            </a:extLst>
          </p:cNvPr>
          <p:cNvSpPr/>
          <p:nvPr/>
        </p:nvSpPr>
        <p:spPr>
          <a:xfrm>
            <a:off x="3311402" y="4356105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C54C561-06F2-1191-F2DA-DF1D7FE91FE7}"/>
              </a:ext>
            </a:extLst>
          </p:cNvPr>
          <p:cNvSpPr/>
          <p:nvPr/>
        </p:nvSpPr>
        <p:spPr>
          <a:xfrm>
            <a:off x="3311402" y="5634681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7F73F4-230B-FA71-BE8F-97AABE031E23}"/>
                  </a:ext>
                </a:extLst>
              </p:cNvPr>
              <p:cNvSpPr txBox="1"/>
              <p:nvPr/>
            </p:nvSpPr>
            <p:spPr>
              <a:xfrm>
                <a:off x="5842670" y="6078288"/>
                <a:ext cx="104810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7F73F4-230B-FA71-BE8F-97AABE031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670" y="6078288"/>
                <a:ext cx="1048107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901747E4-BC04-16B1-FFDB-DDB2C7B249EF}"/>
              </a:ext>
            </a:extLst>
          </p:cNvPr>
          <p:cNvSpPr/>
          <p:nvPr/>
        </p:nvSpPr>
        <p:spPr>
          <a:xfrm>
            <a:off x="7482826" y="3681503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492887-3EEA-620A-CA0C-01C20404B02F}"/>
              </a:ext>
            </a:extLst>
          </p:cNvPr>
          <p:cNvSpPr/>
          <p:nvPr/>
        </p:nvSpPr>
        <p:spPr>
          <a:xfrm>
            <a:off x="7482826" y="4320791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8FE67-CE0E-96D9-7E75-EED16EC62446}"/>
              </a:ext>
            </a:extLst>
          </p:cNvPr>
          <p:cNvSpPr/>
          <p:nvPr/>
        </p:nvSpPr>
        <p:spPr>
          <a:xfrm>
            <a:off x="7482826" y="5599367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BFE7DE-BF8E-384A-7329-EE32058C9479}"/>
              </a:ext>
            </a:extLst>
          </p:cNvPr>
          <p:cNvCxnSpPr>
            <a:stCxn id="14" idx="6"/>
            <a:endCxn id="8" idx="2"/>
          </p:cNvCxnSpPr>
          <p:nvPr/>
        </p:nvCxnSpPr>
        <p:spPr>
          <a:xfrm>
            <a:off x="3703288" y="3912760"/>
            <a:ext cx="925681" cy="63499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E9ED3FD-6DE5-43B1-EA74-E7924613F99F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3703288" y="4552048"/>
            <a:ext cx="925681" cy="0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09394E-7436-260F-D5A5-6C255BD6AD25}"/>
              </a:ext>
            </a:extLst>
          </p:cNvPr>
          <p:cNvCxnSpPr>
            <a:stCxn id="16" idx="6"/>
            <a:endCxn id="7" idx="2"/>
          </p:cNvCxnSpPr>
          <p:nvPr/>
        </p:nvCxnSpPr>
        <p:spPr>
          <a:xfrm flipV="1">
            <a:off x="3703288" y="3908463"/>
            <a:ext cx="925681" cy="192216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FA43F23-E1C0-5C3E-660E-30D8B745F72C}"/>
              </a:ext>
            </a:extLst>
          </p:cNvPr>
          <p:cNvCxnSpPr>
            <a:stCxn id="14" idx="6"/>
          </p:cNvCxnSpPr>
          <p:nvPr/>
        </p:nvCxnSpPr>
        <p:spPr>
          <a:xfrm>
            <a:off x="3703288" y="3912760"/>
            <a:ext cx="925681" cy="1891457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A11C1-B4E8-C7D2-6EE8-4BC6D5F7478A}"/>
              </a:ext>
            </a:extLst>
          </p:cNvPr>
          <p:cNvCxnSpPr>
            <a:stCxn id="16" idx="6"/>
          </p:cNvCxnSpPr>
          <p:nvPr/>
        </p:nvCxnSpPr>
        <p:spPr>
          <a:xfrm flipV="1">
            <a:off x="3703288" y="4547751"/>
            <a:ext cx="925681" cy="1282873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6B40E4-2B7F-1A4C-BFD0-84101E3D9B2E}"/>
              </a:ext>
            </a:extLst>
          </p:cNvPr>
          <p:cNvCxnSpPr>
            <a:stCxn id="15" idx="6"/>
          </p:cNvCxnSpPr>
          <p:nvPr/>
        </p:nvCxnSpPr>
        <p:spPr>
          <a:xfrm>
            <a:off x="3703288" y="4552048"/>
            <a:ext cx="925681" cy="125216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31ABDB-2578-28BB-4E0C-692449B66572}"/>
              </a:ext>
            </a:extLst>
          </p:cNvPr>
          <p:cNvCxnSpPr/>
          <p:nvPr/>
        </p:nvCxnSpPr>
        <p:spPr>
          <a:xfrm>
            <a:off x="6557145" y="3886353"/>
            <a:ext cx="925681" cy="63499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AE1A59C-BE17-7DDA-4FE6-6211B19C1261}"/>
              </a:ext>
            </a:extLst>
          </p:cNvPr>
          <p:cNvCxnSpPr/>
          <p:nvPr/>
        </p:nvCxnSpPr>
        <p:spPr>
          <a:xfrm flipV="1">
            <a:off x="6557145" y="3882056"/>
            <a:ext cx="925681" cy="192216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0622D2-9D6B-00C3-EC8D-F70AB45590DB}"/>
              </a:ext>
            </a:extLst>
          </p:cNvPr>
          <p:cNvCxnSpPr/>
          <p:nvPr/>
        </p:nvCxnSpPr>
        <p:spPr>
          <a:xfrm>
            <a:off x="6557145" y="3886353"/>
            <a:ext cx="925681" cy="1891457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4570D12-593A-A190-00A9-ECDABBAF5103}"/>
              </a:ext>
            </a:extLst>
          </p:cNvPr>
          <p:cNvCxnSpPr/>
          <p:nvPr/>
        </p:nvCxnSpPr>
        <p:spPr>
          <a:xfrm flipV="1">
            <a:off x="6557145" y="4521344"/>
            <a:ext cx="925681" cy="1282873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D9D48FC-0268-303A-024B-59E0A9B21E2B}"/>
              </a:ext>
            </a:extLst>
          </p:cNvPr>
          <p:cNvCxnSpPr/>
          <p:nvPr/>
        </p:nvCxnSpPr>
        <p:spPr>
          <a:xfrm>
            <a:off x="6557145" y="4525641"/>
            <a:ext cx="925681" cy="1252169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6AC470B-5A0A-5DE7-4767-95BADE375713}"/>
              </a:ext>
            </a:extLst>
          </p:cNvPr>
          <p:cNvCxnSpPr>
            <a:stCxn id="7" idx="6"/>
          </p:cNvCxnSpPr>
          <p:nvPr/>
        </p:nvCxnSpPr>
        <p:spPr>
          <a:xfrm>
            <a:off x="5020855" y="3908463"/>
            <a:ext cx="1149926" cy="608271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77663CD-863E-1EA1-5765-FE08E40D6FAC}"/>
              </a:ext>
            </a:extLst>
          </p:cNvPr>
          <p:cNvCxnSpPr>
            <a:stCxn id="8" idx="6"/>
          </p:cNvCxnSpPr>
          <p:nvPr/>
        </p:nvCxnSpPr>
        <p:spPr>
          <a:xfrm flipV="1">
            <a:off x="5020855" y="3908463"/>
            <a:ext cx="1149926" cy="639288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E985854-D5B4-9F0A-A5E9-B15F196BC0D8}"/>
              </a:ext>
            </a:extLst>
          </p:cNvPr>
          <p:cNvCxnSpPr>
            <a:stCxn id="9" idx="6"/>
            <a:endCxn id="10" idx="2"/>
          </p:cNvCxnSpPr>
          <p:nvPr/>
        </p:nvCxnSpPr>
        <p:spPr>
          <a:xfrm flipV="1">
            <a:off x="5020855" y="3877446"/>
            <a:ext cx="1149926" cy="1948881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631171-0B0A-0EBA-E784-62BD4A574989}"/>
              </a:ext>
            </a:extLst>
          </p:cNvPr>
          <p:cNvCxnSpPr>
            <a:endCxn id="12" idx="2"/>
          </p:cNvCxnSpPr>
          <p:nvPr/>
        </p:nvCxnSpPr>
        <p:spPr>
          <a:xfrm>
            <a:off x="5020855" y="4547751"/>
            <a:ext cx="1149926" cy="1247559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5C1AB39-2EBA-5A6E-A807-4230083B0E87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5020855" y="5795310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8A2ACC6-D574-E40B-A284-53F41CBB8A5F}"/>
              </a:ext>
            </a:extLst>
          </p:cNvPr>
          <p:cNvCxnSpPr>
            <a:endCxn id="11" idx="2"/>
          </p:cNvCxnSpPr>
          <p:nvPr/>
        </p:nvCxnSpPr>
        <p:spPr>
          <a:xfrm flipV="1">
            <a:off x="5020855" y="4516734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0E806DF-7F4A-AB24-47A4-04A11D662DEE}"/>
              </a:ext>
            </a:extLst>
          </p:cNvPr>
          <p:cNvCxnSpPr>
            <a:stCxn id="7" idx="6"/>
            <a:endCxn id="10" idx="2"/>
          </p:cNvCxnSpPr>
          <p:nvPr/>
        </p:nvCxnSpPr>
        <p:spPr>
          <a:xfrm flipV="1">
            <a:off x="5020855" y="3877446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38AEF71-ABC2-F614-F732-5C17A33A45CF}"/>
                  </a:ext>
                </a:extLst>
              </p:cNvPr>
              <p:cNvSpPr txBox="1"/>
              <p:nvPr/>
            </p:nvSpPr>
            <p:spPr>
              <a:xfrm>
                <a:off x="54771" y="6239427"/>
                <a:ext cx="4382315" cy="596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rainable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weights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800" i="1" dirty="0" smtClean="0">
                          <a:solidFill>
                            <a:srgbClr val="FF0000"/>
                          </a:solidFill>
                        </a:rPr>
                        <m:t>: </m:t>
                      </m:r>
                      <m:sSubSup>
                        <m:sSubSupPr>
                          <m:ctrlP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38AEF71-ABC2-F614-F732-5C17A33A4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1" y="6239427"/>
                <a:ext cx="4382315" cy="596253"/>
              </a:xfrm>
              <a:prstGeom prst="rect">
                <a:avLst/>
              </a:prstGeom>
              <a:blipFill>
                <a:blip r:embed="rId19"/>
                <a:stretch>
                  <a:fillRect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107BB534-A328-D94A-A8D1-D95DCF8F333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551697" y="5683996"/>
            <a:ext cx="911154" cy="652084"/>
          </a:xfrm>
          <a:prstGeom prst="curvedConnector3">
            <a:avLst>
              <a:gd name="adj1" fmla="val 14241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9B6A0F1C-7216-839B-4E3F-6296FFF4ECD9}"/>
              </a:ext>
            </a:extLst>
          </p:cNvPr>
          <p:cNvSpPr txBox="1"/>
          <p:nvPr/>
        </p:nvSpPr>
        <p:spPr>
          <a:xfrm>
            <a:off x="2247148" y="4502169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F3F2B3D-9054-9201-D8F6-9384574E7EC1}"/>
              </a:ext>
            </a:extLst>
          </p:cNvPr>
          <p:cNvCxnSpPr>
            <a:cxnSpLocks/>
          </p:cNvCxnSpPr>
          <p:nvPr/>
        </p:nvCxnSpPr>
        <p:spPr>
          <a:xfrm>
            <a:off x="1831744" y="3908463"/>
            <a:ext cx="414185" cy="443345"/>
          </a:xfrm>
          <a:prstGeom prst="straightConnector1">
            <a:avLst/>
          </a:prstGeom>
          <a:ln>
            <a:solidFill>
              <a:srgbClr val="0432FF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DC6A464-1A1A-1AB7-6951-E95097534108}"/>
              </a:ext>
            </a:extLst>
          </p:cNvPr>
          <p:cNvCxnSpPr>
            <a:cxnSpLocks/>
          </p:cNvCxnSpPr>
          <p:nvPr/>
        </p:nvCxnSpPr>
        <p:spPr>
          <a:xfrm flipV="1">
            <a:off x="1835863" y="4006435"/>
            <a:ext cx="475071" cy="491276"/>
          </a:xfrm>
          <a:prstGeom prst="straightConnector1">
            <a:avLst/>
          </a:prstGeom>
          <a:ln>
            <a:solidFill>
              <a:srgbClr val="0432FF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5925D2D-AB30-1977-AD36-C5C53C5DF2FB}"/>
              </a:ext>
            </a:extLst>
          </p:cNvPr>
          <p:cNvCxnSpPr>
            <a:cxnSpLocks/>
          </p:cNvCxnSpPr>
          <p:nvPr/>
        </p:nvCxnSpPr>
        <p:spPr>
          <a:xfrm flipV="1">
            <a:off x="1825355" y="4550036"/>
            <a:ext cx="462027" cy="476832"/>
          </a:xfrm>
          <a:prstGeom prst="straightConnector1">
            <a:avLst/>
          </a:prstGeom>
          <a:ln>
            <a:solidFill>
              <a:srgbClr val="0432FF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97662B6-AFEE-A093-DB22-A6FED9835502}"/>
              </a:ext>
            </a:extLst>
          </p:cNvPr>
          <p:cNvCxnSpPr>
            <a:cxnSpLocks/>
          </p:cNvCxnSpPr>
          <p:nvPr/>
        </p:nvCxnSpPr>
        <p:spPr>
          <a:xfrm>
            <a:off x="1814259" y="5229162"/>
            <a:ext cx="467676" cy="370205"/>
          </a:xfrm>
          <a:prstGeom prst="straightConnector1">
            <a:avLst/>
          </a:prstGeom>
          <a:ln>
            <a:solidFill>
              <a:srgbClr val="0432FF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7F8B4EC-6567-EC95-35B0-858D427CBFBD}"/>
              </a:ext>
            </a:extLst>
          </p:cNvPr>
          <p:cNvCxnSpPr>
            <a:cxnSpLocks/>
          </p:cNvCxnSpPr>
          <p:nvPr/>
        </p:nvCxnSpPr>
        <p:spPr>
          <a:xfrm flipV="1">
            <a:off x="1867250" y="5151725"/>
            <a:ext cx="424827" cy="649936"/>
          </a:xfrm>
          <a:prstGeom prst="straightConnector1">
            <a:avLst/>
          </a:prstGeom>
          <a:ln>
            <a:solidFill>
              <a:srgbClr val="0432FF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3F3BBB1-A095-2D91-CCCD-350BA82FC194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2685359" y="3912760"/>
            <a:ext cx="626043" cy="681929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1AD7662-F46D-1FD6-60AB-47939778798D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2659020" y="4022480"/>
            <a:ext cx="652382" cy="529568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C9A08EC-2205-1C4E-287E-65ADCBD8AB70}"/>
              </a:ext>
            </a:extLst>
          </p:cNvPr>
          <p:cNvCxnSpPr>
            <a:cxnSpLocks/>
          </p:cNvCxnSpPr>
          <p:nvPr/>
        </p:nvCxnSpPr>
        <p:spPr>
          <a:xfrm>
            <a:off x="2687452" y="4667975"/>
            <a:ext cx="584687" cy="419845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2376468-11A6-F50B-F78A-C999A1BB1177}"/>
              </a:ext>
            </a:extLst>
          </p:cNvPr>
          <p:cNvCxnSpPr>
            <a:cxnSpLocks/>
          </p:cNvCxnSpPr>
          <p:nvPr/>
        </p:nvCxnSpPr>
        <p:spPr>
          <a:xfrm>
            <a:off x="2723376" y="5425009"/>
            <a:ext cx="584687" cy="419845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B5FF594-0EE4-D554-B880-73DF3D706573}"/>
              </a:ext>
            </a:extLst>
          </p:cNvPr>
          <p:cNvSpPr txBox="1"/>
          <p:nvPr/>
        </p:nvSpPr>
        <p:spPr>
          <a:xfrm rot="5400000">
            <a:off x="3337326" y="4803607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…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06C3855-CAB1-04AE-D7D0-46A9C361FF1D}"/>
              </a:ext>
            </a:extLst>
          </p:cNvPr>
          <p:cNvCxnSpPr>
            <a:cxnSpLocks/>
          </p:cNvCxnSpPr>
          <p:nvPr/>
        </p:nvCxnSpPr>
        <p:spPr>
          <a:xfrm>
            <a:off x="2713023" y="5191141"/>
            <a:ext cx="584687" cy="10431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30A9A18A-6406-F840-4F05-FE541413CD1E}"/>
              </a:ext>
            </a:extLst>
          </p:cNvPr>
          <p:cNvSpPr txBox="1"/>
          <p:nvPr/>
        </p:nvSpPr>
        <p:spPr>
          <a:xfrm rot="5400000">
            <a:off x="7546560" y="4781039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5BDB211-7679-C781-2D5E-4F925DF4B02D}"/>
                  </a:ext>
                </a:extLst>
              </p:cNvPr>
              <p:cNvSpPr txBox="1"/>
              <p:nvPr/>
            </p:nvSpPr>
            <p:spPr>
              <a:xfrm>
                <a:off x="0" y="969387"/>
                <a:ext cx="12242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BP: iterative message-passing </a:t>
                </a:r>
                <a:r>
                  <a:rPr lang="en-US" sz="2400" b="1" i="1" dirty="0">
                    <a:solidFill>
                      <a:srgbClr val="7030A0"/>
                    </a:solidFill>
                  </a:rPr>
                  <a:t>check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400" b="1" i="1" dirty="0">
                    <a:solidFill>
                      <a:srgbClr val="7030A0"/>
                    </a:solidFill>
                  </a:rPr>
                  <a:t> vertex</a:t>
                </a:r>
                <a:r>
                  <a:rPr lang="en-US" sz="2400" dirty="0"/>
                  <a:t> nodes can be unraveled to a </a:t>
                </a:r>
                <a:r>
                  <a:rPr lang="en-US" sz="2400" i="1" dirty="0"/>
                  <a:t>Neural Network</a:t>
                </a:r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5BDB211-7679-C781-2D5E-4F925DF4B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69387"/>
                <a:ext cx="12242647" cy="461665"/>
              </a:xfrm>
              <a:prstGeom prst="rect">
                <a:avLst/>
              </a:prstGeom>
              <a:blipFill>
                <a:blip r:embed="rId20"/>
                <a:stretch>
                  <a:fillRect l="-830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8A7DBF4-F122-F741-03C4-EA9F4A596340}"/>
              </a:ext>
            </a:extLst>
          </p:cNvPr>
          <p:cNvGrpSpPr/>
          <p:nvPr/>
        </p:nvGrpSpPr>
        <p:grpSpPr>
          <a:xfrm>
            <a:off x="4375393" y="1605128"/>
            <a:ext cx="3655268" cy="1654310"/>
            <a:chOff x="6806806" y="4000256"/>
            <a:chExt cx="5097178" cy="2306893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E718BE6-DD0D-ED56-DB0C-F4AD96EDBE97}"/>
                </a:ext>
              </a:extLst>
            </p:cNvPr>
            <p:cNvSpPr/>
            <p:nvPr/>
          </p:nvSpPr>
          <p:spPr>
            <a:xfrm>
              <a:off x="8562488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A29FBFE-2C82-552A-F839-4F2DD48F989B}"/>
                </a:ext>
              </a:extLst>
            </p:cNvPr>
            <p:cNvSpPr/>
            <p:nvPr/>
          </p:nvSpPr>
          <p:spPr>
            <a:xfrm>
              <a:off x="9920501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BA9ED01F-8B2A-F4A7-3958-FA974391253C}"/>
                    </a:ext>
                  </a:extLst>
                </p:cNvPr>
                <p:cNvSpPr txBox="1"/>
                <p:nvPr/>
              </p:nvSpPr>
              <p:spPr>
                <a:xfrm>
                  <a:off x="8663950" y="4023234"/>
                  <a:ext cx="382154" cy="3862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BA9ED01F-8B2A-F4A7-3958-FA97439125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0" y="4023234"/>
                  <a:ext cx="382154" cy="386268"/>
                </a:xfrm>
                <a:prstGeom prst="rect">
                  <a:avLst/>
                </a:prstGeom>
                <a:blipFill>
                  <a:blip r:embed="rId21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04027F83-790F-8F02-212C-CDF31CF8D3C4}"/>
                    </a:ext>
                  </a:extLst>
                </p:cNvPr>
                <p:cNvSpPr txBox="1"/>
                <p:nvPr/>
              </p:nvSpPr>
              <p:spPr>
                <a:xfrm>
                  <a:off x="10021964" y="4000256"/>
                  <a:ext cx="382154" cy="3862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04027F83-790F-8F02-212C-CDF31CF8D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1964" y="4000256"/>
                  <a:ext cx="382154" cy="386268"/>
                </a:xfrm>
                <a:prstGeom prst="rect">
                  <a:avLst/>
                </a:prstGeom>
                <a:blipFill>
                  <a:blip r:embed="rId22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AC074A60-E098-D84F-BA1C-DD7F8CD6ED3A}"/>
                </a:ext>
              </a:extLst>
            </p:cNvPr>
            <p:cNvSpPr/>
            <p:nvPr/>
          </p:nvSpPr>
          <p:spPr>
            <a:xfrm>
              <a:off x="7184755" y="5778510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D7AD8D7C-3D3E-A461-B43E-3D3A5629DA83}"/>
                </a:ext>
              </a:extLst>
            </p:cNvPr>
            <p:cNvSpPr/>
            <p:nvPr/>
          </p:nvSpPr>
          <p:spPr>
            <a:xfrm>
              <a:off x="8581619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1EB861F-66E6-B3C7-AE5C-5E29A1BB6795}"/>
                </a:ext>
              </a:extLst>
            </p:cNvPr>
            <p:cNvSpPr/>
            <p:nvPr/>
          </p:nvSpPr>
          <p:spPr>
            <a:xfrm>
              <a:off x="9978483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D04E735-F6B3-D1D1-6C5D-829CA7225AF4}"/>
                </a:ext>
              </a:extLst>
            </p:cNvPr>
            <p:cNvSpPr/>
            <p:nvPr/>
          </p:nvSpPr>
          <p:spPr>
            <a:xfrm>
              <a:off x="11375347" y="5778511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8B7D6023-B433-6952-72E9-16F6368A9976}"/>
                    </a:ext>
                  </a:extLst>
                </p:cNvPr>
                <p:cNvSpPr txBox="1"/>
                <p:nvPr/>
              </p:nvSpPr>
              <p:spPr>
                <a:xfrm>
                  <a:off x="7252882" y="5778509"/>
                  <a:ext cx="411214" cy="3862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8B7D6023-B433-6952-72E9-16F6368A99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882" y="5778509"/>
                  <a:ext cx="411214" cy="386268"/>
                </a:xfrm>
                <a:prstGeom prst="rect">
                  <a:avLst/>
                </a:prstGeom>
                <a:blipFill>
                  <a:blip r:embed="rId23"/>
                  <a:stretch>
                    <a:fillRect l="-12000" r="-8000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53156660-B59D-4B3F-3899-1914E31B2624}"/>
                    </a:ext>
                  </a:extLst>
                </p:cNvPr>
                <p:cNvSpPr txBox="1"/>
                <p:nvPr/>
              </p:nvSpPr>
              <p:spPr>
                <a:xfrm>
                  <a:off x="8663950" y="5778509"/>
                  <a:ext cx="411214" cy="3862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53156660-B59D-4B3F-3899-1914E31B2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0" y="5778509"/>
                  <a:ext cx="411214" cy="386268"/>
                </a:xfrm>
                <a:prstGeom prst="rect">
                  <a:avLst/>
                </a:prstGeom>
                <a:blipFill>
                  <a:blip r:embed="rId24"/>
                  <a:stretch>
                    <a:fillRect l="-12500" r="-8333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82F663C4-D776-E9C9-87FF-C87B788958DF}"/>
                    </a:ext>
                  </a:extLst>
                </p:cNvPr>
                <p:cNvSpPr txBox="1"/>
                <p:nvPr/>
              </p:nvSpPr>
              <p:spPr>
                <a:xfrm>
                  <a:off x="10032403" y="5778509"/>
                  <a:ext cx="411214" cy="3862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82F663C4-D776-E9C9-87FF-C87B788958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2403" y="5778509"/>
                  <a:ext cx="411214" cy="386268"/>
                </a:xfrm>
                <a:prstGeom prst="rect">
                  <a:avLst/>
                </a:prstGeom>
                <a:blipFill>
                  <a:blip r:embed="rId25"/>
                  <a:stretch>
                    <a:fillRect l="-12000" r="-4000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B29EF5E-03AA-8FDC-DE42-DCD260C3E8E2}"/>
                    </a:ext>
                  </a:extLst>
                </p:cNvPr>
                <p:cNvSpPr txBox="1"/>
                <p:nvPr/>
              </p:nvSpPr>
              <p:spPr>
                <a:xfrm>
                  <a:off x="11443473" y="5778509"/>
                  <a:ext cx="411214" cy="3862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B29EF5E-03AA-8FDC-DE42-DCD260C3E8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3473" y="5778509"/>
                  <a:ext cx="411214" cy="386268"/>
                </a:xfrm>
                <a:prstGeom prst="rect">
                  <a:avLst/>
                </a:prstGeom>
                <a:blipFill>
                  <a:blip r:embed="rId26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BA30E018-A269-7AC7-04B7-7BC94CDD6EAF}"/>
                </a:ext>
              </a:extLst>
            </p:cNvPr>
            <p:cNvCxnSpPr>
              <a:stCxn id="147" idx="0"/>
              <a:endCxn id="139" idx="2"/>
            </p:cNvCxnSpPr>
            <p:nvPr/>
          </p:nvCxnSpPr>
          <p:spPr>
            <a:xfrm flipV="1">
              <a:off x="7458489" y="4528568"/>
              <a:ext cx="1368155" cy="1249941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D0C77A1C-D9B7-E18E-84DB-D6A72674F64F}"/>
                </a:ext>
              </a:extLst>
            </p:cNvPr>
            <p:cNvCxnSpPr>
              <a:stCxn id="139" idx="2"/>
              <a:endCxn id="148" idx="0"/>
            </p:cNvCxnSpPr>
            <p:nvPr/>
          </p:nvCxnSpPr>
          <p:spPr>
            <a:xfrm>
              <a:off x="8826644" y="4528568"/>
              <a:ext cx="42914" cy="12499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479B52C-7040-4CB8-DEB2-18F2083A71D9}"/>
                </a:ext>
              </a:extLst>
            </p:cNvPr>
            <p:cNvCxnSpPr>
              <a:stCxn id="139" idx="2"/>
              <a:endCxn id="149" idx="0"/>
            </p:cNvCxnSpPr>
            <p:nvPr/>
          </p:nvCxnSpPr>
          <p:spPr>
            <a:xfrm>
              <a:off x="8826644" y="4528568"/>
              <a:ext cx="1411366" cy="12499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298DB062-27A1-4406-69FD-A6D9997909B1}"/>
                </a:ext>
              </a:extLst>
            </p:cNvPr>
            <p:cNvCxnSpPr>
              <a:stCxn id="140" idx="2"/>
              <a:endCxn id="148" idx="0"/>
            </p:cNvCxnSpPr>
            <p:nvPr/>
          </p:nvCxnSpPr>
          <p:spPr>
            <a:xfrm flipH="1">
              <a:off x="8869557" y="4528568"/>
              <a:ext cx="1315100" cy="12499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EDB8CD7C-F9D5-601A-A12D-1AC1464608BC}"/>
                </a:ext>
              </a:extLst>
            </p:cNvPr>
            <p:cNvCxnSpPr>
              <a:stCxn id="140" idx="2"/>
              <a:endCxn id="149" idx="0"/>
            </p:cNvCxnSpPr>
            <p:nvPr/>
          </p:nvCxnSpPr>
          <p:spPr>
            <a:xfrm>
              <a:off x="10184657" y="4528568"/>
              <a:ext cx="53353" cy="12499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D02A2636-B5C1-1B9C-ED48-36BB9124FC73}"/>
                </a:ext>
              </a:extLst>
            </p:cNvPr>
            <p:cNvCxnSpPr>
              <a:stCxn id="140" idx="2"/>
              <a:endCxn id="146" idx="0"/>
            </p:cNvCxnSpPr>
            <p:nvPr/>
          </p:nvCxnSpPr>
          <p:spPr>
            <a:xfrm>
              <a:off x="10184656" y="4528567"/>
              <a:ext cx="1455010" cy="12499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7F4B4C28-EBE1-920D-6C1D-7F2DD21A0A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5521" y="4711725"/>
              <a:ext cx="635898" cy="635898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9074C611-6E5E-888C-A2C5-3609CD0B6C1E}"/>
                </a:ext>
              </a:extLst>
            </p:cNvPr>
            <p:cNvCxnSpPr>
              <a:cxnSpLocks/>
            </p:cNvCxnSpPr>
            <p:nvPr/>
          </p:nvCxnSpPr>
          <p:spPr>
            <a:xfrm>
              <a:off x="10730685" y="4711725"/>
              <a:ext cx="712788" cy="616758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9F702E90-40D4-67BA-7593-07DC7311F713}"/>
                    </a:ext>
                  </a:extLst>
                </p:cNvPr>
                <p:cNvSpPr txBox="1"/>
                <p:nvPr/>
              </p:nvSpPr>
              <p:spPr>
                <a:xfrm>
                  <a:off x="10957133" y="4475724"/>
                  <a:ext cx="921656" cy="5498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sub>
                          <m:sup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9F702E90-40D4-67BA-7593-07DC7311F7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7133" y="4475724"/>
                  <a:ext cx="921656" cy="549806"/>
                </a:xfrm>
                <a:prstGeom prst="rect">
                  <a:avLst/>
                </a:prstGeom>
                <a:blipFill>
                  <a:blip r:embed="rId27"/>
                  <a:stretch>
                    <a:fillRect r="-3018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30080775-3BC3-6C6E-6AC8-EF78A90EBE9C}"/>
                    </a:ext>
                  </a:extLst>
                </p:cNvPr>
                <p:cNvSpPr txBox="1"/>
                <p:nvPr/>
              </p:nvSpPr>
              <p:spPr>
                <a:xfrm>
                  <a:off x="6806806" y="4431143"/>
                  <a:ext cx="921656" cy="5498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  <m:sup>
                            <m:r>
                              <a:rPr lang="en-US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30080775-3BC3-6C6E-6AC8-EF78A90EB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6806" y="4431143"/>
                  <a:ext cx="921656" cy="549806"/>
                </a:xfrm>
                <a:prstGeom prst="rect">
                  <a:avLst/>
                </a:prstGeom>
                <a:blipFill>
                  <a:blip r:embed="rId28"/>
                  <a:stretch>
                    <a:fillRect r="-2830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5C540C1-F36A-6F48-00A6-63952EFC5EC8}"/>
                  </a:ext>
                </a:extLst>
              </p:cNvPr>
              <p:cNvSpPr txBox="1"/>
              <p:nvPr/>
            </p:nvSpPr>
            <p:spPr>
              <a:xfrm>
                <a:off x="351134" y="1891937"/>
                <a:ext cx="391959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Repeat iteratively: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=0,1, …,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200" dirty="0"/>
              </a:p>
            </p:txBody>
          </p:sp>
        </mc:Choice>
        <mc:Fallback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5C540C1-F36A-6F48-00A6-63952EFC5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34" y="1891937"/>
                <a:ext cx="3919599" cy="430887"/>
              </a:xfrm>
              <a:prstGeom prst="rect">
                <a:avLst/>
              </a:prstGeom>
              <a:blipFill>
                <a:blip r:embed="rId29"/>
                <a:stretch>
                  <a:fillRect l="-1935" t="-857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FE7B99D4-A968-BEFC-E753-49CDEE39529B}"/>
                  </a:ext>
                </a:extLst>
              </p:cNvPr>
              <p:cNvSpPr txBox="1"/>
              <p:nvPr/>
            </p:nvSpPr>
            <p:spPr>
              <a:xfrm>
                <a:off x="9071188" y="1553382"/>
                <a:ext cx="2631105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Each message (LLR)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200" dirty="0"/>
                  <a:t> : no error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200" dirty="0"/>
                  <a:t> : error</a:t>
                </a:r>
              </a:p>
            </p:txBody>
          </p:sp>
        </mc:Choice>
        <mc:Fallback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FE7B99D4-A968-BEFC-E753-49CDEE395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188" y="1553382"/>
                <a:ext cx="2631105" cy="1107996"/>
              </a:xfrm>
              <a:prstGeom prst="rect">
                <a:avLst/>
              </a:prstGeom>
              <a:blipFill>
                <a:blip r:embed="rId30"/>
                <a:stretch>
                  <a:fillRect l="-2885" t="-3409" r="-192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257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 animBg="1"/>
      <p:bldP spid="16" grpId="0" animBg="1"/>
      <p:bldP spid="17" grpId="0"/>
      <p:bldP spid="18" grpId="0" animBg="1"/>
      <p:bldP spid="19" grpId="0" animBg="1"/>
      <p:bldP spid="20" grpId="0" animBg="1"/>
      <p:bldP spid="40" grpId="0"/>
      <p:bldP spid="91" grpId="0"/>
      <p:bldP spid="94" grpId="0"/>
      <p:bldP spid="116" grpId="0"/>
      <p:bldP spid="79" grpId="0"/>
      <p:bldP spid="169" grpId="0"/>
      <p:bldP spid="17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1330-FF8B-21DD-D349-9CBCDA278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5D89A-B289-41A1-E49A-9C8824366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Preliminary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A2C8C-6227-BB8E-CDC2-A3A18393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410" y="914401"/>
            <a:ext cx="7522590" cy="501506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A9C2F49-2E2A-F34C-51B8-C4E00D0872E2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450267-AC99-632B-A722-A6631E0DBEAF}"/>
              </a:ext>
            </a:extLst>
          </p:cNvPr>
          <p:cNvSpPr txBox="1"/>
          <p:nvPr/>
        </p:nvSpPr>
        <p:spPr>
          <a:xfrm>
            <a:off x="7082375" y="6501707"/>
            <a:ext cx="497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Roffe et. al. Phys. Rev. Research 2, 043423, 2020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7066D0-9179-6EF1-412B-A8908FE0C355}"/>
              </a:ext>
            </a:extLst>
          </p:cNvPr>
          <p:cNvSpPr txBox="1"/>
          <p:nvPr/>
        </p:nvSpPr>
        <p:spPr>
          <a:xfrm>
            <a:off x="137174" y="6364188"/>
            <a:ext cx="453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3"/>
                </a:solidFill>
              </a:rPr>
              <a:t>Code:</a:t>
            </a:r>
            <a:r>
              <a:rPr lang="en-US" b="1" i="1" dirty="0"/>
              <a:t> HGP of Hamming Codes: [[58,16,9]]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76E2C9-AC45-9A2A-4791-22077FC68361}"/>
              </a:ext>
            </a:extLst>
          </p:cNvPr>
          <p:cNvGrpSpPr/>
          <p:nvPr/>
        </p:nvGrpSpPr>
        <p:grpSpPr>
          <a:xfrm>
            <a:off x="151009" y="1908333"/>
            <a:ext cx="4402317" cy="4296432"/>
            <a:chOff x="151009" y="1908333"/>
            <a:chExt cx="4402317" cy="42964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4D51FCF-DA6F-11A6-A921-731D6A50961F}"/>
                </a:ext>
              </a:extLst>
            </p:cNvPr>
            <p:cNvSpPr/>
            <p:nvPr/>
          </p:nvSpPr>
          <p:spPr>
            <a:xfrm>
              <a:off x="891319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8CC716-9139-BECE-3692-018336531609}"/>
                </a:ext>
              </a:extLst>
            </p:cNvPr>
            <p:cNvSpPr/>
            <p:nvPr/>
          </p:nvSpPr>
          <p:spPr>
            <a:xfrm>
              <a:off x="1520558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BE4F7E5-010B-E507-E310-B3EB76C05CD4}"/>
                </a:ext>
              </a:extLst>
            </p:cNvPr>
            <p:cNvSpPr/>
            <p:nvPr/>
          </p:nvSpPr>
          <p:spPr>
            <a:xfrm>
              <a:off x="2149797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377B75F-E9E9-19E1-D7C4-6F0C170401AF}"/>
                </a:ext>
              </a:extLst>
            </p:cNvPr>
            <p:cNvSpPr/>
            <p:nvPr/>
          </p:nvSpPr>
          <p:spPr>
            <a:xfrm>
              <a:off x="2779036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DB1CA48-E10D-B43A-EB77-45BD7877AB25}"/>
                </a:ext>
              </a:extLst>
            </p:cNvPr>
            <p:cNvSpPr/>
            <p:nvPr/>
          </p:nvSpPr>
          <p:spPr>
            <a:xfrm>
              <a:off x="4037514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605EC5-5EA0-C485-B84E-A9533816A19D}"/>
                </a:ext>
              </a:extLst>
            </p:cNvPr>
            <p:cNvSpPr txBox="1"/>
            <p:nvPr/>
          </p:nvSpPr>
          <p:spPr>
            <a:xfrm>
              <a:off x="3263535" y="415940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5CFDF85-9182-5C96-35A1-847F5DF60168}"/>
                </a:ext>
              </a:extLst>
            </p:cNvPr>
            <p:cNvSpPr/>
            <p:nvPr/>
          </p:nvSpPr>
          <p:spPr>
            <a:xfrm>
              <a:off x="891319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E17B6-8EB8-5973-5338-C7EA50FABFA7}"/>
                </a:ext>
              </a:extLst>
            </p:cNvPr>
            <p:cNvSpPr/>
            <p:nvPr/>
          </p:nvSpPr>
          <p:spPr>
            <a:xfrm>
              <a:off x="1520558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628E96-B260-2CF5-1834-118D672EACA2}"/>
                </a:ext>
              </a:extLst>
            </p:cNvPr>
            <p:cNvSpPr/>
            <p:nvPr/>
          </p:nvSpPr>
          <p:spPr>
            <a:xfrm>
              <a:off x="2149797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541EE7C-97FA-77BD-2322-9C8642416A6C}"/>
                </a:ext>
              </a:extLst>
            </p:cNvPr>
            <p:cNvSpPr/>
            <p:nvPr/>
          </p:nvSpPr>
          <p:spPr>
            <a:xfrm>
              <a:off x="2779036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644B251-DC32-E39E-E59A-A1740C745C30}"/>
                </a:ext>
              </a:extLst>
            </p:cNvPr>
            <p:cNvSpPr/>
            <p:nvPr/>
          </p:nvSpPr>
          <p:spPr>
            <a:xfrm>
              <a:off x="4037514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71D476-2E12-E677-6534-49B776CD89B3}"/>
                </a:ext>
              </a:extLst>
            </p:cNvPr>
            <p:cNvSpPr txBox="1"/>
            <p:nvPr/>
          </p:nvSpPr>
          <p:spPr>
            <a:xfrm>
              <a:off x="3263535" y="489469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26707DC-4506-E22C-2E43-9EEE7E5E008E}"/>
                </a:ext>
              </a:extLst>
            </p:cNvPr>
            <p:cNvCxnSpPr>
              <a:endCxn id="8" idx="2"/>
            </p:cNvCxnSpPr>
            <p:nvPr/>
          </p:nvCxnSpPr>
          <p:spPr>
            <a:xfrm>
              <a:off x="1079855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7F09B83-B97C-C4BF-4899-EE14B1932308}"/>
                </a:ext>
              </a:extLst>
            </p:cNvPr>
            <p:cNvCxnSpPr/>
            <p:nvPr/>
          </p:nvCxnSpPr>
          <p:spPr>
            <a:xfrm>
              <a:off x="1709094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928EC71-6C08-20A2-C571-C6E2FB9945C9}"/>
                </a:ext>
              </a:extLst>
            </p:cNvPr>
            <p:cNvCxnSpPr/>
            <p:nvPr/>
          </p:nvCxnSpPr>
          <p:spPr>
            <a:xfrm>
              <a:off x="1079855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FD02819-FAAE-2AF6-9CE9-B93E3058C5FA}"/>
                </a:ext>
              </a:extLst>
            </p:cNvPr>
            <p:cNvCxnSpPr/>
            <p:nvPr/>
          </p:nvCxnSpPr>
          <p:spPr>
            <a:xfrm>
              <a:off x="1709094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7C3440-F0CA-A36C-7D4B-8A08C0FB0C2F}"/>
                </a:ext>
              </a:extLst>
            </p:cNvPr>
            <p:cNvCxnSpPr/>
            <p:nvPr/>
          </p:nvCxnSpPr>
          <p:spPr>
            <a:xfrm>
              <a:off x="2338333" y="451685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C377579-1221-C28F-AFFC-47199A18CD72}"/>
                </a:ext>
              </a:extLst>
            </p:cNvPr>
            <p:cNvCxnSpPr/>
            <p:nvPr/>
          </p:nvCxnSpPr>
          <p:spPr>
            <a:xfrm>
              <a:off x="2338333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1F0AA2C-9866-C458-8B1C-EB1E0A4F4D45}"/>
                </a:ext>
              </a:extLst>
            </p:cNvPr>
            <p:cNvCxnSpPr>
              <a:stCxn id="7" idx="4"/>
              <a:endCxn id="14" idx="0"/>
            </p:cNvCxnSpPr>
            <p:nvPr/>
          </p:nvCxnSpPr>
          <p:spPr>
            <a:xfrm>
              <a:off x="98558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3C4F01D-DF25-B2E9-78F1-6CAE714DCAEC}"/>
                </a:ext>
              </a:extLst>
            </p:cNvPr>
            <p:cNvCxnSpPr/>
            <p:nvPr/>
          </p:nvCxnSpPr>
          <p:spPr>
            <a:xfrm>
              <a:off x="1618754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03B2FB-2A0F-AF10-64E6-10B129F124E2}"/>
                </a:ext>
              </a:extLst>
            </p:cNvPr>
            <p:cNvCxnSpPr/>
            <p:nvPr/>
          </p:nvCxnSpPr>
          <p:spPr>
            <a:xfrm>
              <a:off x="2251921" y="4621320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AF3952D-164C-148F-1E76-A03B257A90AC}"/>
                </a:ext>
              </a:extLst>
            </p:cNvPr>
            <p:cNvCxnSpPr/>
            <p:nvPr/>
          </p:nvCxnSpPr>
          <p:spPr>
            <a:xfrm>
              <a:off x="2875661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6B9530F-EBAE-5F1C-E73E-B30193F7858F}"/>
                </a:ext>
              </a:extLst>
            </p:cNvPr>
            <p:cNvCxnSpPr/>
            <p:nvPr/>
          </p:nvCxnSpPr>
          <p:spPr>
            <a:xfrm>
              <a:off x="413099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58D399-0B15-430C-791D-15A3F0362B0E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4515285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5D0372E-0AE3-0F7A-9C88-CEA80B823484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5253719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CF9AC07-44A0-1560-2921-D4C5570000BC}"/>
                </a:ext>
              </a:extLst>
            </p:cNvPr>
            <p:cNvGrpSpPr/>
            <p:nvPr/>
          </p:nvGrpSpPr>
          <p:grpSpPr>
            <a:xfrm>
              <a:off x="151009" y="1908333"/>
              <a:ext cx="4402317" cy="2032136"/>
              <a:chOff x="151009" y="1908333"/>
              <a:chExt cx="4402317" cy="203213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2299257-6862-DC7F-DD85-7AB932D6ABC1}"/>
                  </a:ext>
                </a:extLst>
              </p:cNvPr>
              <p:cNvSpPr txBox="1"/>
              <p:nvPr/>
            </p:nvSpPr>
            <p:spPr>
              <a:xfrm>
                <a:off x="151009" y="1908333"/>
                <a:ext cx="440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3"/>
                    </a:solidFill>
                  </a:rPr>
                  <a:t>Error model:</a:t>
                </a:r>
                <a:r>
                  <a:rPr lang="en-US" b="1" i="1" dirty="0"/>
                  <a:t> Ballistic Error Model </a:t>
                </a:r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293356F3-DF8C-4748-87D9-79E17143A246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Each qubit independently undergoes an error (X/Z) with probability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lang="en-US" dirty="0"/>
                      <a:t>.</a:t>
                    </a:r>
                  </a:p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US" dirty="0"/>
                      <a:t> has an error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a14:m>
                    <a:r>
                      <a:rPr lang="en-US" dirty="0"/>
                      <a:t> each connected 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  <a:r>
                      <a:rPr lang="en-US" dirty="0"/>
                      <a:t> has error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293356F3-DF8C-4748-87D9-79E17143A2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153" r="-1441" b="-39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7574CB4-09D2-7D92-78C6-81B0D7400821}"/>
                    </a:ext>
                  </a:extLst>
                </p:cNvPr>
                <p:cNvSpPr txBox="1"/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7574CB4-09D2-7D92-78C6-81B0D74008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54F8591-DBE6-579C-7047-87A69CC7E129}"/>
                    </a:ext>
                  </a:extLst>
                </p:cNvPr>
                <p:cNvSpPr txBox="1"/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54F8591-DBE6-579C-7047-87A69CC7E1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blipFill>
                  <a:blip r:embed="rId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27D2DE2-1533-5684-56F1-903C24EF3CC2}"/>
                    </a:ext>
                  </a:extLst>
                </p:cNvPr>
                <p:cNvSpPr txBox="1"/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27D2DE2-1533-5684-56F1-903C24EF3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0673674-F9BA-1C41-0D42-0E063E66A259}"/>
                    </a:ext>
                  </a:extLst>
                </p:cNvPr>
                <p:cNvSpPr txBox="1"/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0673674-F9BA-1C41-0D42-0E063E66A2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0E0757-B8FA-EDC9-6E24-CEB3FC3A0F10}"/>
                    </a:ext>
                  </a:extLst>
                </p:cNvPr>
                <p:cNvSpPr txBox="1"/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0E0757-B8FA-EDC9-6E24-CEB3FC3A0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816AC6C-D92B-0D8D-393C-5C0148B94ABA}"/>
                    </a:ext>
                  </a:extLst>
                </p:cNvPr>
                <p:cNvSpPr txBox="1"/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816AC6C-D92B-0D8D-393C-5C0148B94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1B1EE85-E8A8-408D-0448-9DCB4926E817}"/>
                    </a:ext>
                  </a:extLst>
                </p:cNvPr>
                <p:cNvSpPr txBox="1"/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1B1EE85-E8A8-408D-0448-9DCB4926E8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348C5BC-CE11-095C-D713-36136AF62324}"/>
                    </a:ext>
                  </a:extLst>
                </p:cNvPr>
                <p:cNvSpPr txBox="1"/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348C5BC-CE11-095C-D713-36136AF62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C6DEE9E-EF90-8B83-134F-6BD85C7FB7B6}"/>
                    </a:ext>
                  </a:extLst>
                </p:cNvPr>
                <p:cNvSpPr txBox="1"/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C6DEE9E-EF90-8B83-134F-6BD85C7FB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48E5F06-893E-18C6-F825-982B80657FD4}"/>
                    </a:ext>
                  </a:extLst>
                </p:cNvPr>
                <p:cNvSpPr txBox="1"/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48E5F06-893E-18C6-F825-982B80657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BFC6547-7324-FD88-161A-3D4AAC55AA73}"/>
                    </a:ext>
                  </a:extLst>
                </p:cNvPr>
                <p:cNvSpPr txBox="1"/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BFC6547-7324-FD88-161A-3D4AAC55AA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263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034C9A2-E009-71DE-3BAC-32DC70BFBEBD}"/>
                    </a:ext>
                  </a:extLst>
                </p:cNvPr>
                <p:cNvSpPr txBox="1"/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034C9A2-E009-71DE-3BAC-32DC70BFB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blipFill>
                  <a:blip r:embed="rId1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641100-F8EB-24FE-3062-0B903494D2FD}"/>
                </a:ext>
              </a:extLst>
            </p:cNvPr>
            <p:cNvSpPr txBox="1"/>
            <p:nvPr/>
          </p:nvSpPr>
          <p:spPr>
            <a:xfrm>
              <a:off x="1699473" y="457557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C9EF218-3FBB-55A7-C282-16C58E77E5CE}"/>
                </a:ext>
              </a:extLst>
            </p:cNvPr>
            <p:cNvSpPr txBox="1"/>
            <p:nvPr/>
          </p:nvSpPr>
          <p:spPr>
            <a:xfrm>
              <a:off x="152743" y="5835433"/>
              <a:ext cx="3803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CER provides two qubit marginals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47D269-80E1-F97B-C061-B1DB8B138230}"/>
                  </a:ext>
                </a:extLst>
              </p:cNvPr>
              <p:cNvSpPr txBox="1"/>
              <p:nvPr/>
            </p:nvSpPr>
            <p:spPr>
              <a:xfrm>
                <a:off x="10185373" y="3457066"/>
                <a:ext cx="2004767" cy="2541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360"/>
                  </a:lnSpc>
                </a:pPr>
                <a:r>
                  <a:rPr lang="en-US" b="1" i="1" dirty="0"/>
                  <a:t>Training</a:t>
                </a:r>
                <a:r>
                  <a:rPr lang="en-US" dirty="0"/>
                  <a:t> NN with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100 layers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CER marginals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samples</a:t>
                </a:r>
              </a:p>
              <a:p>
                <a:pPr>
                  <a:lnSpc>
                    <a:spcPts val="2360"/>
                  </a:lnSpc>
                </a:pPr>
                <a:r>
                  <a:rPr lang="en-US" b="1" i="1" dirty="0"/>
                  <a:t>Testing</a:t>
                </a:r>
                <a:r>
                  <a:rPr lang="en-US" dirty="0"/>
                  <a:t> with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 samples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gain</a:t>
                </a:r>
                <a:r>
                  <a:rPr lang="en-US" dirty="0"/>
                  <a:t>.</a:t>
                </a:r>
              </a:p>
              <a:p>
                <a:pPr>
                  <a:lnSpc>
                    <a:spcPts val="236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47D269-80E1-F97B-C061-B1DB8B138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373" y="3457066"/>
                <a:ext cx="2004767" cy="2541530"/>
              </a:xfrm>
              <a:prstGeom prst="rect">
                <a:avLst/>
              </a:prstGeom>
              <a:blipFill>
                <a:blip r:embed="rId16"/>
                <a:stretch>
                  <a:fillRect l="-3145" t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C30944-6B4F-927B-CC4A-5AEA1428D5D0}"/>
              </a:ext>
            </a:extLst>
          </p:cNvPr>
          <p:cNvSpPr/>
          <p:nvPr/>
        </p:nvSpPr>
        <p:spPr>
          <a:xfrm>
            <a:off x="10185373" y="3421931"/>
            <a:ext cx="1869453" cy="2413502"/>
          </a:xfrm>
          <a:custGeom>
            <a:avLst/>
            <a:gdLst>
              <a:gd name="csX0" fmla="*/ 0 w 1869453"/>
              <a:gd name="csY0" fmla="*/ 311582 h 2413502"/>
              <a:gd name="csX1" fmla="*/ 311582 w 1869453"/>
              <a:gd name="csY1" fmla="*/ 0 h 2413502"/>
              <a:gd name="csX2" fmla="*/ 751937 w 1869453"/>
              <a:gd name="csY2" fmla="*/ 0 h 2413502"/>
              <a:gd name="csX3" fmla="*/ 1154904 w 1869453"/>
              <a:gd name="csY3" fmla="*/ 0 h 2413502"/>
              <a:gd name="csX4" fmla="*/ 1557871 w 1869453"/>
              <a:gd name="csY4" fmla="*/ 0 h 2413502"/>
              <a:gd name="csX5" fmla="*/ 1869453 w 1869453"/>
              <a:gd name="csY5" fmla="*/ 311582 h 2413502"/>
              <a:gd name="csX6" fmla="*/ 1869453 w 1869453"/>
              <a:gd name="csY6" fmla="*/ 872555 h 2413502"/>
              <a:gd name="csX7" fmla="*/ 1869453 w 1869453"/>
              <a:gd name="csY7" fmla="*/ 1433527 h 2413502"/>
              <a:gd name="csX8" fmla="*/ 1869453 w 1869453"/>
              <a:gd name="csY8" fmla="*/ 2101920 h 2413502"/>
              <a:gd name="csX9" fmla="*/ 1557871 w 1869453"/>
              <a:gd name="csY9" fmla="*/ 2413502 h 2413502"/>
              <a:gd name="csX10" fmla="*/ 1142441 w 1869453"/>
              <a:gd name="csY10" fmla="*/ 2413502 h 2413502"/>
              <a:gd name="csX11" fmla="*/ 739475 w 1869453"/>
              <a:gd name="csY11" fmla="*/ 2413502 h 2413502"/>
              <a:gd name="csX12" fmla="*/ 311582 w 1869453"/>
              <a:gd name="csY12" fmla="*/ 2413502 h 2413502"/>
              <a:gd name="csX13" fmla="*/ 0 w 1869453"/>
              <a:gd name="csY13" fmla="*/ 2101920 h 2413502"/>
              <a:gd name="csX14" fmla="*/ 0 w 1869453"/>
              <a:gd name="csY14" fmla="*/ 1505141 h 2413502"/>
              <a:gd name="csX15" fmla="*/ 0 w 1869453"/>
              <a:gd name="csY15" fmla="*/ 872555 h 2413502"/>
              <a:gd name="csX16" fmla="*/ 0 w 1869453"/>
              <a:gd name="csY16" fmla="*/ 311582 h 2413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869453" h="2413502" extrusionOk="0">
                <a:moveTo>
                  <a:pt x="0" y="311582"/>
                </a:moveTo>
                <a:cubicBezTo>
                  <a:pt x="-8804" y="134069"/>
                  <a:pt x="127244" y="4600"/>
                  <a:pt x="311582" y="0"/>
                </a:cubicBezTo>
                <a:cubicBezTo>
                  <a:pt x="489340" y="-24109"/>
                  <a:pt x="628131" y="22406"/>
                  <a:pt x="751937" y="0"/>
                </a:cubicBezTo>
                <a:cubicBezTo>
                  <a:pt x="875743" y="-22406"/>
                  <a:pt x="1049971" y="30156"/>
                  <a:pt x="1154904" y="0"/>
                </a:cubicBezTo>
                <a:cubicBezTo>
                  <a:pt x="1259837" y="-30156"/>
                  <a:pt x="1407784" y="46681"/>
                  <a:pt x="1557871" y="0"/>
                </a:cubicBezTo>
                <a:cubicBezTo>
                  <a:pt x="1722261" y="-24776"/>
                  <a:pt x="1878424" y="106305"/>
                  <a:pt x="1869453" y="311582"/>
                </a:cubicBezTo>
                <a:cubicBezTo>
                  <a:pt x="1908479" y="514719"/>
                  <a:pt x="1838886" y="620678"/>
                  <a:pt x="1869453" y="872555"/>
                </a:cubicBezTo>
                <a:cubicBezTo>
                  <a:pt x="1900020" y="1124432"/>
                  <a:pt x="1803157" y="1238607"/>
                  <a:pt x="1869453" y="1433527"/>
                </a:cubicBezTo>
                <a:cubicBezTo>
                  <a:pt x="1935749" y="1628447"/>
                  <a:pt x="1794734" y="1955852"/>
                  <a:pt x="1869453" y="2101920"/>
                </a:cubicBezTo>
                <a:cubicBezTo>
                  <a:pt x="1892234" y="2279479"/>
                  <a:pt x="1706388" y="2409691"/>
                  <a:pt x="1557871" y="2413502"/>
                </a:cubicBezTo>
                <a:cubicBezTo>
                  <a:pt x="1447037" y="2455247"/>
                  <a:pt x="1246062" y="2398882"/>
                  <a:pt x="1142441" y="2413502"/>
                </a:cubicBezTo>
                <a:cubicBezTo>
                  <a:pt x="1038820" y="2428122"/>
                  <a:pt x="886604" y="2410016"/>
                  <a:pt x="739475" y="2413502"/>
                </a:cubicBezTo>
                <a:cubicBezTo>
                  <a:pt x="592346" y="2416988"/>
                  <a:pt x="436458" y="2382498"/>
                  <a:pt x="311582" y="2413502"/>
                </a:cubicBezTo>
                <a:cubicBezTo>
                  <a:pt x="152970" y="2396780"/>
                  <a:pt x="-42116" y="2257721"/>
                  <a:pt x="0" y="2101920"/>
                </a:cubicBezTo>
                <a:cubicBezTo>
                  <a:pt x="-71216" y="1943478"/>
                  <a:pt x="69239" y="1747452"/>
                  <a:pt x="0" y="1505141"/>
                </a:cubicBezTo>
                <a:cubicBezTo>
                  <a:pt x="-69239" y="1262830"/>
                  <a:pt x="7201" y="1176689"/>
                  <a:pt x="0" y="872555"/>
                </a:cubicBezTo>
                <a:cubicBezTo>
                  <a:pt x="-7201" y="568421"/>
                  <a:pt x="39673" y="451378"/>
                  <a:pt x="0" y="311582"/>
                </a:cubicBez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3AAC93-0D7D-CB47-26E5-968B7E25DDF7}"/>
              </a:ext>
            </a:extLst>
          </p:cNvPr>
          <p:cNvSpPr txBox="1"/>
          <p:nvPr/>
        </p:nvSpPr>
        <p:spPr>
          <a:xfrm>
            <a:off x="8092203" y="613237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</p:spTree>
    <p:extLst>
      <p:ext uri="{BB962C8B-B14F-4D97-AF65-F5344CB8AC3E}">
        <p14:creationId xmlns:p14="http://schemas.microsoft.com/office/powerpoint/2010/main" val="52635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57" grpId="0"/>
      <p:bldP spid="59" grpId="0"/>
      <p:bldP spid="6" grpId="0" animBg="1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231</Words>
  <Application>Microsoft Macintosh PowerPoint</Application>
  <PresentationFormat>Widescreen</PresentationFormat>
  <Paragraphs>68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Preliminary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Pavithran Iyer</dc:creator>
  <cp:lastModifiedBy>Pavithran Iyer</cp:lastModifiedBy>
  <cp:revision>3</cp:revision>
  <dcterms:created xsi:type="dcterms:W3CDTF">2026-04-20T11:42:33Z</dcterms:created>
  <dcterms:modified xsi:type="dcterms:W3CDTF">2026-04-20T17:13:10Z</dcterms:modified>
</cp:coreProperties>
</file>